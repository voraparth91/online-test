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2"/>
  </p:sldMasterIdLst>
  <p:sldIdLst>
    <p:sldId id="257" r:id="rId3"/>
    <p:sldId id="258" r:id="rId4"/>
    <p:sldId id="259" r:id="rId5"/>
    <p:sldId id="260" r:id="rId6"/>
    <p:sldId id="261" r:id="rId7"/>
    <p:sldId id="262" r:id="rId8"/>
    <p:sldId id="267" r:id="rId9"/>
    <p:sldId id="266" r:id="rId10"/>
    <p:sldId id="268" r:id="rId11"/>
    <p:sldId id="269" r:id="rId12"/>
    <p:sldId id="270" r:id="rId13"/>
    <p:sldId id="271" r:id="rId14"/>
    <p:sldId id="276" r:id="rId15"/>
    <p:sldId id="277" r:id="rId16"/>
    <p:sldId id="278" r:id="rId17"/>
    <p:sldId id="279" r:id="rId18"/>
    <p:sldId id="280" r:id="rId19"/>
    <p:sldId id="281" r:id="rId20"/>
  </p:sldIdLst>
  <p:sldSz cx="12192000"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7B7CCE-704E-442C-BF8C-7CE7B3C9D6C3}" v="28" dt="2025-05-21T04:59:00.9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7" d="100"/>
          <a:sy n="77" d="100"/>
        </p:scale>
        <p:origin x="26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ansha Jain" userId="af66f64a-5ede-49db-a8d4-d861458a2ad2" providerId="ADAL" clId="{187B7CCE-704E-442C-BF8C-7CE7B3C9D6C3}"/>
    <pc:docChg chg="undo custSel addSld delSld modSld sldOrd modShowInfo">
      <pc:chgData name="Akansha Jain" userId="af66f64a-5ede-49db-a8d4-d861458a2ad2" providerId="ADAL" clId="{187B7CCE-704E-442C-BF8C-7CE7B3C9D6C3}" dt="2025-05-21T05:38:36.157" v="66" actId="20577"/>
      <pc:docMkLst>
        <pc:docMk/>
      </pc:docMkLst>
      <pc:sldChg chg="modSp mod modAnim modShow">
        <pc:chgData name="Akansha Jain" userId="af66f64a-5ede-49db-a8d4-d861458a2ad2" providerId="ADAL" clId="{187B7CCE-704E-442C-BF8C-7CE7B3C9D6C3}" dt="2025-05-21T04:59:37.979" v="58" actId="729"/>
        <pc:sldMkLst>
          <pc:docMk/>
          <pc:sldMk cId="3022420679" sldId="258"/>
        </pc:sldMkLst>
        <pc:spChg chg="mod">
          <ac:chgData name="Akansha Jain" userId="af66f64a-5ede-49db-a8d4-d861458a2ad2" providerId="ADAL" clId="{187B7CCE-704E-442C-BF8C-7CE7B3C9D6C3}" dt="2025-04-29T10:41:24.476" v="6" actId="33524"/>
          <ac:spMkLst>
            <pc:docMk/>
            <pc:sldMk cId="3022420679" sldId="258"/>
            <ac:spMk id="2" creationId="{A6FE4010-8D21-8631-81A1-0FB86949A907}"/>
          </ac:spMkLst>
        </pc:spChg>
        <pc:spChg chg="mod">
          <ac:chgData name="Akansha Jain" userId="af66f64a-5ede-49db-a8d4-d861458a2ad2" providerId="ADAL" clId="{187B7CCE-704E-442C-BF8C-7CE7B3C9D6C3}" dt="2025-05-21T04:56:59.679" v="47" actId="20577"/>
          <ac:spMkLst>
            <pc:docMk/>
            <pc:sldMk cId="3022420679" sldId="258"/>
            <ac:spMk id="8" creationId="{5C0053DA-F195-B340-7FC5-9B8665414C6C}"/>
          </ac:spMkLst>
        </pc:spChg>
      </pc:sldChg>
      <pc:sldChg chg="modSp mod">
        <pc:chgData name="Akansha Jain" userId="af66f64a-5ede-49db-a8d4-d861458a2ad2" providerId="ADAL" clId="{187B7CCE-704E-442C-BF8C-7CE7B3C9D6C3}" dt="2025-05-21T05:38:36.157" v="66" actId="20577"/>
        <pc:sldMkLst>
          <pc:docMk/>
          <pc:sldMk cId="1076565696" sldId="260"/>
        </pc:sldMkLst>
        <pc:spChg chg="mod">
          <ac:chgData name="Akansha Jain" userId="af66f64a-5ede-49db-a8d4-d861458a2ad2" providerId="ADAL" clId="{187B7CCE-704E-442C-BF8C-7CE7B3C9D6C3}" dt="2025-05-21T05:38:36.157" v="66" actId="20577"/>
          <ac:spMkLst>
            <pc:docMk/>
            <pc:sldMk cId="1076565696" sldId="260"/>
            <ac:spMk id="2" creationId="{DF462B27-B9F1-AA34-E559-0200352BA898}"/>
          </ac:spMkLst>
        </pc:spChg>
      </pc:sldChg>
      <pc:sldChg chg="del mod modShow">
        <pc:chgData name="Akansha Jain" userId="af66f64a-5ede-49db-a8d4-d861458a2ad2" providerId="ADAL" clId="{187B7CCE-704E-442C-BF8C-7CE7B3C9D6C3}" dt="2025-05-09T05:00:28.215" v="12" actId="47"/>
        <pc:sldMkLst>
          <pc:docMk/>
          <pc:sldMk cId="455368363" sldId="263"/>
        </pc:sldMkLst>
      </pc:sldChg>
      <pc:sldChg chg="del mod modShow">
        <pc:chgData name="Akansha Jain" userId="af66f64a-5ede-49db-a8d4-d861458a2ad2" providerId="ADAL" clId="{187B7CCE-704E-442C-BF8C-7CE7B3C9D6C3}" dt="2025-05-09T05:00:30.067" v="13" actId="47"/>
        <pc:sldMkLst>
          <pc:docMk/>
          <pc:sldMk cId="347874164" sldId="264"/>
        </pc:sldMkLst>
      </pc:sldChg>
      <pc:sldChg chg="add del mod modShow">
        <pc:chgData name="Akansha Jain" userId="af66f64a-5ede-49db-a8d4-d861458a2ad2" providerId="ADAL" clId="{187B7CCE-704E-442C-BF8C-7CE7B3C9D6C3}" dt="2025-05-09T05:00:36.305" v="16" actId="47"/>
        <pc:sldMkLst>
          <pc:docMk/>
          <pc:sldMk cId="747378114" sldId="265"/>
        </pc:sldMkLst>
      </pc:sldChg>
      <pc:sldChg chg="ord">
        <pc:chgData name="Akansha Jain" userId="af66f64a-5ede-49db-a8d4-d861458a2ad2" providerId="ADAL" clId="{187B7CCE-704E-442C-BF8C-7CE7B3C9D6C3}" dt="2025-05-09T05:05:50.894" v="22"/>
        <pc:sldMkLst>
          <pc:docMk/>
          <pc:sldMk cId="729149634" sldId="267"/>
        </pc:sldMkLst>
      </pc:sldChg>
      <pc:sldChg chg="delSp modSp mod delAnim">
        <pc:chgData name="Akansha Jain" userId="af66f64a-5ede-49db-a8d4-d861458a2ad2" providerId="ADAL" clId="{187B7CCE-704E-442C-BF8C-7CE7B3C9D6C3}" dt="2025-05-21T04:59:08.180" v="57" actId="14100"/>
        <pc:sldMkLst>
          <pc:docMk/>
          <pc:sldMk cId="1170114904" sldId="270"/>
        </pc:sldMkLst>
        <pc:spChg chg="mod">
          <ac:chgData name="Akansha Jain" userId="af66f64a-5ede-49db-a8d4-d861458a2ad2" providerId="ADAL" clId="{187B7CCE-704E-442C-BF8C-7CE7B3C9D6C3}" dt="2025-05-21T04:59:08.180" v="57" actId="14100"/>
          <ac:spMkLst>
            <pc:docMk/>
            <pc:sldMk cId="1170114904" sldId="270"/>
            <ac:spMk id="8" creationId="{72A4F7E5-1E0A-D075-AAFB-797E3531D54D}"/>
          </ac:spMkLst>
        </pc:spChg>
        <pc:spChg chg="mod">
          <ac:chgData name="Akansha Jain" userId="af66f64a-5ede-49db-a8d4-d861458a2ad2" providerId="ADAL" clId="{187B7CCE-704E-442C-BF8C-7CE7B3C9D6C3}" dt="2025-05-21T04:59:04.783" v="56" actId="14100"/>
          <ac:spMkLst>
            <pc:docMk/>
            <pc:sldMk cId="1170114904" sldId="270"/>
            <ac:spMk id="9" creationId="{720D5906-80FC-9A5A-9E9C-2174F57D6408}"/>
          </ac:spMkLst>
        </pc:spChg>
        <pc:spChg chg="del mod">
          <ac:chgData name="Akansha Jain" userId="af66f64a-5ede-49db-a8d4-d861458a2ad2" providerId="ADAL" clId="{187B7CCE-704E-442C-BF8C-7CE7B3C9D6C3}" dt="2025-05-21T04:58:51.408" v="50" actId="478"/>
          <ac:spMkLst>
            <pc:docMk/>
            <pc:sldMk cId="1170114904" sldId="270"/>
            <ac:spMk id="15" creationId="{C9E14A90-B225-BF4A-EFB6-5BBE94D6F857}"/>
          </ac:spMkLst>
        </pc:spChg>
        <pc:spChg chg="del mod">
          <ac:chgData name="Akansha Jain" userId="af66f64a-5ede-49db-a8d4-d861458a2ad2" providerId="ADAL" clId="{187B7CCE-704E-442C-BF8C-7CE7B3C9D6C3}" dt="2025-05-21T04:58:54.400" v="52" actId="478"/>
          <ac:spMkLst>
            <pc:docMk/>
            <pc:sldMk cId="1170114904" sldId="270"/>
            <ac:spMk id="16" creationId="{6C87E992-7AE2-2D50-6E5B-4F1BD78D7484}"/>
          </ac:spMkLst>
        </pc:spChg>
      </pc:sldChg>
      <pc:sldChg chg="del mod modShow">
        <pc:chgData name="Akansha Jain" userId="af66f64a-5ede-49db-a8d4-d861458a2ad2" providerId="ADAL" clId="{187B7CCE-704E-442C-BF8C-7CE7B3C9D6C3}" dt="2025-05-09T05:07:22.070" v="23" actId="47"/>
        <pc:sldMkLst>
          <pc:docMk/>
          <pc:sldMk cId="2293669715" sldId="272"/>
        </pc:sldMkLst>
      </pc:sldChg>
      <pc:sldChg chg="del mod modShow">
        <pc:chgData name="Akansha Jain" userId="af66f64a-5ede-49db-a8d4-d861458a2ad2" providerId="ADAL" clId="{187B7CCE-704E-442C-BF8C-7CE7B3C9D6C3}" dt="2025-05-09T05:07:25.242" v="24" actId="47"/>
        <pc:sldMkLst>
          <pc:docMk/>
          <pc:sldMk cId="1004051872" sldId="273"/>
        </pc:sldMkLst>
      </pc:sldChg>
      <pc:sldChg chg="del mod modShow">
        <pc:chgData name="Akansha Jain" userId="af66f64a-5ede-49db-a8d4-d861458a2ad2" providerId="ADAL" clId="{187B7CCE-704E-442C-BF8C-7CE7B3C9D6C3}" dt="2025-05-09T05:07:27.929" v="25" actId="47"/>
        <pc:sldMkLst>
          <pc:docMk/>
          <pc:sldMk cId="1098179086" sldId="275"/>
        </pc:sldMkLst>
      </pc:sldChg>
    </pc:docChg>
  </pc:docChgLst>
  <pc:docChgLst>
    <pc:chgData name="Riya Saxena" userId="096a3c46-7c97-4382-a56a-2c2c7afb7d64" providerId="ADAL" clId="{DC565C2F-886E-4C8C-8E82-101D2DB88674}"/>
    <pc:docChg chg="undo custSel modSld">
      <pc:chgData name="Riya Saxena" userId="096a3c46-7c97-4382-a56a-2c2c7afb7d64" providerId="ADAL" clId="{DC565C2F-886E-4C8C-8E82-101D2DB88674}" dt="2023-07-11T05:54:32.543" v="126"/>
      <pc:docMkLst>
        <pc:docMk/>
      </pc:docMkLst>
      <pc:sldChg chg="modSp">
        <pc:chgData name="Riya Saxena" userId="096a3c46-7c97-4382-a56a-2c2c7afb7d64" providerId="ADAL" clId="{DC565C2F-886E-4C8C-8E82-101D2DB88674}" dt="2023-07-11T05:52:31.401" v="106" actId="20577"/>
        <pc:sldMkLst>
          <pc:docMk/>
          <pc:sldMk cId="747378114" sldId="265"/>
        </pc:sldMkLst>
      </pc:sldChg>
      <pc:sldChg chg="modSp">
        <pc:chgData name="Riya Saxena" userId="096a3c46-7c97-4382-a56a-2c2c7afb7d64" providerId="ADAL" clId="{DC565C2F-886E-4C8C-8E82-101D2DB88674}" dt="2023-07-11T05:28:11.079" v="5"/>
        <pc:sldMkLst>
          <pc:docMk/>
          <pc:sldMk cId="1170114904" sldId="270"/>
        </pc:sldMkLst>
      </pc:sldChg>
      <pc:sldChg chg="modSp mod addAnim delAnim">
        <pc:chgData name="Riya Saxena" userId="096a3c46-7c97-4382-a56a-2c2c7afb7d64" providerId="ADAL" clId="{DC565C2F-886E-4C8C-8E82-101D2DB88674}" dt="2023-07-11T05:54:32.543" v="126"/>
        <pc:sldMkLst>
          <pc:docMk/>
          <pc:sldMk cId="18750592" sldId="271"/>
        </pc:sldMkLst>
      </pc:sldChg>
      <pc:sldChg chg="modSp mod modAnim">
        <pc:chgData name="Riya Saxena" userId="096a3c46-7c97-4382-a56a-2c2c7afb7d64" providerId="ADAL" clId="{DC565C2F-886E-4C8C-8E82-101D2DB88674}" dt="2023-07-11T05:46:09.345" v="70" actId="255"/>
        <pc:sldMkLst>
          <pc:docMk/>
          <pc:sldMk cId="2721843864" sldId="280"/>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_Slide_1">
    <p:spTree>
      <p:nvGrpSpPr>
        <p:cNvPr id="1" name=""/>
        <p:cNvGrpSpPr/>
        <p:nvPr/>
      </p:nvGrpSpPr>
      <p:grpSpPr>
        <a:xfrm>
          <a:off x="0" y="0"/>
          <a:ext cx="0" cy="0"/>
          <a:chOff x="0" y="0"/>
          <a:chExt cx="0" cy="0"/>
        </a:xfrm>
      </p:grpSpPr>
      <p:pic>
        <p:nvPicPr>
          <p:cNvPr id="5" name="Picture 4" descr="A picture containing icon&#10;&#10;Description automatically generated">
            <a:extLst>
              <a:ext uri="{FF2B5EF4-FFF2-40B4-BE49-F238E27FC236}">
                <a16:creationId xmlns:a16="http://schemas.microsoft.com/office/drawing/2014/main" id="{67BAF0A1-F324-50E8-3C3D-2951DF8B625E}"/>
              </a:ext>
            </a:extLst>
          </p:cNvPr>
          <p:cNvPicPr>
            <a:picLocks noChangeAspect="1"/>
          </p:cNvPicPr>
          <p:nvPr/>
        </p:nvPicPr>
        <p:blipFill>
          <a:blip r:embed="rId2"/>
          <a:stretch>
            <a:fill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2595474"/>
            <a:ext cx="5390498" cy="1617973"/>
          </a:xfrm>
        </p:spPr>
        <p:txBody>
          <a:bodyPr lIns="0">
            <a:noAutofit/>
          </a:bodyPr>
          <a:lstStyle>
            <a:lvl1pPr marL="0" indent="0">
              <a:lnSpc>
                <a:spcPts val="6000"/>
              </a:lnSpc>
              <a:buNone/>
              <a:defRPr sz="6000" b="1" i="0" spc="-150">
                <a:solidFill>
                  <a:srgbClr val="FFFFFF"/>
                </a:solidFill>
                <a:latin typeface="Avenir Next LT Pro" panose="020F0502020204030204" pitchFamily="34" charset="0"/>
              </a:defRPr>
            </a:lvl1pPr>
          </a:lstStyle>
          <a:p>
            <a:pPr lvl="0"/>
            <a:r>
              <a:rPr lang="en-US" dirty="0"/>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4359686"/>
            <a:ext cx="4562475" cy="393700"/>
          </a:xfrm>
        </p:spPr>
        <p:txBody>
          <a:bodyPr lIns="0">
            <a:noAutofit/>
          </a:bodyPr>
          <a:lstStyle>
            <a:lvl1pPr marL="0" indent="0">
              <a:buNone/>
              <a:defRPr sz="1800" b="0" i="0" spc="0">
                <a:solidFill>
                  <a:srgbClr val="00AAEB"/>
                </a:solidFill>
                <a:latin typeface="+mn-lt"/>
              </a:defRPr>
            </a:lvl1pPr>
          </a:lstStyle>
          <a:p>
            <a:pPr lvl="0"/>
            <a:r>
              <a:rPr lang="en-US"/>
              <a:t>Click to edit Master text styles</a:t>
            </a:r>
          </a:p>
        </p:txBody>
      </p:sp>
      <p:grpSp>
        <p:nvGrpSpPr>
          <p:cNvPr id="22" name="Group 21">
            <a:extLst>
              <a:ext uri="{FF2B5EF4-FFF2-40B4-BE49-F238E27FC236}">
                <a16:creationId xmlns:a16="http://schemas.microsoft.com/office/drawing/2014/main" id="{E66B62EA-7757-A14D-F98C-6B57A311B65F}"/>
              </a:ext>
            </a:extLst>
          </p:cNvPr>
          <p:cNvGrpSpPr/>
          <p:nvPr/>
        </p:nvGrpSpPr>
        <p:grpSpPr>
          <a:xfrm>
            <a:off x="559496" y="6073205"/>
            <a:ext cx="2459545" cy="393700"/>
            <a:chOff x="559496" y="6073205"/>
            <a:chExt cx="2459545" cy="393700"/>
          </a:xfrm>
        </p:grpSpPr>
        <p:sp>
          <p:nvSpPr>
            <p:cNvPr id="21" name="Freeform: Shape 20">
              <a:extLst>
                <a:ext uri="{FF2B5EF4-FFF2-40B4-BE49-F238E27FC236}">
                  <a16:creationId xmlns:a16="http://schemas.microsoft.com/office/drawing/2014/main" id="{15401395-F7EC-C19B-8C84-9E7DD43C5876}"/>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18" name="Group 17">
              <a:extLst>
                <a:ext uri="{FF2B5EF4-FFF2-40B4-BE49-F238E27FC236}">
                  <a16:creationId xmlns:a16="http://schemas.microsoft.com/office/drawing/2014/main" id="{7F83DC80-B45A-B981-A1F8-94E4C287DCF5}"/>
                </a:ext>
              </a:extLst>
            </p:cNvPr>
            <p:cNvGrpSpPr/>
            <p:nvPr userDrawn="1"/>
          </p:nvGrpSpPr>
          <p:grpSpPr>
            <a:xfrm>
              <a:off x="559496" y="6073205"/>
              <a:ext cx="488724" cy="393700"/>
              <a:chOff x="904620" y="6320655"/>
              <a:chExt cx="181548" cy="146249"/>
            </a:xfrm>
          </p:grpSpPr>
          <p:sp>
            <p:nvSpPr>
              <p:cNvPr id="19" name="Freeform: Shape 18">
                <a:extLst>
                  <a:ext uri="{FF2B5EF4-FFF2-40B4-BE49-F238E27FC236}">
                    <a16:creationId xmlns:a16="http://schemas.microsoft.com/office/drawing/2014/main" id="{041E051B-94F4-E81D-9FF9-51AD7ABD0D9D}"/>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30DF83E0-E2E4-CFE2-3B24-F5860422AC3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299916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_Slide_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1702C1A-BAF5-369D-9273-1A3B8BE2C5E8}"/>
              </a:ext>
            </a:extLst>
          </p:cNvPr>
          <p:cNvPicPr>
            <a:picLocks noChangeAspect="1"/>
          </p:cNvPicPr>
          <p:nvPr/>
        </p:nvPicPr>
        <p:blipFill>
          <a:blip r:embed="rId2"/>
          <a:src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2595474"/>
            <a:ext cx="5390498" cy="1617973"/>
          </a:xfrm>
        </p:spPr>
        <p:txBody>
          <a:bodyPr lIns="0">
            <a:noAutofit/>
          </a:bodyPr>
          <a:lstStyle>
            <a:lvl1pPr marL="0" indent="0">
              <a:lnSpc>
                <a:spcPts val="6000"/>
              </a:lnSpc>
              <a:buNone/>
              <a:defRPr sz="6000" b="1" i="0" spc="-150">
                <a:solidFill>
                  <a:schemeClr val="accent1"/>
                </a:solidFill>
                <a:latin typeface="Avenir Next LT Pro" panose="020B0504020202020204" pitchFamily="34" charset="77"/>
              </a:defRPr>
            </a:lvl1pPr>
          </a:lstStyle>
          <a:p>
            <a:pPr lvl="0"/>
            <a:r>
              <a:rPr lang="en-US" dirty="0"/>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4359686"/>
            <a:ext cx="4562475" cy="393700"/>
          </a:xfrm>
        </p:spPr>
        <p:txBody>
          <a:bodyPr lIns="0">
            <a:noAutofit/>
          </a:bodyPr>
          <a:lstStyle>
            <a:lvl1pPr marL="0" indent="0">
              <a:buNone/>
              <a:defRPr sz="1800" b="0" i="0" spc="0">
                <a:solidFill>
                  <a:schemeClr val="bg1"/>
                </a:solidFill>
                <a:latin typeface="+mn-lt"/>
              </a:defRPr>
            </a:lvl1pPr>
          </a:lstStyle>
          <a:p>
            <a:pPr lvl="0"/>
            <a:r>
              <a:rPr lang="en-US"/>
              <a:t>Click to edit Master text styles</a:t>
            </a:r>
          </a:p>
        </p:txBody>
      </p:sp>
      <p:grpSp>
        <p:nvGrpSpPr>
          <p:cNvPr id="27" name="Group 26">
            <a:extLst>
              <a:ext uri="{FF2B5EF4-FFF2-40B4-BE49-F238E27FC236}">
                <a16:creationId xmlns:a16="http://schemas.microsoft.com/office/drawing/2014/main" id="{69E7A2F3-F8A7-8853-C268-639DAF0ADDD0}"/>
              </a:ext>
            </a:extLst>
          </p:cNvPr>
          <p:cNvGrpSpPr/>
          <p:nvPr/>
        </p:nvGrpSpPr>
        <p:grpSpPr>
          <a:xfrm>
            <a:off x="559496" y="6073205"/>
            <a:ext cx="2459545" cy="393700"/>
            <a:chOff x="559496" y="6073205"/>
            <a:chExt cx="2459545" cy="393700"/>
          </a:xfrm>
        </p:grpSpPr>
        <p:sp>
          <p:nvSpPr>
            <p:cNvPr id="28" name="Freeform: Shape 27">
              <a:extLst>
                <a:ext uri="{FF2B5EF4-FFF2-40B4-BE49-F238E27FC236}">
                  <a16:creationId xmlns:a16="http://schemas.microsoft.com/office/drawing/2014/main" id="{F9751EB7-6CA5-8BEE-B4A0-923CE6EE8FF8}"/>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29" name="Group 28">
              <a:extLst>
                <a:ext uri="{FF2B5EF4-FFF2-40B4-BE49-F238E27FC236}">
                  <a16:creationId xmlns:a16="http://schemas.microsoft.com/office/drawing/2014/main" id="{273B883D-92FA-C719-9307-072A947E7CB3}"/>
                </a:ext>
              </a:extLst>
            </p:cNvPr>
            <p:cNvGrpSpPr/>
            <p:nvPr userDrawn="1"/>
          </p:nvGrpSpPr>
          <p:grpSpPr>
            <a:xfrm>
              <a:off x="559496" y="6073205"/>
              <a:ext cx="488724" cy="393700"/>
              <a:chOff x="904620" y="6320655"/>
              <a:chExt cx="181548" cy="146249"/>
            </a:xfrm>
          </p:grpSpPr>
          <p:sp>
            <p:nvSpPr>
              <p:cNvPr id="30" name="Freeform: Shape 29">
                <a:extLst>
                  <a:ext uri="{FF2B5EF4-FFF2-40B4-BE49-F238E27FC236}">
                    <a16:creationId xmlns:a16="http://schemas.microsoft.com/office/drawing/2014/main" id="{0EE5A36C-D824-CA81-E2AF-720BA5F0F31F}"/>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1C661004-B8FF-C06C-CD73-957CAB1F3B2F}"/>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643170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_ThankYou_Slide_1">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BAF0A1-F324-50E8-3C3D-2951DF8B62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500455"/>
            <a:ext cx="5390498" cy="1617973"/>
          </a:xfrm>
        </p:spPr>
        <p:txBody>
          <a:bodyPr lIns="0" anchor="b">
            <a:noAutofit/>
          </a:bodyPr>
          <a:lstStyle>
            <a:lvl1pPr marL="0" indent="0">
              <a:lnSpc>
                <a:spcPts val="6000"/>
              </a:lnSpc>
              <a:buNone/>
              <a:defRPr sz="6000" b="1" i="0" spc="-150">
                <a:solidFill>
                  <a:srgbClr val="FFFFFF"/>
                </a:solidFill>
                <a:latin typeface="Avenir Next LT Pro" panose="020F0502020204030204" pitchFamily="34" charset="0"/>
              </a:defRPr>
            </a:lvl1pPr>
          </a:lstStyle>
          <a:p>
            <a:pPr lvl="0"/>
            <a:r>
              <a:rPr lang="en-US"/>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2264667"/>
            <a:ext cx="4562475" cy="393700"/>
          </a:xfrm>
        </p:spPr>
        <p:txBody>
          <a:bodyPr lIns="0">
            <a:noAutofit/>
          </a:bodyPr>
          <a:lstStyle>
            <a:lvl1pPr marL="0" indent="0">
              <a:buNone/>
              <a:defRPr sz="1800" b="0" i="0" spc="0">
                <a:solidFill>
                  <a:srgbClr val="00AAEB"/>
                </a:solidFill>
                <a:latin typeface="+mn-lt"/>
              </a:defRPr>
            </a:lvl1pPr>
          </a:lstStyle>
          <a:p>
            <a:pPr lvl="0"/>
            <a:r>
              <a:rPr lang="en-US"/>
              <a:t>Click to edit Master text styles</a:t>
            </a:r>
          </a:p>
        </p:txBody>
      </p:sp>
      <p:grpSp>
        <p:nvGrpSpPr>
          <p:cNvPr id="22" name="Group 21">
            <a:extLst>
              <a:ext uri="{FF2B5EF4-FFF2-40B4-BE49-F238E27FC236}">
                <a16:creationId xmlns:a16="http://schemas.microsoft.com/office/drawing/2014/main" id="{E66B62EA-7757-A14D-F98C-6B57A311B65F}"/>
              </a:ext>
            </a:extLst>
          </p:cNvPr>
          <p:cNvGrpSpPr/>
          <p:nvPr/>
        </p:nvGrpSpPr>
        <p:grpSpPr>
          <a:xfrm>
            <a:off x="559496" y="6073205"/>
            <a:ext cx="2459545" cy="393700"/>
            <a:chOff x="559496" y="6073205"/>
            <a:chExt cx="2459545" cy="393700"/>
          </a:xfrm>
        </p:grpSpPr>
        <p:sp>
          <p:nvSpPr>
            <p:cNvPr id="21" name="Freeform: Shape 20">
              <a:extLst>
                <a:ext uri="{FF2B5EF4-FFF2-40B4-BE49-F238E27FC236}">
                  <a16:creationId xmlns:a16="http://schemas.microsoft.com/office/drawing/2014/main" id="{15401395-F7EC-C19B-8C84-9E7DD43C5876}"/>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18" name="Group 17">
              <a:extLst>
                <a:ext uri="{FF2B5EF4-FFF2-40B4-BE49-F238E27FC236}">
                  <a16:creationId xmlns:a16="http://schemas.microsoft.com/office/drawing/2014/main" id="{7F83DC80-B45A-B981-A1F8-94E4C287DCF5}"/>
                </a:ext>
              </a:extLst>
            </p:cNvPr>
            <p:cNvGrpSpPr/>
            <p:nvPr/>
          </p:nvGrpSpPr>
          <p:grpSpPr>
            <a:xfrm>
              <a:off x="559496" y="6073205"/>
              <a:ext cx="488724" cy="393700"/>
              <a:chOff x="904620" y="6320655"/>
              <a:chExt cx="181548" cy="146249"/>
            </a:xfrm>
          </p:grpSpPr>
          <p:sp>
            <p:nvSpPr>
              <p:cNvPr id="19" name="Freeform: Shape 18">
                <a:extLst>
                  <a:ext uri="{FF2B5EF4-FFF2-40B4-BE49-F238E27FC236}">
                    <a16:creationId xmlns:a16="http://schemas.microsoft.com/office/drawing/2014/main" id="{041E051B-94F4-E81D-9FF9-51AD7ABD0D9D}"/>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30DF83E0-E2E4-CFE2-3B24-F5860422AC3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912379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_ThankYou_Slide_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BAF0A1-F324-50E8-3C3D-2951DF8B62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500455"/>
            <a:ext cx="5390498" cy="1617973"/>
          </a:xfrm>
        </p:spPr>
        <p:txBody>
          <a:bodyPr lIns="0" anchor="b">
            <a:noAutofit/>
          </a:bodyPr>
          <a:lstStyle>
            <a:lvl1pPr marL="0" indent="0">
              <a:lnSpc>
                <a:spcPts val="6000"/>
              </a:lnSpc>
              <a:buNone/>
              <a:defRPr sz="6000" b="1" i="0" spc="-150">
                <a:solidFill>
                  <a:schemeClr val="tx1"/>
                </a:solidFill>
                <a:latin typeface="Avenir Next LT Pro" panose="020F0502020204030204" pitchFamily="34" charset="0"/>
              </a:defRPr>
            </a:lvl1pPr>
          </a:lstStyle>
          <a:p>
            <a:pPr lvl="0"/>
            <a:r>
              <a:rPr lang="en-US"/>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2264667"/>
            <a:ext cx="4562475" cy="393700"/>
          </a:xfrm>
        </p:spPr>
        <p:txBody>
          <a:bodyPr lIns="0">
            <a:noAutofit/>
          </a:bodyPr>
          <a:lstStyle>
            <a:lvl1pPr marL="0" indent="0">
              <a:buNone/>
              <a:defRPr sz="1800" b="0" i="0" spc="0">
                <a:solidFill>
                  <a:schemeClr val="tx1"/>
                </a:solidFill>
                <a:latin typeface="+mn-lt"/>
              </a:defRPr>
            </a:lvl1pPr>
          </a:lstStyle>
          <a:p>
            <a:pPr lvl="0"/>
            <a:r>
              <a:rPr lang="en-US"/>
              <a:t>Click to edit Master text styles</a:t>
            </a:r>
          </a:p>
        </p:txBody>
      </p:sp>
      <p:grpSp>
        <p:nvGrpSpPr>
          <p:cNvPr id="22" name="Group 21">
            <a:extLst>
              <a:ext uri="{FF2B5EF4-FFF2-40B4-BE49-F238E27FC236}">
                <a16:creationId xmlns:a16="http://schemas.microsoft.com/office/drawing/2014/main" id="{E66B62EA-7757-A14D-F98C-6B57A311B65F}"/>
              </a:ext>
            </a:extLst>
          </p:cNvPr>
          <p:cNvGrpSpPr/>
          <p:nvPr/>
        </p:nvGrpSpPr>
        <p:grpSpPr>
          <a:xfrm>
            <a:off x="559496" y="6073205"/>
            <a:ext cx="2459545" cy="393700"/>
            <a:chOff x="559496" y="6073205"/>
            <a:chExt cx="2459545" cy="393700"/>
          </a:xfrm>
          <a:solidFill>
            <a:schemeClr val="tx1"/>
          </a:solidFill>
        </p:grpSpPr>
        <p:sp>
          <p:nvSpPr>
            <p:cNvPr id="21" name="Freeform: Shape 20">
              <a:extLst>
                <a:ext uri="{FF2B5EF4-FFF2-40B4-BE49-F238E27FC236}">
                  <a16:creationId xmlns:a16="http://schemas.microsoft.com/office/drawing/2014/main" id="{15401395-F7EC-C19B-8C84-9E7DD43C5876}"/>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18" name="Group 17">
              <a:extLst>
                <a:ext uri="{FF2B5EF4-FFF2-40B4-BE49-F238E27FC236}">
                  <a16:creationId xmlns:a16="http://schemas.microsoft.com/office/drawing/2014/main" id="{7F83DC80-B45A-B981-A1F8-94E4C287DCF5}"/>
                </a:ext>
              </a:extLst>
            </p:cNvPr>
            <p:cNvGrpSpPr/>
            <p:nvPr/>
          </p:nvGrpSpPr>
          <p:grpSpPr>
            <a:xfrm>
              <a:off x="559496" y="6073205"/>
              <a:ext cx="488724" cy="393700"/>
              <a:chOff x="904620" y="6320655"/>
              <a:chExt cx="181548" cy="146249"/>
            </a:xfrm>
            <a:grpFill/>
          </p:grpSpPr>
          <p:sp>
            <p:nvSpPr>
              <p:cNvPr id="19" name="Freeform: Shape 18">
                <a:extLst>
                  <a:ext uri="{FF2B5EF4-FFF2-40B4-BE49-F238E27FC236}">
                    <a16:creationId xmlns:a16="http://schemas.microsoft.com/office/drawing/2014/main" id="{041E051B-94F4-E81D-9FF9-51AD7ABD0D9D}"/>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30DF83E0-E2E4-CFE2-3B24-F5860422AC3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grp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740685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_ThankYou_Slide_3">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BAF0A1-F324-50E8-3C3D-2951DF8B62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500455"/>
            <a:ext cx="5390498" cy="1617973"/>
          </a:xfrm>
        </p:spPr>
        <p:txBody>
          <a:bodyPr lIns="0" anchor="b">
            <a:noAutofit/>
          </a:bodyPr>
          <a:lstStyle>
            <a:lvl1pPr marL="0" indent="0">
              <a:lnSpc>
                <a:spcPts val="6000"/>
              </a:lnSpc>
              <a:buNone/>
              <a:defRPr sz="6000" b="1" i="0" spc="-150">
                <a:solidFill>
                  <a:schemeClr val="tx1"/>
                </a:solidFill>
                <a:latin typeface="Avenir Next LT Pro" panose="020F0502020204030204" pitchFamily="34" charset="0"/>
              </a:defRPr>
            </a:lvl1pPr>
          </a:lstStyle>
          <a:p>
            <a:pPr lvl="0"/>
            <a:r>
              <a:rPr lang="en-US"/>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2264667"/>
            <a:ext cx="4562475" cy="393700"/>
          </a:xfrm>
        </p:spPr>
        <p:txBody>
          <a:bodyPr lIns="0">
            <a:noAutofit/>
          </a:bodyPr>
          <a:lstStyle>
            <a:lvl1pPr marL="0" indent="0">
              <a:buNone/>
              <a:defRPr sz="1800" b="0" i="0" spc="0">
                <a:solidFill>
                  <a:schemeClr val="accent5"/>
                </a:solidFill>
                <a:latin typeface="+mn-lt"/>
              </a:defRPr>
            </a:lvl1pPr>
          </a:lstStyle>
          <a:p>
            <a:pPr lvl="0"/>
            <a:r>
              <a:rPr lang="en-US"/>
              <a:t>Click to edit Master text styles</a:t>
            </a:r>
          </a:p>
        </p:txBody>
      </p:sp>
      <p:grpSp>
        <p:nvGrpSpPr>
          <p:cNvPr id="22" name="Group 21">
            <a:extLst>
              <a:ext uri="{FF2B5EF4-FFF2-40B4-BE49-F238E27FC236}">
                <a16:creationId xmlns:a16="http://schemas.microsoft.com/office/drawing/2014/main" id="{E66B62EA-7757-A14D-F98C-6B57A311B65F}"/>
              </a:ext>
            </a:extLst>
          </p:cNvPr>
          <p:cNvGrpSpPr/>
          <p:nvPr/>
        </p:nvGrpSpPr>
        <p:grpSpPr>
          <a:xfrm>
            <a:off x="559496" y="6073205"/>
            <a:ext cx="2459545" cy="393700"/>
            <a:chOff x="559496" y="6073205"/>
            <a:chExt cx="2459545" cy="393700"/>
          </a:xfrm>
          <a:solidFill>
            <a:schemeClr val="tx1"/>
          </a:solidFill>
        </p:grpSpPr>
        <p:sp>
          <p:nvSpPr>
            <p:cNvPr id="21" name="Freeform: Shape 20">
              <a:extLst>
                <a:ext uri="{FF2B5EF4-FFF2-40B4-BE49-F238E27FC236}">
                  <a16:creationId xmlns:a16="http://schemas.microsoft.com/office/drawing/2014/main" id="{15401395-F7EC-C19B-8C84-9E7DD43C5876}"/>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18" name="Group 17">
              <a:extLst>
                <a:ext uri="{FF2B5EF4-FFF2-40B4-BE49-F238E27FC236}">
                  <a16:creationId xmlns:a16="http://schemas.microsoft.com/office/drawing/2014/main" id="{7F83DC80-B45A-B981-A1F8-94E4C287DCF5}"/>
                </a:ext>
              </a:extLst>
            </p:cNvPr>
            <p:cNvGrpSpPr/>
            <p:nvPr/>
          </p:nvGrpSpPr>
          <p:grpSpPr>
            <a:xfrm>
              <a:off x="559496" y="6073205"/>
              <a:ext cx="488724" cy="393700"/>
              <a:chOff x="904620" y="6320655"/>
              <a:chExt cx="181548" cy="146249"/>
            </a:xfrm>
            <a:grpFill/>
          </p:grpSpPr>
          <p:sp>
            <p:nvSpPr>
              <p:cNvPr id="19" name="Freeform: Shape 18">
                <a:extLst>
                  <a:ext uri="{FF2B5EF4-FFF2-40B4-BE49-F238E27FC236}">
                    <a16:creationId xmlns:a16="http://schemas.microsoft.com/office/drawing/2014/main" id="{041E051B-94F4-E81D-9FF9-51AD7ABD0D9D}"/>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30DF83E0-E2E4-CFE2-3B24-F5860422AC3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grp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1665145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ver_ThankYou_Slide_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BAF0A1-F324-50E8-3C3D-2951DF8B62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500455"/>
            <a:ext cx="5390498" cy="1617973"/>
          </a:xfrm>
        </p:spPr>
        <p:txBody>
          <a:bodyPr lIns="0" anchor="b">
            <a:noAutofit/>
          </a:bodyPr>
          <a:lstStyle>
            <a:lvl1pPr marL="0" indent="0">
              <a:lnSpc>
                <a:spcPts val="6000"/>
              </a:lnSpc>
              <a:buNone/>
              <a:defRPr sz="6000" b="1" i="0" spc="-150">
                <a:solidFill>
                  <a:srgbClr val="FFFFFF"/>
                </a:solidFill>
                <a:latin typeface="Avenir Next LT Pro" panose="020F0502020204030204" pitchFamily="34" charset="0"/>
              </a:defRPr>
            </a:lvl1pPr>
          </a:lstStyle>
          <a:p>
            <a:pPr lvl="0"/>
            <a:r>
              <a:rPr lang="en-US"/>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2264667"/>
            <a:ext cx="4562475" cy="393700"/>
          </a:xfrm>
        </p:spPr>
        <p:txBody>
          <a:bodyPr lIns="0">
            <a:noAutofit/>
          </a:bodyPr>
          <a:lstStyle>
            <a:lvl1pPr marL="0" indent="0">
              <a:buNone/>
              <a:defRPr sz="1800" b="0" i="0" spc="0">
                <a:solidFill>
                  <a:srgbClr val="00AAEB"/>
                </a:solidFill>
                <a:latin typeface="+mn-lt"/>
              </a:defRPr>
            </a:lvl1pPr>
          </a:lstStyle>
          <a:p>
            <a:pPr lvl="0"/>
            <a:r>
              <a:rPr lang="en-US"/>
              <a:t>Click to edit Master text styles</a:t>
            </a:r>
          </a:p>
        </p:txBody>
      </p:sp>
      <p:grpSp>
        <p:nvGrpSpPr>
          <p:cNvPr id="4" name="Group 3">
            <a:extLst>
              <a:ext uri="{FF2B5EF4-FFF2-40B4-BE49-F238E27FC236}">
                <a16:creationId xmlns:a16="http://schemas.microsoft.com/office/drawing/2014/main" id="{45AD15D7-82E2-B748-3129-BD3F0545EF7D}"/>
              </a:ext>
            </a:extLst>
          </p:cNvPr>
          <p:cNvGrpSpPr/>
          <p:nvPr/>
        </p:nvGrpSpPr>
        <p:grpSpPr>
          <a:xfrm>
            <a:off x="559496" y="3093645"/>
            <a:ext cx="2459545" cy="393700"/>
            <a:chOff x="559496" y="6073205"/>
            <a:chExt cx="2459545" cy="393700"/>
          </a:xfrm>
          <a:solidFill>
            <a:schemeClr val="bg1"/>
          </a:solidFill>
        </p:grpSpPr>
        <p:sp>
          <p:nvSpPr>
            <p:cNvPr id="6" name="Freeform: Shape 5">
              <a:extLst>
                <a:ext uri="{FF2B5EF4-FFF2-40B4-BE49-F238E27FC236}">
                  <a16:creationId xmlns:a16="http://schemas.microsoft.com/office/drawing/2014/main" id="{D864BDCC-E70F-1EB9-08D3-CD8C0F4702D0}"/>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7" name="Group 6">
              <a:extLst>
                <a:ext uri="{FF2B5EF4-FFF2-40B4-BE49-F238E27FC236}">
                  <a16:creationId xmlns:a16="http://schemas.microsoft.com/office/drawing/2014/main" id="{437A9D29-D4F2-83CB-A9E7-7DBD5CEFB094}"/>
                </a:ext>
              </a:extLst>
            </p:cNvPr>
            <p:cNvGrpSpPr/>
            <p:nvPr/>
          </p:nvGrpSpPr>
          <p:grpSpPr>
            <a:xfrm>
              <a:off x="559496" y="6073205"/>
              <a:ext cx="488724" cy="393700"/>
              <a:chOff x="904620" y="6320655"/>
              <a:chExt cx="181548" cy="146249"/>
            </a:xfrm>
            <a:grpFill/>
          </p:grpSpPr>
          <p:sp>
            <p:nvSpPr>
              <p:cNvPr id="8" name="Freeform: Shape 7">
                <a:extLst>
                  <a:ext uri="{FF2B5EF4-FFF2-40B4-BE49-F238E27FC236}">
                    <a16:creationId xmlns:a16="http://schemas.microsoft.com/office/drawing/2014/main" id="{9ECA7F49-C476-8584-FF0D-DEF059CB87EA}"/>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F7E4BAF7-F542-A387-ED68-CB5F6E589ADF}"/>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613116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_ThankYou_Slide_5">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BAF0A1-F324-50E8-3C3D-2951DF8B62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500455"/>
            <a:ext cx="5390498" cy="1617973"/>
          </a:xfrm>
        </p:spPr>
        <p:txBody>
          <a:bodyPr lIns="0" anchor="b">
            <a:noAutofit/>
          </a:bodyPr>
          <a:lstStyle>
            <a:lvl1pPr marL="0" indent="0">
              <a:lnSpc>
                <a:spcPts val="6000"/>
              </a:lnSpc>
              <a:buNone/>
              <a:defRPr sz="6000" b="1" i="0" spc="-150">
                <a:solidFill>
                  <a:schemeClr val="accent1"/>
                </a:solidFill>
                <a:latin typeface="Avenir Next LT Pro" panose="020F0502020204030204" pitchFamily="34" charset="0"/>
              </a:defRPr>
            </a:lvl1pPr>
          </a:lstStyle>
          <a:p>
            <a:pPr lvl="0"/>
            <a:r>
              <a:rPr lang="en-US"/>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2264667"/>
            <a:ext cx="4562475" cy="393700"/>
          </a:xfrm>
        </p:spPr>
        <p:txBody>
          <a:bodyPr lIns="0">
            <a:noAutofit/>
          </a:bodyPr>
          <a:lstStyle>
            <a:lvl1pPr marL="0" indent="0">
              <a:buNone/>
              <a:defRPr sz="1800" b="0" i="0" spc="0">
                <a:solidFill>
                  <a:srgbClr val="00AAEB"/>
                </a:solidFill>
                <a:latin typeface="+mn-lt"/>
              </a:defRPr>
            </a:lvl1pPr>
          </a:lstStyle>
          <a:p>
            <a:pPr lvl="0"/>
            <a:r>
              <a:rPr lang="en-US"/>
              <a:t>Click to edit Master text styles</a:t>
            </a:r>
          </a:p>
        </p:txBody>
      </p:sp>
      <p:grpSp>
        <p:nvGrpSpPr>
          <p:cNvPr id="4" name="Group 3">
            <a:extLst>
              <a:ext uri="{FF2B5EF4-FFF2-40B4-BE49-F238E27FC236}">
                <a16:creationId xmlns:a16="http://schemas.microsoft.com/office/drawing/2014/main" id="{BBCFE469-063F-17F8-2BE6-DD0D98C45652}"/>
              </a:ext>
            </a:extLst>
          </p:cNvPr>
          <p:cNvGrpSpPr/>
          <p:nvPr/>
        </p:nvGrpSpPr>
        <p:grpSpPr>
          <a:xfrm>
            <a:off x="559496" y="3093645"/>
            <a:ext cx="2459545" cy="393700"/>
            <a:chOff x="559496" y="6073205"/>
            <a:chExt cx="2459545" cy="393700"/>
          </a:xfrm>
          <a:solidFill>
            <a:schemeClr val="bg1"/>
          </a:solidFill>
        </p:grpSpPr>
        <p:sp>
          <p:nvSpPr>
            <p:cNvPr id="6" name="Freeform: Shape 5">
              <a:extLst>
                <a:ext uri="{FF2B5EF4-FFF2-40B4-BE49-F238E27FC236}">
                  <a16:creationId xmlns:a16="http://schemas.microsoft.com/office/drawing/2014/main" id="{2C81914B-39E7-8082-7902-4A353EC347C9}"/>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7" name="Group 6">
              <a:extLst>
                <a:ext uri="{FF2B5EF4-FFF2-40B4-BE49-F238E27FC236}">
                  <a16:creationId xmlns:a16="http://schemas.microsoft.com/office/drawing/2014/main" id="{B694F86C-7B37-7404-1FD0-CE395DA3E057}"/>
                </a:ext>
              </a:extLst>
            </p:cNvPr>
            <p:cNvGrpSpPr/>
            <p:nvPr/>
          </p:nvGrpSpPr>
          <p:grpSpPr>
            <a:xfrm>
              <a:off x="559496" y="6073205"/>
              <a:ext cx="488724" cy="393700"/>
              <a:chOff x="904620" y="6320655"/>
              <a:chExt cx="181548" cy="146249"/>
            </a:xfrm>
            <a:grpFill/>
          </p:grpSpPr>
          <p:sp>
            <p:nvSpPr>
              <p:cNvPr id="8" name="Freeform: Shape 7">
                <a:extLst>
                  <a:ext uri="{FF2B5EF4-FFF2-40B4-BE49-F238E27FC236}">
                    <a16:creationId xmlns:a16="http://schemas.microsoft.com/office/drawing/2014/main" id="{3312B2B0-7A4E-D9A0-9850-F32637B9123A}"/>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88A481EB-713E-4D73-8542-D716C2AB4DFB}"/>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1533787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ver_ThankYou_Slide_6">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BAF0A1-F324-50E8-3C3D-2951DF8B625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 Placeholder 17">
            <a:extLst>
              <a:ext uri="{FF2B5EF4-FFF2-40B4-BE49-F238E27FC236}">
                <a16:creationId xmlns:a16="http://schemas.microsoft.com/office/drawing/2014/main" id="{AD939ADE-6A81-EC79-2BEF-51E6456ABAB5}"/>
              </a:ext>
            </a:extLst>
          </p:cNvPr>
          <p:cNvSpPr>
            <a:spLocks noGrp="1"/>
          </p:cNvSpPr>
          <p:nvPr>
            <p:ph type="body" sz="quarter" idx="10" hasCustomPrompt="1"/>
          </p:nvPr>
        </p:nvSpPr>
        <p:spPr>
          <a:xfrm>
            <a:off x="560800" y="500455"/>
            <a:ext cx="5390498" cy="1617973"/>
          </a:xfrm>
        </p:spPr>
        <p:txBody>
          <a:bodyPr lIns="0" anchor="b">
            <a:noAutofit/>
          </a:bodyPr>
          <a:lstStyle>
            <a:lvl1pPr marL="0" indent="0">
              <a:lnSpc>
                <a:spcPts val="6000"/>
              </a:lnSpc>
              <a:buNone/>
              <a:defRPr sz="6000" b="1" i="0" spc="-150">
                <a:solidFill>
                  <a:schemeClr val="tx1"/>
                </a:solidFill>
                <a:latin typeface="Avenir Next LT Pro" panose="020F0502020204030204" pitchFamily="34" charset="0"/>
              </a:defRPr>
            </a:lvl1pPr>
          </a:lstStyle>
          <a:p>
            <a:pPr lvl="0"/>
            <a:r>
              <a:rPr lang="en-US"/>
              <a:t>Header slide title goes here</a:t>
            </a:r>
          </a:p>
        </p:txBody>
      </p:sp>
      <p:sp>
        <p:nvSpPr>
          <p:cNvPr id="3" name="Text Placeholder 19">
            <a:extLst>
              <a:ext uri="{FF2B5EF4-FFF2-40B4-BE49-F238E27FC236}">
                <a16:creationId xmlns:a16="http://schemas.microsoft.com/office/drawing/2014/main" id="{47403738-4059-A7B0-0FBD-98899E19B803}"/>
              </a:ext>
            </a:extLst>
          </p:cNvPr>
          <p:cNvSpPr>
            <a:spLocks noGrp="1"/>
          </p:cNvSpPr>
          <p:nvPr>
            <p:ph type="body" sz="quarter" idx="11"/>
          </p:nvPr>
        </p:nvSpPr>
        <p:spPr>
          <a:xfrm>
            <a:off x="559496" y="2264667"/>
            <a:ext cx="4562475" cy="393700"/>
          </a:xfrm>
        </p:spPr>
        <p:txBody>
          <a:bodyPr lIns="0">
            <a:noAutofit/>
          </a:bodyPr>
          <a:lstStyle>
            <a:lvl1pPr marL="0" indent="0">
              <a:buNone/>
              <a:defRPr sz="1800" b="0" i="0" spc="0">
                <a:solidFill>
                  <a:schemeClr val="tx1"/>
                </a:solidFill>
                <a:latin typeface="+mn-lt"/>
              </a:defRPr>
            </a:lvl1pPr>
          </a:lstStyle>
          <a:p>
            <a:pPr lvl="0"/>
            <a:r>
              <a:rPr lang="en-US"/>
              <a:t>Click to edit Master text styles</a:t>
            </a:r>
          </a:p>
        </p:txBody>
      </p:sp>
      <p:grpSp>
        <p:nvGrpSpPr>
          <p:cNvPr id="22" name="Group 21">
            <a:extLst>
              <a:ext uri="{FF2B5EF4-FFF2-40B4-BE49-F238E27FC236}">
                <a16:creationId xmlns:a16="http://schemas.microsoft.com/office/drawing/2014/main" id="{E66B62EA-7757-A14D-F98C-6B57A311B65F}"/>
              </a:ext>
            </a:extLst>
          </p:cNvPr>
          <p:cNvGrpSpPr/>
          <p:nvPr/>
        </p:nvGrpSpPr>
        <p:grpSpPr>
          <a:xfrm>
            <a:off x="559496" y="3093645"/>
            <a:ext cx="2459545" cy="393700"/>
            <a:chOff x="559496" y="6073205"/>
            <a:chExt cx="2459545" cy="393700"/>
          </a:xfrm>
          <a:solidFill>
            <a:schemeClr val="tx1"/>
          </a:solidFill>
        </p:grpSpPr>
        <p:sp>
          <p:nvSpPr>
            <p:cNvPr id="21" name="Freeform: Shape 20">
              <a:extLst>
                <a:ext uri="{FF2B5EF4-FFF2-40B4-BE49-F238E27FC236}">
                  <a16:creationId xmlns:a16="http://schemas.microsoft.com/office/drawing/2014/main" id="{15401395-F7EC-C19B-8C84-9E7DD43C5876}"/>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18" name="Group 17">
              <a:extLst>
                <a:ext uri="{FF2B5EF4-FFF2-40B4-BE49-F238E27FC236}">
                  <a16:creationId xmlns:a16="http://schemas.microsoft.com/office/drawing/2014/main" id="{7F83DC80-B45A-B981-A1F8-94E4C287DCF5}"/>
                </a:ext>
              </a:extLst>
            </p:cNvPr>
            <p:cNvGrpSpPr/>
            <p:nvPr/>
          </p:nvGrpSpPr>
          <p:grpSpPr>
            <a:xfrm>
              <a:off x="559496" y="6073205"/>
              <a:ext cx="488724" cy="393700"/>
              <a:chOff x="904620" y="6320655"/>
              <a:chExt cx="181548" cy="146249"/>
            </a:xfrm>
            <a:grpFill/>
          </p:grpSpPr>
          <p:sp>
            <p:nvSpPr>
              <p:cNvPr id="19" name="Freeform: Shape 18">
                <a:extLst>
                  <a:ext uri="{FF2B5EF4-FFF2-40B4-BE49-F238E27FC236}">
                    <a16:creationId xmlns:a16="http://schemas.microsoft.com/office/drawing/2014/main" id="{041E051B-94F4-E81D-9FF9-51AD7ABD0D9D}"/>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30DF83E0-E2E4-CFE2-3B24-F5860422AC3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grp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1048470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_Slide_1">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FE4C19-72FF-F5C8-CBC8-3B7D28836786}"/>
              </a:ext>
            </a:extLst>
          </p:cNvPr>
          <p:cNvSpPr/>
          <p:nvPr/>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11" name="Freeform: Shape 10">
            <a:extLst>
              <a:ext uri="{FF2B5EF4-FFF2-40B4-BE49-F238E27FC236}">
                <a16:creationId xmlns:a16="http://schemas.microsoft.com/office/drawing/2014/main" id="{36C9E3C6-3D77-48A0-BB42-435128D2BFB6}"/>
              </a:ext>
            </a:extLst>
          </p:cNvPr>
          <p:cNvSpPr/>
          <p:nvPr/>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15" name="Freeform: Shape 14">
            <a:extLst>
              <a:ext uri="{FF2B5EF4-FFF2-40B4-BE49-F238E27FC236}">
                <a16:creationId xmlns:a16="http://schemas.microsoft.com/office/drawing/2014/main" id="{44DACC04-0D94-46AB-A6DA-E4FB2E5510FC}"/>
              </a:ext>
            </a:extLst>
          </p:cNvPr>
          <p:cNvSpPr/>
          <p:nvPr/>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7" name="Text Placeholder 22">
            <a:extLst>
              <a:ext uri="{FF2B5EF4-FFF2-40B4-BE49-F238E27FC236}">
                <a16:creationId xmlns:a16="http://schemas.microsoft.com/office/drawing/2014/main" id="{9BEB4B68-7419-47AA-9245-349BE7310631}"/>
              </a:ext>
            </a:extLst>
          </p:cNvPr>
          <p:cNvSpPr>
            <a:spLocks noGrp="1"/>
          </p:cNvSpPr>
          <p:nvPr>
            <p:ph type="body" sz="quarter" idx="10" hasCustomPrompt="1"/>
          </p:nvPr>
        </p:nvSpPr>
        <p:spPr>
          <a:xfrm>
            <a:off x="559496" y="1508796"/>
            <a:ext cx="4710911" cy="3840410"/>
          </a:xfrm>
        </p:spPr>
        <p:txBody>
          <a:bodyPr anchor="ctr">
            <a:noAutofit/>
          </a:bodyPr>
          <a:lstStyle>
            <a:lvl1pPr marL="0" indent="0">
              <a:lnSpc>
                <a:spcPts val="5400"/>
              </a:lnSpc>
              <a:buNone/>
              <a:defRPr sz="5400" b="1" spc="-150">
                <a:solidFill>
                  <a:schemeClr val="bg1"/>
                </a:solidFill>
              </a:defRPr>
            </a:lvl1pPr>
          </a:lstStyle>
          <a:p>
            <a:pPr lvl="0"/>
            <a:r>
              <a:rPr lang="en-US" dirty="0"/>
              <a:t>Divider slide</a:t>
            </a:r>
          </a:p>
        </p:txBody>
      </p:sp>
      <p:grpSp>
        <p:nvGrpSpPr>
          <p:cNvPr id="2" name="Group 1">
            <a:extLst>
              <a:ext uri="{FF2B5EF4-FFF2-40B4-BE49-F238E27FC236}">
                <a16:creationId xmlns:a16="http://schemas.microsoft.com/office/drawing/2014/main" id="{A8559B55-4F2C-15D2-C310-EE5A18FB0D62}"/>
              </a:ext>
            </a:extLst>
          </p:cNvPr>
          <p:cNvGrpSpPr/>
          <p:nvPr/>
        </p:nvGrpSpPr>
        <p:grpSpPr>
          <a:xfrm>
            <a:off x="559496" y="6073205"/>
            <a:ext cx="2459545" cy="393700"/>
            <a:chOff x="559496" y="6073205"/>
            <a:chExt cx="2459545" cy="393700"/>
          </a:xfrm>
        </p:grpSpPr>
        <p:sp>
          <p:nvSpPr>
            <p:cNvPr id="3" name="Freeform: Shape 2">
              <a:extLst>
                <a:ext uri="{FF2B5EF4-FFF2-40B4-BE49-F238E27FC236}">
                  <a16:creationId xmlns:a16="http://schemas.microsoft.com/office/drawing/2014/main" id="{C11B16C1-C0D8-E34E-C69C-010275A66A73}"/>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4" name="Group 3">
              <a:extLst>
                <a:ext uri="{FF2B5EF4-FFF2-40B4-BE49-F238E27FC236}">
                  <a16:creationId xmlns:a16="http://schemas.microsoft.com/office/drawing/2014/main" id="{ADB9AAA5-8AA8-1B96-1C48-EAA3E7BB46A2}"/>
                </a:ext>
              </a:extLst>
            </p:cNvPr>
            <p:cNvGrpSpPr/>
            <p:nvPr userDrawn="1"/>
          </p:nvGrpSpPr>
          <p:grpSpPr>
            <a:xfrm>
              <a:off x="559496" y="6073205"/>
              <a:ext cx="488724" cy="393700"/>
              <a:chOff x="904620" y="6320655"/>
              <a:chExt cx="181548" cy="146249"/>
            </a:xfrm>
          </p:grpSpPr>
          <p:sp>
            <p:nvSpPr>
              <p:cNvPr id="5" name="Freeform: Shape 4">
                <a:extLst>
                  <a:ext uri="{FF2B5EF4-FFF2-40B4-BE49-F238E27FC236}">
                    <a16:creationId xmlns:a16="http://schemas.microsoft.com/office/drawing/2014/main" id="{8DDBFABC-DF27-E833-CE77-2D375719DEA9}"/>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6" name="Freeform: Shape 5">
                <a:extLst>
                  <a:ext uri="{FF2B5EF4-FFF2-40B4-BE49-F238E27FC236}">
                    <a16:creationId xmlns:a16="http://schemas.microsoft.com/office/drawing/2014/main" id="{84851D4A-786E-A8A3-E7F4-FA6B6E36760F}"/>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717291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_Slide_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FE4C19-72FF-F5C8-CBC8-3B7D28836786}"/>
              </a:ext>
            </a:extLst>
          </p:cNvPr>
          <p:cNvSpPr/>
          <p:nvPr/>
        </p:nvSpPr>
        <p:spPr>
          <a:xfrm>
            <a:off x="0" y="0"/>
            <a:ext cx="12192000" cy="6858000"/>
          </a:xfrm>
          <a:prstGeom prst="rect">
            <a:avLst/>
          </a:prstGeom>
          <a:solidFill>
            <a:srgbClr val="FFB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3" name="Text Placeholder 22">
            <a:extLst>
              <a:ext uri="{FF2B5EF4-FFF2-40B4-BE49-F238E27FC236}">
                <a16:creationId xmlns:a16="http://schemas.microsoft.com/office/drawing/2014/main" id="{48BA5516-1D82-0C1D-5F41-329A9578028E}"/>
              </a:ext>
            </a:extLst>
          </p:cNvPr>
          <p:cNvSpPr>
            <a:spLocks noGrp="1"/>
          </p:cNvSpPr>
          <p:nvPr>
            <p:ph type="body" sz="quarter" idx="10" hasCustomPrompt="1"/>
          </p:nvPr>
        </p:nvSpPr>
        <p:spPr>
          <a:xfrm>
            <a:off x="559496" y="1508796"/>
            <a:ext cx="4710911" cy="3840410"/>
          </a:xfrm>
        </p:spPr>
        <p:txBody>
          <a:bodyPr anchor="ctr">
            <a:noAutofit/>
          </a:bodyPr>
          <a:lstStyle>
            <a:lvl1pPr marL="0" indent="0">
              <a:lnSpc>
                <a:spcPts val="5400"/>
              </a:lnSpc>
              <a:buNone/>
              <a:defRPr sz="5400" b="1" spc="-150">
                <a:solidFill>
                  <a:srgbClr val="09121A"/>
                </a:solidFill>
              </a:defRPr>
            </a:lvl1pPr>
          </a:lstStyle>
          <a:p>
            <a:pPr lvl="0"/>
            <a:r>
              <a:rPr lang="en-US" dirty="0"/>
              <a:t>Divider slide</a:t>
            </a:r>
          </a:p>
        </p:txBody>
      </p:sp>
      <p:sp>
        <p:nvSpPr>
          <p:cNvPr id="7" name="Freeform: Shape 6">
            <a:extLst>
              <a:ext uri="{FF2B5EF4-FFF2-40B4-BE49-F238E27FC236}">
                <a16:creationId xmlns:a16="http://schemas.microsoft.com/office/drawing/2014/main" id="{63364D3D-39EE-4D7D-AAC3-551FA6EAAD8B}"/>
              </a:ext>
            </a:extLst>
          </p:cNvPr>
          <p:cNvSpPr/>
          <p:nvPr/>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8" name="Freeform: Shape 7">
            <a:extLst>
              <a:ext uri="{FF2B5EF4-FFF2-40B4-BE49-F238E27FC236}">
                <a16:creationId xmlns:a16="http://schemas.microsoft.com/office/drawing/2014/main" id="{2D386B54-E0D3-4BE9-9457-0E768F29F696}"/>
              </a:ext>
            </a:extLst>
          </p:cNvPr>
          <p:cNvSpPr/>
          <p:nvPr/>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grpSp>
        <p:nvGrpSpPr>
          <p:cNvPr id="2" name="Group 1">
            <a:extLst>
              <a:ext uri="{FF2B5EF4-FFF2-40B4-BE49-F238E27FC236}">
                <a16:creationId xmlns:a16="http://schemas.microsoft.com/office/drawing/2014/main" id="{AF345BD2-86EB-A703-9CAC-606F01C58BB8}"/>
              </a:ext>
            </a:extLst>
          </p:cNvPr>
          <p:cNvGrpSpPr/>
          <p:nvPr/>
        </p:nvGrpSpPr>
        <p:grpSpPr>
          <a:xfrm>
            <a:off x="559496" y="6073205"/>
            <a:ext cx="2459545" cy="393700"/>
            <a:chOff x="559496" y="6073205"/>
            <a:chExt cx="2459545" cy="393700"/>
          </a:xfrm>
          <a:solidFill>
            <a:schemeClr val="tx1"/>
          </a:solidFill>
        </p:grpSpPr>
        <p:sp>
          <p:nvSpPr>
            <p:cNvPr id="4" name="Freeform: Shape 3">
              <a:extLst>
                <a:ext uri="{FF2B5EF4-FFF2-40B4-BE49-F238E27FC236}">
                  <a16:creationId xmlns:a16="http://schemas.microsoft.com/office/drawing/2014/main" id="{D31048C2-2951-ED66-2CEA-D660CA35434D}"/>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4FA3BE26-79EA-EBC0-B9D9-E1E4DCCCA5E5}"/>
                </a:ext>
              </a:extLst>
            </p:cNvPr>
            <p:cNvGrpSpPr/>
            <p:nvPr userDrawn="1"/>
          </p:nvGrpSpPr>
          <p:grpSpPr>
            <a:xfrm>
              <a:off x="559496" y="6073205"/>
              <a:ext cx="488724" cy="393700"/>
              <a:chOff x="904620" y="6320655"/>
              <a:chExt cx="181548" cy="146249"/>
            </a:xfrm>
            <a:grpFill/>
          </p:grpSpPr>
          <p:sp>
            <p:nvSpPr>
              <p:cNvPr id="10" name="Freeform: Shape 9">
                <a:extLst>
                  <a:ext uri="{FF2B5EF4-FFF2-40B4-BE49-F238E27FC236}">
                    <a16:creationId xmlns:a16="http://schemas.microsoft.com/office/drawing/2014/main" id="{97F69C2A-1B2E-D8FE-E962-E52D58F620DD}"/>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E763275B-1918-3C9B-DDA0-625CA6DB79B9}"/>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grp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15465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ivider_Slide_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FE4C19-72FF-F5C8-CBC8-3B7D28836786}"/>
              </a:ext>
            </a:extLst>
          </p:cNvPr>
          <p:cNvSpPr/>
          <p:nvPr/>
        </p:nvSpPr>
        <p:spPr>
          <a:xfrm>
            <a:off x="0" y="0"/>
            <a:ext cx="12192000" cy="6858000"/>
          </a:xfrm>
          <a:prstGeom prst="rect">
            <a:avLst/>
          </a:prstGeom>
          <a:solidFill>
            <a:srgbClr val="00A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7" name="Freeform: Shape 6">
            <a:extLst>
              <a:ext uri="{FF2B5EF4-FFF2-40B4-BE49-F238E27FC236}">
                <a16:creationId xmlns:a16="http://schemas.microsoft.com/office/drawing/2014/main" id="{550794D9-A7A0-42E5-8938-F082F2AF8642}"/>
              </a:ext>
            </a:extLst>
          </p:cNvPr>
          <p:cNvSpPr/>
          <p:nvPr/>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8" name="Freeform: Shape 7">
            <a:extLst>
              <a:ext uri="{FF2B5EF4-FFF2-40B4-BE49-F238E27FC236}">
                <a16:creationId xmlns:a16="http://schemas.microsoft.com/office/drawing/2014/main" id="{E3AB3647-65F3-41D5-B215-452DBD19577A}"/>
              </a:ext>
            </a:extLst>
          </p:cNvPr>
          <p:cNvSpPr/>
          <p:nvPr/>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10" name="Text Placeholder 22">
            <a:extLst>
              <a:ext uri="{FF2B5EF4-FFF2-40B4-BE49-F238E27FC236}">
                <a16:creationId xmlns:a16="http://schemas.microsoft.com/office/drawing/2014/main" id="{5B922DB7-F43A-4471-B9B4-F9D5D36AD4A1}"/>
              </a:ext>
            </a:extLst>
          </p:cNvPr>
          <p:cNvSpPr>
            <a:spLocks noGrp="1"/>
          </p:cNvSpPr>
          <p:nvPr>
            <p:ph type="body" sz="quarter" idx="10" hasCustomPrompt="1"/>
          </p:nvPr>
        </p:nvSpPr>
        <p:spPr>
          <a:xfrm>
            <a:off x="559496" y="1508796"/>
            <a:ext cx="4710911" cy="3840410"/>
          </a:xfrm>
        </p:spPr>
        <p:txBody>
          <a:bodyPr anchor="ctr">
            <a:noAutofit/>
          </a:bodyPr>
          <a:lstStyle>
            <a:lvl1pPr marL="0" indent="0">
              <a:lnSpc>
                <a:spcPts val="5400"/>
              </a:lnSpc>
              <a:buNone/>
              <a:defRPr sz="5400" b="1" spc="-150">
                <a:solidFill>
                  <a:srgbClr val="09121A"/>
                </a:solidFill>
              </a:defRPr>
            </a:lvl1pPr>
          </a:lstStyle>
          <a:p>
            <a:pPr lvl="0"/>
            <a:r>
              <a:rPr lang="en-US" dirty="0"/>
              <a:t>Divider slide</a:t>
            </a:r>
          </a:p>
        </p:txBody>
      </p:sp>
      <p:grpSp>
        <p:nvGrpSpPr>
          <p:cNvPr id="2" name="Group 1">
            <a:extLst>
              <a:ext uri="{FF2B5EF4-FFF2-40B4-BE49-F238E27FC236}">
                <a16:creationId xmlns:a16="http://schemas.microsoft.com/office/drawing/2014/main" id="{F6619A6F-F92A-A52A-1909-7A13EABE3FE9}"/>
              </a:ext>
            </a:extLst>
          </p:cNvPr>
          <p:cNvGrpSpPr/>
          <p:nvPr/>
        </p:nvGrpSpPr>
        <p:grpSpPr>
          <a:xfrm>
            <a:off x="559496" y="6073205"/>
            <a:ext cx="2459545" cy="393700"/>
            <a:chOff x="559496" y="6073205"/>
            <a:chExt cx="2459545" cy="393700"/>
          </a:xfrm>
          <a:solidFill>
            <a:schemeClr val="tx1"/>
          </a:solidFill>
        </p:grpSpPr>
        <p:sp>
          <p:nvSpPr>
            <p:cNvPr id="3" name="Freeform: Shape 2">
              <a:extLst>
                <a:ext uri="{FF2B5EF4-FFF2-40B4-BE49-F238E27FC236}">
                  <a16:creationId xmlns:a16="http://schemas.microsoft.com/office/drawing/2014/main" id="{82ECFE49-0FEE-DAE6-0CA5-5688BE411C67}"/>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4" name="Group 3">
              <a:extLst>
                <a:ext uri="{FF2B5EF4-FFF2-40B4-BE49-F238E27FC236}">
                  <a16:creationId xmlns:a16="http://schemas.microsoft.com/office/drawing/2014/main" id="{7C4AE551-37EC-0D23-C4DC-99B16D063D6E}"/>
                </a:ext>
              </a:extLst>
            </p:cNvPr>
            <p:cNvGrpSpPr/>
            <p:nvPr userDrawn="1"/>
          </p:nvGrpSpPr>
          <p:grpSpPr>
            <a:xfrm>
              <a:off x="559496" y="6073205"/>
              <a:ext cx="488724" cy="393700"/>
              <a:chOff x="904620" y="6320655"/>
              <a:chExt cx="181548" cy="146249"/>
            </a:xfrm>
            <a:grpFill/>
          </p:grpSpPr>
          <p:sp>
            <p:nvSpPr>
              <p:cNvPr id="5" name="Freeform: Shape 4">
                <a:extLst>
                  <a:ext uri="{FF2B5EF4-FFF2-40B4-BE49-F238E27FC236}">
                    <a16:creationId xmlns:a16="http://schemas.microsoft.com/office/drawing/2014/main" id="{B907E09B-14AB-77B0-A602-D98B88016534}"/>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E6CF6682-C2D4-4D77-19DC-5AEC983F864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grp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1284705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_Slide_4">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50AD027-BF64-E1BD-0663-6ABAB6C45902}"/>
              </a:ext>
            </a:extLst>
          </p:cNvPr>
          <p:cNvSpPr/>
          <p:nvPr/>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7" name="Freeform: Shape 6">
            <a:extLst>
              <a:ext uri="{FF2B5EF4-FFF2-40B4-BE49-F238E27FC236}">
                <a16:creationId xmlns:a16="http://schemas.microsoft.com/office/drawing/2014/main" id="{CCF67030-996D-4383-A779-F25980A0A960}"/>
              </a:ext>
            </a:extLst>
          </p:cNvPr>
          <p:cNvSpPr/>
          <p:nvPr/>
        </p:nvSpPr>
        <p:spPr>
          <a:xfrm flipH="1">
            <a:off x="4577090" y="0"/>
            <a:ext cx="7614910" cy="6858000"/>
          </a:xfrm>
          <a:custGeom>
            <a:avLst/>
            <a:gdLst>
              <a:gd name="connsiteX0" fmla="*/ 2739463 w 7614910"/>
              <a:gd name="connsiteY0" fmla="*/ 0 h 6858000"/>
              <a:gd name="connsiteX1" fmla="*/ 0 w 7614910"/>
              <a:gd name="connsiteY1" fmla="*/ 0 h 6858000"/>
              <a:gd name="connsiteX2" fmla="*/ 0 w 7614910"/>
              <a:gd name="connsiteY2" fmla="*/ 2288 h 6858000"/>
              <a:gd name="connsiteX3" fmla="*/ 7318619 w 7614910"/>
              <a:gd name="connsiteY3" fmla="*/ 6858000 h 6858000"/>
              <a:gd name="connsiteX4" fmla="*/ 7614910 w 761491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10" h="6858000">
                <a:moveTo>
                  <a:pt x="2739463" y="0"/>
                </a:moveTo>
                <a:lnTo>
                  <a:pt x="0" y="0"/>
                </a:lnTo>
                <a:lnTo>
                  <a:pt x="0" y="2288"/>
                </a:lnTo>
                <a:lnTo>
                  <a:pt x="7318619" y="6858000"/>
                </a:lnTo>
                <a:lnTo>
                  <a:pt x="7614910" y="685800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8" name="Freeform: Shape 7">
            <a:extLst>
              <a:ext uri="{FF2B5EF4-FFF2-40B4-BE49-F238E27FC236}">
                <a16:creationId xmlns:a16="http://schemas.microsoft.com/office/drawing/2014/main" id="{65063DC3-EC7A-423B-8EA8-C8E3E9E7ABA6}"/>
              </a:ext>
            </a:extLst>
          </p:cNvPr>
          <p:cNvSpPr/>
          <p:nvPr/>
        </p:nvSpPr>
        <p:spPr>
          <a:xfrm>
            <a:off x="4572522" y="0"/>
            <a:ext cx="7619478" cy="6858000"/>
          </a:xfrm>
          <a:custGeom>
            <a:avLst/>
            <a:gdLst>
              <a:gd name="connsiteX0" fmla="*/ 0 w 7619478"/>
              <a:gd name="connsiteY0" fmla="*/ 0 h 6858000"/>
              <a:gd name="connsiteX1" fmla="*/ 707411 w 7619478"/>
              <a:gd name="connsiteY1" fmla="*/ 0 h 6858000"/>
              <a:gd name="connsiteX2" fmla="*/ 7619478 w 7619478"/>
              <a:gd name="connsiteY2" fmla="*/ 6616123 h 6858000"/>
              <a:gd name="connsiteX3" fmla="*/ 7619478 w 7619478"/>
              <a:gd name="connsiteY3" fmla="*/ 6858000 h 6858000"/>
              <a:gd name="connsiteX4" fmla="*/ 5211843 w 761947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9478" h="6858000">
                <a:moveTo>
                  <a:pt x="0" y="0"/>
                </a:moveTo>
                <a:lnTo>
                  <a:pt x="707411" y="0"/>
                </a:lnTo>
                <a:lnTo>
                  <a:pt x="7619478" y="6616123"/>
                </a:lnTo>
                <a:lnTo>
                  <a:pt x="7619478" y="6858000"/>
                </a:lnTo>
                <a:lnTo>
                  <a:pt x="5211843" y="68580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0" i="0" dirty="0">
              <a:latin typeface="Avenir Next LT Pro" panose="020B0504020202020204" pitchFamily="34" charset="77"/>
            </a:endParaRPr>
          </a:p>
        </p:txBody>
      </p:sp>
      <p:sp>
        <p:nvSpPr>
          <p:cNvPr id="9" name="Text Placeholder 22">
            <a:extLst>
              <a:ext uri="{FF2B5EF4-FFF2-40B4-BE49-F238E27FC236}">
                <a16:creationId xmlns:a16="http://schemas.microsoft.com/office/drawing/2014/main" id="{0A6532E8-1C50-46CE-BD62-F394ABE7F130}"/>
              </a:ext>
            </a:extLst>
          </p:cNvPr>
          <p:cNvSpPr>
            <a:spLocks noGrp="1"/>
          </p:cNvSpPr>
          <p:nvPr>
            <p:ph type="body" sz="quarter" idx="10" hasCustomPrompt="1"/>
          </p:nvPr>
        </p:nvSpPr>
        <p:spPr>
          <a:xfrm>
            <a:off x="559496" y="1508796"/>
            <a:ext cx="4710911" cy="3840410"/>
          </a:xfrm>
          <a:ln>
            <a:noFill/>
          </a:ln>
        </p:spPr>
        <p:txBody>
          <a:bodyPr anchor="ctr">
            <a:noAutofit/>
          </a:bodyPr>
          <a:lstStyle>
            <a:lvl1pPr marL="0" indent="0">
              <a:lnSpc>
                <a:spcPts val="5400"/>
              </a:lnSpc>
              <a:buNone/>
              <a:defRPr sz="5400" b="1" spc="-150">
                <a:solidFill>
                  <a:schemeClr val="accent1"/>
                </a:solidFill>
              </a:defRPr>
            </a:lvl1pPr>
          </a:lstStyle>
          <a:p>
            <a:pPr lvl="0"/>
            <a:r>
              <a:rPr lang="en-US" dirty="0"/>
              <a:t>Divider slide</a:t>
            </a:r>
          </a:p>
        </p:txBody>
      </p:sp>
      <p:grpSp>
        <p:nvGrpSpPr>
          <p:cNvPr id="2" name="Group 1">
            <a:extLst>
              <a:ext uri="{FF2B5EF4-FFF2-40B4-BE49-F238E27FC236}">
                <a16:creationId xmlns:a16="http://schemas.microsoft.com/office/drawing/2014/main" id="{8B79E556-E50F-13D6-D35A-29AD944BBDF2}"/>
              </a:ext>
            </a:extLst>
          </p:cNvPr>
          <p:cNvGrpSpPr/>
          <p:nvPr/>
        </p:nvGrpSpPr>
        <p:grpSpPr>
          <a:xfrm>
            <a:off x="559496" y="6073205"/>
            <a:ext cx="2459545" cy="393700"/>
            <a:chOff x="559496" y="6073205"/>
            <a:chExt cx="2459545" cy="393700"/>
          </a:xfrm>
        </p:grpSpPr>
        <p:sp>
          <p:nvSpPr>
            <p:cNvPr id="3" name="Freeform: Shape 2">
              <a:extLst>
                <a:ext uri="{FF2B5EF4-FFF2-40B4-BE49-F238E27FC236}">
                  <a16:creationId xmlns:a16="http://schemas.microsoft.com/office/drawing/2014/main" id="{FF2227F9-240F-9D4C-C6F9-74D85ED488D0}"/>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solidFill>
              <a:schemeClr val="bg1"/>
            </a:solidFill>
            <a:ln w="2028" cap="flat">
              <a:noFill/>
              <a:prstDash val="solid"/>
              <a:miter/>
            </a:ln>
          </p:spPr>
          <p:txBody>
            <a:bodyPr rtlCol="0" anchor="ctr"/>
            <a:lstStyle/>
            <a:p>
              <a:endParaRPr lang="en-IN"/>
            </a:p>
          </p:txBody>
        </p:sp>
        <p:grpSp>
          <p:nvGrpSpPr>
            <p:cNvPr id="6" name="Group 5">
              <a:extLst>
                <a:ext uri="{FF2B5EF4-FFF2-40B4-BE49-F238E27FC236}">
                  <a16:creationId xmlns:a16="http://schemas.microsoft.com/office/drawing/2014/main" id="{8F2E12B3-035B-0AAA-3CFB-5345ADBA842C}"/>
                </a:ext>
              </a:extLst>
            </p:cNvPr>
            <p:cNvGrpSpPr/>
            <p:nvPr userDrawn="1"/>
          </p:nvGrpSpPr>
          <p:grpSpPr>
            <a:xfrm>
              <a:off x="559496" y="6073205"/>
              <a:ext cx="488724" cy="393700"/>
              <a:chOff x="904620" y="6320655"/>
              <a:chExt cx="181548" cy="146249"/>
            </a:xfrm>
          </p:grpSpPr>
          <p:sp>
            <p:nvSpPr>
              <p:cNvPr id="10" name="Freeform: Shape 9">
                <a:extLst>
                  <a:ext uri="{FF2B5EF4-FFF2-40B4-BE49-F238E27FC236}">
                    <a16:creationId xmlns:a16="http://schemas.microsoft.com/office/drawing/2014/main" id="{BB95229A-8FEB-93E9-024F-E4D1B91F0B70}"/>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solidFill>
                <a:schemeClr val="bg1"/>
              </a:solid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0AC19C3D-47C3-7CD4-4076-4D4062C5EF2A}"/>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12235797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_Slide_1">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74142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ayout_0">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7969058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ayout_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59" y="1220792"/>
            <a:ext cx="11740682" cy="5445125"/>
          </a:xfr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779065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ayout_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80"/>
          </a:xfrm>
          <a:solidFill>
            <a:schemeClr val="tx1"/>
          </a:solidFill>
        </p:spPr>
        <p:txBody>
          <a:bodyPr>
            <a:normAutofit/>
          </a:bodyPr>
          <a:lstStyle>
            <a:lvl1pPr algn="ctr">
              <a:defRPr sz="2400" b="1">
                <a:solidFill>
                  <a:schemeClr val="accent1"/>
                </a:solidFill>
              </a:defRPr>
            </a:lvl1pPr>
          </a:lstStyle>
          <a:p>
            <a:r>
              <a:rPr lang="en-US"/>
              <a:t>Click to edit Master title style</a:t>
            </a:r>
            <a:endParaRPr lang="en-US" dirty="0"/>
          </a:p>
        </p:txBody>
      </p:sp>
      <p:grpSp>
        <p:nvGrpSpPr>
          <p:cNvPr id="13" name="Group 12">
            <a:extLst>
              <a:ext uri="{FF2B5EF4-FFF2-40B4-BE49-F238E27FC236}">
                <a16:creationId xmlns:a16="http://schemas.microsoft.com/office/drawing/2014/main" id="{F492DB64-23CB-4403-ACB4-FDDFB61B3180}"/>
              </a:ext>
            </a:extLst>
          </p:cNvPr>
          <p:cNvGrpSpPr/>
          <p:nvPr/>
        </p:nvGrpSpPr>
        <p:grpSpPr>
          <a:xfrm>
            <a:off x="0" y="0"/>
            <a:ext cx="12192000" cy="301809"/>
            <a:chOff x="0" y="0"/>
            <a:chExt cx="12192000" cy="301809"/>
          </a:xfrm>
        </p:grpSpPr>
        <p:sp>
          <p:nvSpPr>
            <p:cNvPr id="15" name="Rectangle 14">
              <a:extLst>
                <a:ext uri="{FF2B5EF4-FFF2-40B4-BE49-F238E27FC236}">
                  <a16:creationId xmlns:a16="http://schemas.microsoft.com/office/drawing/2014/main" id="{3DB7D7B6-FE27-426F-968A-E9A3A0B096CC}"/>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8502CA22-3589-43D8-BB00-572308D6FA63}"/>
                </a:ext>
              </a:extLst>
            </p:cNvPr>
            <p:cNvGrpSpPr/>
            <p:nvPr userDrawn="1"/>
          </p:nvGrpSpPr>
          <p:grpSpPr>
            <a:xfrm>
              <a:off x="10687010" y="58571"/>
              <a:ext cx="1279331" cy="184666"/>
              <a:chOff x="10759355" y="58571"/>
              <a:chExt cx="1279331" cy="184666"/>
            </a:xfrm>
          </p:grpSpPr>
          <p:pic>
            <p:nvPicPr>
              <p:cNvPr id="21" name="Picture 20">
                <a:extLst>
                  <a:ext uri="{FF2B5EF4-FFF2-40B4-BE49-F238E27FC236}">
                    <a16:creationId xmlns:a16="http://schemas.microsoft.com/office/drawing/2014/main" id="{AA50DD5F-1603-4844-AE25-7C190947564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2" name="TextBox 21">
                <a:extLst>
                  <a:ext uri="{FF2B5EF4-FFF2-40B4-BE49-F238E27FC236}">
                    <a16:creationId xmlns:a16="http://schemas.microsoft.com/office/drawing/2014/main" id="{97C8C21A-6737-4B1B-8679-6D728364E164}"/>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9" name="Straight Connector 18">
              <a:extLst>
                <a:ext uri="{FF2B5EF4-FFF2-40B4-BE49-F238E27FC236}">
                  <a16:creationId xmlns:a16="http://schemas.microsoft.com/office/drawing/2014/main" id="{E6739150-CEDC-4421-8871-046D2FCE3269}"/>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40DEB4E-652E-4D6A-8EB6-F3F28F9C7668}"/>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ext Placeholder 11">
            <a:extLst>
              <a:ext uri="{FF2B5EF4-FFF2-40B4-BE49-F238E27FC236}">
                <a16:creationId xmlns:a16="http://schemas.microsoft.com/office/drawing/2014/main" id="{FEB766D7-5854-40A7-B640-0E3EBB6F97BA}"/>
              </a:ext>
            </a:extLst>
          </p:cNvPr>
          <p:cNvSpPr>
            <a:spLocks noGrp="1"/>
          </p:cNvSpPr>
          <p:nvPr>
            <p:ph type="body" sz="quarter" idx="12"/>
          </p:nvPr>
        </p:nvSpPr>
        <p:spPr>
          <a:xfrm>
            <a:off x="225659" y="1220794"/>
            <a:ext cx="11740682" cy="5445124"/>
          </a:xfr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835402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ayout_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7" name="Text Placeholder 11">
            <a:extLst>
              <a:ext uri="{FF2B5EF4-FFF2-40B4-BE49-F238E27FC236}">
                <a16:creationId xmlns:a16="http://schemas.microsoft.com/office/drawing/2014/main" id="{370790A7-0D3A-4D77-961D-5950B1C0C4D6}"/>
              </a:ext>
            </a:extLst>
          </p:cNvPr>
          <p:cNvSpPr>
            <a:spLocks noGrp="1"/>
          </p:cNvSpPr>
          <p:nvPr>
            <p:ph type="body" sz="quarter" idx="12"/>
          </p:nvPr>
        </p:nvSpPr>
        <p:spPr>
          <a:xfrm>
            <a:off x="225659" y="1220792"/>
            <a:ext cx="11740682" cy="5445125"/>
          </a:xfrm>
        </p:spPr>
        <p:txBody>
          <a:bodyPr>
            <a:normAutofit/>
          </a:bodyPr>
          <a:lstStyle>
            <a:lvl1pPr marL="0" indent="0">
              <a:lnSpc>
                <a:spcPts val="2220"/>
              </a:lnSpc>
              <a:buNone/>
              <a:defRPr sz="1400">
                <a:solidFill>
                  <a:schemeClr val="accent1"/>
                </a:solidFill>
              </a:defRPr>
            </a:lvl1pPr>
          </a:lstStyle>
          <a:p>
            <a:pPr lvl="0"/>
            <a:r>
              <a:rPr lang="en-US"/>
              <a:t>Click to edit Master text styles</a:t>
            </a:r>
          </a:p>
        </p:txBody>
      </p:sp>
      <p:sp>
        <p:nvSpPr>
          <p:cNvPr id="10" name="Rectangle 9">
            <a:extLst>
              <a:ext uri="{FF2B5EF4-FFF2-40B4-BE49-F238E27FC236}">
                <a16:creationId xmlns:a16="http://schemas.microsoft.com/office/drawing/2014/main" id="{C0FBDDE8-416E-4C2E-A1A2-EDE80C04559F}"/>
              </a:ext>
            </a:extLst>
          </p:cNvPr>
          <p:cNvSpPr/>
          <p:nvPr/>
        </p:nvSpPr>
        <p:spPr>
          <a:xfrm>
            <a:off x="0" y="0"/>
            <a:ext cx="12192000" cy="301809"/>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52E17C2-8AD7-4884-962C-CAC34AA98FCF}"/>
              </a:ext>
            </a:extLst>
          </p:cNvPr>
          <p:cNvSpPr txBox="1"/>
          <p:nvPr/>
        </p:nvSpPr>
        <p:spPr>
          <a:xfrm>
            <a:off x="10687010" y="58571"/>
            <a:ext cx="219452" cy="184666"/>
          </a:xfrm>
          <a:prstGeom prst="rect">
            <a:avLst/>
          </a:prstGeom>
          <a:noFill/>
        </p:spPr>
        <p:txBody>
          <a:bodyPr wrap="square" lIns="0" tIns="0" rIns="0" bIns="0" rtlCol="0" anchor="ctr">
            <a:spAutoFit/>
          </a:bodyPr>
          <a:lstStyle/>
          <a:p>
            <a:pPr algn="ctr"/>
            <a:r>
              <a:rPr lang="en-US" sz="1200" dirty="0">
                <a:solidFill>
                  <a:schemeClr val="bg1"/>
                </a:solidFill>
              </a:rPr>
              <a:t>©</a:t>
            </a:r>
          </a:p>
        </p:txBody>
      </p:sp>
      <p:cxnSp>
        <p:nvCxnSpPr>
          <p:cNvPr id="13" name="Straight Connector 12">
            <a:extLst>
              <a:ext uri="{FF2B5EF4-FFF2-40B4-BE49-F238E27FC236}">
                <a16:creationId xmlns:a16="http://schemas.microsoft.com/office/drawing/2014/main" id="{3997ADCC-FAE0-4E7E-BB17-A753279FFBCD}"/>
              </a:ext>
            </a:extLst>
          </p:cNvPr>
          <p:cNvCxnSpPr>
            <a:cxnSpLocks/>
          </p:cNvCxnSpPr>
          <p:nvPr/>
        </p:nvCxnSpPr>
        <p:spPr>
          <a:xfrm>
            <a:off x="225659" y="150904"/>
            <a:ext cx="1042397" cy="0"/>
          </a:xfrm>
          <a:prstGeom prst="line">
            <a:avLst/>
          </a:prstGeom>
          <a:ln w="88900" cap="flat">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DD46DA-F86B-4301-8B4B-83EF7BB533CF}"/>
              </a:ext>
            </a:extLst>
          </p:cNvPr>
          <p:cNvCxnSpPr>
            <a:cxnSpLocks/>
          </p:cNvCxnSpPr>
          <p:nvPr/>
        </p:nvCxnSpPr>
        <p:spPr>
          <a:xfrm>
            <a:off x="1432645" y="150904"/>
            <a:ext cx="384041" cy="0"/>
          </a:xfrm>
          <a:prstGeom prst="line">
            <a:avLst/>
          </a:prstGeom>
          <a:ln w="88900" cap="flat">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Title 3">
            <a:extLst>
              <a:ext uri="{FF2B5EF4-FFF2-40B4-BE49-F238E27FC236}">
                <a16:creationId xmlns:a16="http://schemas.microsoft.com/office/drawing/2014/main" id="{84E28992-2A37-4DA5-BC10-DC122CF10513}"/>
              </a:ext>
            </a:extLst>
          </p:cNvPr>
          <p:cNvSpPr>
            <a:spLocks noGrp="1"/>
          </p:cNvSpPr>
          <p:nvPr>
            <p:ph type="title"/>
          </p:nvPr>
        </p:nvSpPr>
        <p:spPr>
          <a:xfrm>
            <a:off x="225659" y="301809"/>
            <a:ext cx="11740682" cy="768079"/>
          </a:xfrm>
          <a:solidFill>
            <a:schemeClr val="accent1"/>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33" name="Group 32">
            <a:extLst>
              <a:ext uri="{FF2B5EF4-FFF2-40B4-BE49-F238E27FC236}">
                <a16:creationId xmlns:a16="http://schemas.microsoft.com/office/drawing/2014/main" id="{B53EEE7B-402A-454C-B0F5-FCF26B38F8DD}"/>
              </a:ext>
            </a:extLst>
          </p:cNvPr>
          <p:cNvGrpSpPr>
            <a:grpSpLocks noChangeAspect="1"/>
          </p:cNvGrpSpPr>
          <p:nvPr/>
        </p:nvGrpSpPr>
        <p:grpSpPr>
          <a:xfrm>
            <a:off x="10961325" y="70401"/>
            <a:ext cx="1005840" cy="161006"/>
            <a:chOff x="11218444" y="111915"/>
            <a:chExt cx="495401" cy="79299"/>
          </a:xfrm>
          <a:solidFill>
            <a:schemeClr val="bg1"/>
          </a:solidFill>
        </p:grpSpPr>
        <p:sp>
          <p:nvSpPr>
            <p:cNvPr id="32" name="Freeform: Shape 31">
              <a:extLst>
                <a:ext uri="{FF2B5EF4-FFF2-40B4-BE49-F238E27FC236}">
                  <a16:creationId xmlns:a16="http://schemas.microsoft.com/office/drawing/2014/main" id="{F270EF4E-AF4E-437B-B00F-0EAE7F4DFC53}"/>
                </a:ext>
              </a:extLst>
            </p:cNvPr>
            <p:cNvSpPr/>
            <p:nvPr/>
          </p:nvSpPr>
          <p:spPr>
            <a:xfrm>
              <a:off x="11335103" y="116320"/>
              <a:ext cx="378742" cy="56281"/>
            </a:xfrm>
            <a:custGeom>
              <a:avLst/>
              <a:gdLst>
                <a:gd name="connsiteX0" fmla="*/ 359248 w 378742"/>
                <a:gd name="connsiteY0" fmla="*/ 20706 h 56281"/>
                <a:gd name="connsiteX1" fmla="*/ 350106 w 378742"/>
                <a:gd name="connsiteY1" fmla="*/ 24120 h 56281"/>
                <a:gd name="connsiteX2" fmla="*/ 345921 w 378742"/>
                <a:gd name="connsiteY2" fmla="*/ 31830 h 56281"/>
                <a:gd name="connsiteX3" fmla="*/ 346472 w 378742"/>
                <a:gd name="connsiteY3" fmla="*/ 32601 h 56281"/>
                <a:gd name="connsiteX4" fmla="*/ 371914 w 378742"/>
                <a:gd name="connsiteY4" fmla="*/ 32601 h 56281"/>
                <a:gd name="connsiteX5" fmla="*/ 372575 w 378742"/>
                <a:gd name="connsiteY5" fmla="*/ 31830 h 56281"/>
                <a:gd name="connsiteX6" fmla="*/ 368389 w 378742"/>
                <a:gd name="connsiteY6" fmla="*/ 24120 h 56281"/>
                <a:gd name="connsiteX7" fmla="*/ 359248 w 378742"/>
                <a:gd name="connsiteY7" fmla="*/ 20706 h 56281"/>
                <a:gd name="connsiteX8" fmla="*/ 231156 w 378742"/>
                <a:gd name="connsiteY8" fmla="*/ 20706 h 56281"/>
                <a:gd name="connsiteX9" fmla="*/ 223667 w 378742"/>
                <a:gd name="connsiteY9" fmla="*/ 22798 h 56281"/>
                <a:gd name="connsiteX10" fmla="*/ 218821 w 378742"/>
                <a:gd name="connsiteY10" fmla="*/ 28305 h 56281"/>
                <a:gd name="connsiteX11" fmla="*/ 217169 w 378742"/>
                <a:gd name="connsiteY11" fmla="*/ 35795 h 56281"/>
                <a:gd name="connsiteX12" fmla="*/ 218821 w 378742"/>
                <a:gd name="connsiteY12" fmla="*/ 43284 h 56281"/>
                <a:gd name="connsiteX13" fmla="*/ 223667 w 378742"/>
                <a:gd name="connsiteY13" fmla="*/ 48791 h 56281"/>
                <a:gd name="connsiteX14" fmla="*/ 231156 w 378742"/>
                <a:gd name="connsiteY14" fmla="*/ 50884 h 56281"/>
                <a:gd name="connsiteX15" fmla="*/ 238646 w 378742"/>
                <a:gd name="connsiteY15" fmla="*/ 48791 h 56281"/>
                <a:gd name="connsiteX16" fmla="*/ 243271 w 378742"/>
                <a:gd name="connsiteY16" fmla="*/ 43284 h 56281"/>
                <a:gd name="connsiteX17" fmla="*/ 244813 w 378742"/>
                <a:gd name="connsiteY17" fmla="*/ 35795 h 56281"/>
                <a:gd name="connsiteX18" fmla="*/ 243271 w 378742"/>
                <a:gd name="connsiteY18" fmla="*/ 28305 h 56281"/>
                <a:gd name="connsiteX19" fmla="*/ 238646 w 378742"/>
                <a:gd name="connsiteY19" fmla="*/ 22798 h 56281"/>
                <a:gd name="connsiteX20" fmla="*/ 231156 w 378742"/>
                <a:gd name="connsiteY20" fmla="*/ 20706 h 56281"/>
                <a:gd name="connsiteX21" fmla="*/ 186000 w 378742"/>
                <a:gd name="connsiteY21" fmla="*/ 20706 h 56281"/>
                <a:gd name="connsiteX22" fmla="*/ 178511 w 378742"/>
                <a:gd name="connsiteY22" fmla="*/ 22799 h 56281"/>
                <a:gd name="connsiteX23" fmla="*/ 173665 w 378742"/>
                <a:gd name="connsiteY23" fmla="*/ 28306 h 56281"/>
                <a:gd name="connsiteX24" fmla="*/ 172013 w 378742"/>
                <a:gd name="connsiteY24" fmla="*/ 35795 h 56281"/>
                <a:gd name="connsiteX25" fmla="*/ 173665 w 378742"/>
                <a:gd name="connsiteY25" fmla="*/ 43284 h 56281"/>
                <a:gd name="connsiteX26" fmla="*/ 178511 w 378742"/>
                <a:gd name="connsiteY26" fmla="*/ 48791 h 56281"/>
                <a:gd name="connsiteX27" fmla="*/ 186000 w 378742"/>
                <a:gd name="connsiteY27" fmla="*/ 50884 h 56281"/>
                <a:gd name="connsiteX28" fmla="*/ 193490 w 378742"/>
                <a:gd name="connsiteY28" fmla="*/ 48791 h 56281"/>
                <a:gd name="connsiteX29" fmla="*/ 198115 w 378742"/>
                <a:gd name="connsiteY29" fmla="*/ 43284 h 56281"/>
                <a:gd name="connsiteX30" fmla="*/ 199657 w 378742"/>
                <a:gd name="connsiteY30" fmla="*/ 35795 h 56281"/>
                <a:gd name="connsiteX31" fmla="*/ 198115 w 378742"/>
                <a:gd name="connsiteY31" fmla="*/ 28306 h 56281"/>
                <a:gd name="connsiteX32" fmla="*/ 193490 w 378742"/>
                <a:gd name="connsiteY32" fmla="*/ 22799 h 56281"/>
                <a:gd name="connsiteX33" fmla="*/ 186000 w 378742"/>
                <a:gd name="connsiteY33" fmla="*/ 20706 h 56281"/>
                <a:gd name="connsiteX34" fmla="*/ 141614 w 378742"/>
                <a:gd name="connsiteY34" fmla="*/ 20706 h 56281"/>
                <a:gd name="connsiteX35" fmla="*/ 132472 w 378742"/>
                <a:gd name="connsiteY35" fmla="*/ 24120 h 56281"/>
                <a:gd name="connsiteX36" fmla="*/ 128287 w 378742"/>
                <a:gd name="connsiteY36" fmla="*/ 31830 h 56281"/>
                <a:gd name="connsiteX37" fmla="*/ 128838 w 378742"/>
                <a:gd name="connsiteY37" fmla="*/ 32601 h 56281"/>
                <a:gd name="connsiteX38" fmla="*/ 154280 w 378742"/>
                <a:gd name="connsiteY38" fmla="*/ 32601 h 56281"/>
                <a:gd name="connsiteX39" fmla="*/ 154941 w 378742"/>
                <a:gd name="connsiteY39" fmla="*/ 31830 h 56281"/>
                <a:gd name="connsiteX40" fmla="*/ 150755 w 378742"/>
                <a:gd name="connsiteY40" fmla="*/ 24120 h 56281"/>
                <a:gd name="connsiteX41" fmla="*/ 141614 w 378742"/>
                <a:gd name="connsiteY41" fmla="*/ 20706 h 56281"/>
                <a:gd name="connsiteX42" fmla="*/ 97559 w 378742"/>
                <a:gd name="connsiteY42" fmla="*/ 20706 h 56281"/>
                <a:gd name="connsiteX43" fmla="*/ 88417 w 378742"/>
                <a:gd name="connsiteY43" fmla="*/ 24120 h 56281"/>
                <a:gd name="connsiteX44" fmla="*/ 84232 w 378742"/>
                <a:gd name="connsiteY44" fmla="*/ 31830 h 56281"/>
                <a:gd name="connsiteX45" fmla="*/ 84783 w 378742"/>
                <a:gd name="connsiteY45" fmla="*/ 32601 h 56281"/>
                <a:gd name="connsiteX46" fmla="*/ 110225 w 378742"/>
                <a:gd name="connsiteY46" fmla="*/ 32601 h 56281"/>
                <a:gd name="connsiteX47" fmla="*/ 110886 w 378742"/>
                <a:gd name="connsiteY47" fmla="*/ 31830 h 56281"/>
                <a:gd name="connsiteX48" fmla="*/ 106700 w 378742"/>
                <a:gd name="connsiteY48" fmla="*/ 24120 h 56281"/>
                <a:gd name="connsiteX49" fmla="*/ 97559 w 378742"/>
                <a:gd name="connsiteY49" fmla="*/ 20706 h 56281"/>
                <a:gd name="connsiteX50" fmla="*/ 1518 w 378742"/>
                <a:gd name="connsiteY50" fmla="*/ 15970 h 56281"/>
                <a:gd name="connsiteX51" fmla="*/ 7576 w 378742"/>
                <a:gd name="connsiteY51" fmla="*/ 15970 h 56281"/>
                <a:gd name="connsiteX52" fmla="*/ 8127 w 378742"/>
                <a:gd name="connsiteY52" fmla="*/ 16190 h 56281"/>
                <a:gd name="connsiteX53" fmla="*/ 17598 w 378742"/>
                <a:gd name="connsiteY53" fmla="*/ 30178 h 56281"/>
                <a:gd name="connsiteX54" fmla="*/ 18590 w 378742"/>
                <a:gd name="connsiteY54" fmla="*/ 30178 h 56281"/>
                <a:gd name="connsiteX55" fmla="*/ 28062 w 378742"/>
                <a:gd name="connsiteY55" fmla="*/ 16190 h 56281"/>
                <a:gd name="connsiteX56" fmla="*/ 28612 w 378742"/>
                <a:gd name="connsiteY56" fmla="*/ 15970 h 56281"/>
                <a:gd name="connsiteX57" fmla="*/ 34670 w 378742"/>
                <a:gd name="connsiteY57" fmla="*/ 15970 h 56281"/>
                <a:gd name="connsiteX58" fmla="*/ 35110 w 378742"/>
                <a:gd name="connsiteY58" fmla="*/ 16961 h 56281"/>
                <a:gd name="connsiteX59" fmla="*/ 21894 w 378742"/>
                <a:gd name="connsiteY59" fmla="*/ 34804 h 56281"/>
                <a:gd name="connsiteX60" fmla="*/ 21894 w 378742"/>
                <a:gd name="connsiteY60" fmla="*/ 35575 h 56281"/>
                <a:gd name="connsiteX61" fmla="*/ 36212 w 378742"/>
                <a:gd name="connsiteY61" fmla="*/ 54629 h 56281"/>
                <a:gd name="connsiteX62" fmla="*/ 35771 w 378742"/>
                <a:gd name="connsiteY62" fmla="*/ 55620 h 56281"/>
                <a:gd name="connsiteX63" fmla="*/ 29603 w 378742"/>
                <a:gd name="connsiteY63" fmla="*/ 55620 h 56281"/>
                <a:gd name="connsiteX64" fmla="*/ 29053 w 378742"/>
                <a:gd name="connsiteY64" fmla="*/ 55400 h 56281"/>
                <a:gd name="connsiteX65" fmla="*/ 18590 w 378742"/>
                <a:gd name="connsiteY65" fmla="*/ 40200 h 56281"/>
                <a:gd name="connsiteX66" fmla="*/ 17598 w 378742"/>
                <a:gd name="connsiteY66" fmla="*/ 40200 h 56281"/>
                <a:gd name="connsiteX67" fmla="*/ 7025 w 378742"/>
                <a:gd name="connsiteY67" fmla="*/ 55400 h 56281"/>
                <a:gd name="connsiteX68" fmla="*/ 6474 w 378742"/>
                <a:gd name="connsiteY68" fmla="*/ 55620 h 56281"/>
                <a:gd name="connsiteX69" fmla="*/ 527 w 378742"/>
                <a:gd name="connsiteY69" fmla="*/ 55620 h 56281"/>
                <a:gd name="connsiteX70" fmla="*/ 86 w 378742"/>
                <a:gd name="connsiteY70" fmla="*/ 54629 h 56281"/>
                <a:gd name="connsiteX71" fmla="*/ 14404 w 378742"/>
                <a:gd name="connsiteY71" fmla="*/ 35575 h 56281"/>
                <a:gd name="connsiteX72" fmla="*/ 14404 w 378742"/>
                <a:gd name="connsiteY72" fmla="*/ 34804 h 56281"/>
                <a:gd name="connsiteX73" fmla="*/ 1078 w 378742"/>
                <a:gd name="connsiteY73" fmla="*/ 16961 h 56281"/>
                <a:gd name="connsiteX74" fmla="*/ 1518 w 378742"/>
                <a:gd name="connsiteY74" fmla="*/ 15970 h 56281"/>
                <a:gd name="connsiteX75" fmla="*/ 276864 w 378742"/>
                <a:gd name="connsiteY75" fmla="*/ 15419 h 56281"/>
                <a:gd name="connsiteX76" fmla="*/ 284574 w 378742"/>
                <a:gd name="connsiteY76" fmla="*/ 17401 h 56281"/>
                <a:gd name="connsiteX77" fmla="*/ 290411 w 378742"/>
                <a:gd name="connsiteY77" fmla="*/ 23239 h 56281"/>
                <a:gd name="connsiteX78" fmla="*/ 292614 w 378742"/>
                <a:gd name="connsiteY78" fmla="*/ 32711 h 56281"/>
                <a:gd name="connsiteX79" fmla="*/ 292614 w 378742"/>
                <a:gd name="connsiteY79" fmla="*/ 55179 h 56281"/>
                <a:gd name="connsiteX80" fmla="*/ 291953 w 378742"/>
                <a:gd name="connsiteY80" fmla="*/ 55840 h 56281"/>
                <a:gd name="connsiteX81" fmla="*/ 287217 w 378742"/>
                <a:gd name="connsiteY81" fmla="*/ 55840 h 56281"/>
                <a:gd name="connsiteX82" fmla="*/ 286556 w 378742"/>
                <a:gd name="connsiteY82" fmla="*/ 55179 h 56281"/>
                <a:gd name="connsiteX83" fmla="*/ 286556 w 378742"/>
                <a:gd name="connsiteY83" fmla="*/ 32711 h 56281"/>
                <a:gd name="connsiteX84" fmla="*/ 283473 w 378742"/>
                <a:gd name="connsiteY84" fmla="*/ 24010 h 56281"/>
                <a:gd name="connsiteX85" fmla="*/ 275432 w 378742"/>
                <a:gd name="connsiteY85" fmla="*/ 20706 h 56281"/>
                <a:gd name="connsiteX86" fmla="*/ 269375 w 378742"/>
                <a:gd name="connsiteY86" fmla="*/ 22248 h 56281"/>
                <a:gd name="connsiteX87" fmla="*/ 265079 w 378742"/>
                <a:gd name="connsiteY87" fmla="*/ 26433 h 56281"/>
                <a:gd name="connsiteX88" fmla="*/ 263427 w 378742"/>
                <a:gd name="connsiteY88" fmla="*/ 32711 h 56281"/>
                <a:gd name="connsiteX89" fmla="*/ 263427 w 378742"/>
                <a:gd name="connsiteY89" fmla="*/ 54959 h 56281"/>
                <a:gd name="connsiteX90" fmla="*/ 262767 w 378742"/>
                <a:gd name="connsiteY90" fmla="*/ 55620 h 56281"/>
                <a:gd name="connsiteX91" fmla="*/ 258031 w 378742"/>
                <a:gd name="connsiteY91" fmla="*/ 55620 h 56281"/>
                <a:gd name="connsiteX92" fmla="*/ 257590 w 378742"/>
                <a:gd name="connsiteY92" fmla="*/ 54959 h 56281"/>
                <a:gd name="connsiteX93" fmla="*/ 257590 w 378742"/>
                <a:gd name="connsiteY93" fmla="*/ 16631 h 56281"/>
                <a:gd name="connsiteX94" fmla="*/ 258251 w 378742"/>
                <a:gd name="connsiteY94" fmla="*/ 15970 h 56281"/>
                <a:gd name="connsiteX95" fmla="*/ 262987 w 378742"/>
                <a:gd name="connsiteY95" fmla="*/ 15970 h 56281"/>
                <a:gd name="connsiteX96" fmla="*/ 263648 w 378742"/>
                <a:gd name="connsiteY96" fmla="*/ 16631 h 56281"/>
                <a:gd name="connsiteX97" fmla="*/ 263648 w 378742"/>
                <a:gd name="connsiteY97" fmla="*/ 20485 h 56281"/>
                <a:gd name="connsiteX98" fmla="*/ 264749 w 378742"/>
                <a:gd name="connsiteY98" fmla="*/ 20926 h 56281"/>
                <a:gd name="connsiteX99" fmla="*/ 268934 w 378742"/>
                <a:gd name="connsiteY99" fmla="*/ 17401 h 56281"/>
                <a:gd name="connsiteX100" fmla="*/ 276864 w 378742"/>
                <a:gd name="connsiteY100" fmla="*/ 15419 h 56281"/>
                <a:gd name="connsiteX101" fmla="*/ 359138 w 378742"/>
                <a:gd name="connsiteY101" fmla="*/ 15309 h 56281"/>
                <a:gd name="connsiteX102" fmla="*/ 369601 w 378742"/>
                <a:gd name="connsiteY102" fmla="*/ 18062 h 56281"/>
                <a:gd name="connsiteX103" fmla="*/ 376319 w 378742"/>
                <a:gd name="connsiteY103" fmla="*/ 25442 h 56281"/>
                <a:gd name="connsiteX104" fmla="*/ 378742 w 378742"/>
                <a:gd name="connsiteY104" fmla="*/ 35795 h 56281"/>
                <a:gd name="connsiteX105" fmla="*/ 378742 w 378742"/>
                <a:gd name="connsiteY105" fmla="*/ 37557 h 56281"/>
                <a:gd name="connsiteX106" fmla="*/ 378082 w 378742"/>
                <a:gd name="connsiteY106" fmla="*/ 38218 h 56281"/>
                <a:gd name="connsiteX107" fmla="*/ 346252 w 378742"/>
                <a:gd name="connsiteY107" fmla="*/ 38218 h 56281"/>
                <a:gd name="connsiteX108" fmla="*/ 345591 w 378742"/>
                <a:gd name="connsiteY108" fmla="*/ 38989 h 56281"/>
                <a:gd name="connsiteX109" fmla="*/ 347683 w 378742"/>
                <a:gd name="connsiteY109" fmla="*/ 44606 h 56281"/>
                <a:gd name="connsiteX110" fmla="*/ 352529 w 378742"/>
                <a:gd name="connsiteY110" fmla="*/ 49232 h 56281"/>
                <a:gd name="connsiteX111" fmla="*/ 359468 w 378742"/>
                <a:gd name="connsiteY111" fmla="*/ 50884 h 56281"/>
                <a:gd name="connsiteX112" fmla="*/ 366517 w 378742"/>
                <a:gd name="connsiteY112" fmla="*/ 49011 h 56281"/>
                <a:gd name="connsiteX113" fmla="*/ 370812 w 378742"/>
                <a:gd name="connsiteY113" fmla="*/ 44496 h 56281"/>
                <a:gd name="connsiteX114" fmla="*/ 371363 w 378742"/>
                <a:gd name="connsiteY114" fmla="*/ 44165 h 56281"/>
                <a:gd name="connsiteX115" fmla="*/ 376540 w 378742"/>
                <a:gd name="connsiteY115" fmla="*/ 44165 h 56281"/>
                <a:gd name="connsiteX116" fmla="*/ 377090 w 378742"/>
                <a:gd name="connsiteY116" fmla="*/ 45046 h 56281"/>
                <a:gd name="connsiteX117" fmla="*/ 370923 w 378742"/>
                <a:gd name="connsiteY117" fmla="*/ 52866 h 56281"/>
                <a:gd name="connsiteX118" fmla="*/ 359578 w 378742"/>
                <a:gd name="connsiteY118" fmla="*/ 56280 h 56281"/>
                <a:gd name="connsiteX119" fmla="*/ 349005 w 378742"/>
                <a:gd name="connsiteY119" fmla="*/ 53527 h 56281"/>
                <a:gd name="connsiteX120" fmla="*/ 341956 w 378742"/>
                <a:gd name="connsiteY120" fmla="*/ 46148 h 56281"/>
                <a:gd name="connsiteX121" fmla="*/ 339423 w 378742"/>
                <a:gd name="connsiteY121" fmla="*/ 35795 h 56281"/>
                <a:gd name="connsiteX122" fmla="*/ 341846 w 378742"/>
                <a:gd name="connsiteY122" fmla="*/ 25442 h 56281"/>
                <a:gd name="connsiteX123" fmla="*/ 348675 w 378742"/>
                <a:gd name="connsiteY123" fmla="*/ 18062 h 56281"/>
                <a:gd name="connsiteX124" fmla="*/ 359138 w 378742"/>
                <a:gd name="connsiteY124" fmla="*/ 15309 h 56281"/>
                <a:gd name="connsiteX125" fmla="*/ 317064 w 378742"/>
                <a:gd name="connsiteY125" fmla="*/ 15309 h 56281"/>
                <a:gd name="connsiteX126" fmla="*/ 329070 w 378742"/>
                <a:gd name="connsiteY126" fmla="*/ 18944 h 56281"/>
                <a:gd name="connsiteX127" fmla="*/ 335458 w 378742"/>
                <a:gd name="connsiteY127" fmla="*/ 27534 h 56281"/>
                <a:gd name="connsiteX128" fmla="*/ 334907 w 378742"/>
                <a:gd name="connsiteY128" fmla="*/ 28305 h 56281"/>
                <a:gd name="connsiteX129" fmla="*/ 329730 w 378742"/>
                <a:gd name="connsiteY129" fmla="*/ 28305 h 56281"/>
                <a:gd name="connsiteX130" fmla="*/ 329180 w 378742"/>
                <a:gd name="connsiteY130" fmla="*/ 27975 h 56281"/>
                <a:gd name="connsiteX131" fmla="*/ 324994 w 378742"/>
                <a:gd name="connsiteY131" fmla="*/ 22798 h 56281"/>
                <a:gd name="connsiteX132" fmla="*/ 317835 w 378742"/>
                <a:gd name="connsiteY132" fmla="*/ 20706 h 56281"/>
                <a:gd name="connsiteX133" fmla="*/ 310236 w 378742"/>
                <a:gd name="connsiteY133" fmla="*/ 22798 h 56281"/>
                <a:gd name="connsiteX134" fmla="*/ 305280 w 378742"/>
                <a:gd name="connsiteY134" fmla="*/ 28305 h 56281"/>
                <a:gd name="connsiteX135" fmla="*/ 303517 w 378742"/>
                <a:gd name="connsiteY135" fmla="*/ 35795 h 56281"/>
                <a:gd name="connsiteX136" fmla="*/ 305280 w 378742"/>
                <a:gd name="connsiteY136" fmla="*/ 43284 h 56281"/>
                <a:gd name="connsiteX137" fmla="*/ 310236 w 378742"/>
                <a:gd name="connsiteY137" fmla="*/ 48791 h 56281"/>
                <a:gd name="connsiteX138" fmla="*/ 317835 w 378742"/>
                <a:gd name="connsiteY138" fmla="*/ 50884 h 56281"/>
                <a:gd name="connsiteX139" fmla="*/ 324994 w 378742"/>
                <a:gd name="connsiteY139" fmla="*/ 48791 h 56281"/>
                <a:gd name="connsiteX140" fmla="*/ 329180 w 378742"/>
                <a:gd name="connsiteY140" fmla="*/ 43615 h 56281"/>
                <a:gd name="connsiteX141" fmla="*/ 329730 w 378742"/>
                <a:gd name="connsiteY141" fmla="*/ 43284 h 56281"/>
                <a:gd name="connsiteX142" fmla="*/ 334907 w 378742"/>
                <a:gd name="connsiteY142" fmla="*/ 43284 h 56281"/>
                <a:gd name="connsiteX143" fmla="*/ 335458 w 378742"/>
                <a:gd name="connsiteY143" fmla="*/ 44055 h 56281"/>
                <a:gd name="connsiteX144" fmla="*/ 329070 w 378742"/>
                <a:gd name="connsiteY144" fmla="*/ 52646 h 56281"/>
                <a:gd name="connsiteX145" fmla="*/ 317064 w 378742"/>
                <a:gd name="connsiteY145" fmla="*/ 56280 h 56281"/>
                <a:gd name="connsiteX146" fmla="*/ 306712 w 378742"/>
                <a:gd name="connsiteY146" fmla="*/ 53527 h 56281"/>
                <a:gd name="connsiteX147" fmla="*/ 299993 w 378742"/>
                <a:gd name="connsiteY147" fmla="*/ 46148 h 56281"/>
                <a:gd name="connsiteX148" fmla="*/ 297570 w 378742"/>
                <a:gd name="connsiteY148" fmla="*/ 35795 h 56281"/>
                <a:gd name="connsiteX149" fmla="*/ 299993 w 378742"/>
                <a:gd name="connsiteY149" fmla="*/ 25442 h 56281"/>
                <a:gd name="connsiteX150" fmla="*/ 306712 w 378742"/>
                <a:gd name="connsiteY150" fmla="*/ 18062 h 56281"/>
                <a:gd name="connsiteX151" fmla="*/ 317064 w 378742"/>
                <a:gd name="connsiteY151" fmla="*/ 15309 h 56281"/>
                <a:gd name="connsiteX152" fmla="*/ 230385 w 378742"/>
                <a:gd name="connsiteY152" fmla="*/ 15309 h 56281"/>
                <a:gd name="connsiteX153" fmla="*/ 238866 w 378742"/>
                <a:gd name="connsiteY153" fmla="*/ 17181 h 56281"/>
                <a:gd name="connsiteX154" fmla="*/ 243492 w 378742"/>
                <a:gd name="connsiteY154" fmla="*/ 20926 h 56281"/>
                <a:gd name="connsiteX155" fmla="*/ 244593 w 378742"/>
                <a:gd name="connsiteY155" fmla="*/ 20486 h 56281"/>
                <a:gd name="connsiteX156" fmla="*/ 244593 w 378742"/>
                <a:gd name="connsiteY156" fmla="*/ 16521 h 56281"/>
                <a:gd name="connsiteX157" fmla="*/ 245254 w 378742"/>
                <a:gd name="connsiteY157" fmla="*/ 15860 h 56281"/>
                <a:gd name="connsiteX158" fmla="*/ 249990 w 378742"/>
                <a:gd name="connsiteY158" fmla="*/ 15860 h 56281"/>
                <a:gd name="connsiteX159" fmla="*/ 250651 w 378742"/>
                <a:gd name="connsiteY159" fmla="*/ 16521 h 56281"/>
                <a:gd name="connsiteX160" fmla="*/ 250651 w 378742"/>
                <a:gd name="connsiteY160" fmla="*/ 54849 h 56281"/>
                <a:gd name="connsiteX161" fmla="*/ 249990 w 378742"/>
                <a:gd name="connsiteY161" fmla="*/ 55510 h 56281"/>
                <a:gd name="connsiteX162" fmla="*/ 245254 w 378742"/>
                <a:gd name="connsiteY162" fmla="*/ 55510 h 56281"/>
                <a:gd name="connsiteX163" fmla="*/ 244593 w 378742"/>
                <a:gd name="connsiteY163" fmla="*/ 54849 h 56281"/>
                <a:gd name="connsiteX164" fmla="*/ 244593 w 378742"/>
                <a:gd name="connsiteY164" fmla="*/ 50884 h 56281"/>
                <a:gd name="connsiteX165" fmla="*/ 243492 w 378742"/>
                <a:gd name="connsiteY165" fmla="*/ 50443 h 56281"/>
                <a:gd name="connsiteX166" fmla="*/ 238866 w 378742"/>
                <a:gd name="connsiteY166" fmla="*/ 54188 h 56281"/>
                <a:gd name="connsiteX167" fmla="*/ 230385 w 378742"/>
                <a:gd name="connsiteY167" fmla="*/ 56280 h 56281"/>
                <a:gd name="connsiteX168" fmla="*/ 220253 w 378742"/>
                <a:gd name="connsiteY168" fmla="*/ 53527 h 56281"/>
                <a:gd name="connsiteX169" fmla="*/ 213534 w 378742"/>
                <a:gd name="connsiteY169" fmla="*/ 46148 h 56281"/>
                <a:gd name="connsiteX170" fmla="*/ 211111 w 378742"/>
                <a:gd name="connsiteY170" fmla="*/ 35795 h 56281"/>
                <a:gd name="connsiteX171" fmla="*/ 213534 w 378742"/>
                <a:gd name="connsiteY171" fmla="*/ 25442 h 56281"/>
                <a:gd name="connsiteX172" fmla="*/ 220253 w 378742"/>
                <a:gd name="connsiteY172" fmla="*/ 18062 h 56281"/>
                <a:gd name="connsiteX173" fmla="*/ 230385 w 378742"/>
                <a:gd name="connsiteY173" fmla="*/ 15309 h 56281"/>
                <a:gd name="connsiteX174" fmla="*/ 141504 w 378742"/>
                <a:gd name="connsiteY174" fmla="*/ 15309 h 56281"/>
                <a:gd name="connsiteX175" fmla="*/ 151967 w 378742"/>
                <a:gd name="connsiteY175" fmla="*/ 18062 h 56281"/>
                <a:gd name="connsiteX176" fmla="*/ 158685 w 378742"/>
                <a:gd name="connsiteY176" fmla="*/ 25442 h 56281"/>
                <a:gd name="connsiteX177" fmla="*/ 161108 w 378742"/>
                <a:gd name="connsiteY177" fmla="*/ 35795 h 56281"/>
                <a:gd name="connsiteX178" fmla="*/ 161108 w 378742"/>
                <a:gd name="connsiteY178" fmla="*/ 37557 h 56281"/>
                <a:gd name="connsiteX179" fmla="*/ 160448 w 378742"/>
                <a:gd name="connsiteY179" fmla="*/ 38218 h 56281"/>
                <a:gd name="connsiteX180" fmla="*/ 128728 w 378742"/>
                <a:gd name="connsiteY180" fmla="*/ 38218 h 56281"/>
                <a:gd name="connsiteX181" fmla="*/ 128067 w 378742"/>
                <a:gd name="connsiteY181" fmla="*/ 38989 h 56281"/>
                <a:gd name="connsiteX182" fmla="*/ 130159 w 378742"/>
                <a:gd name="connsiteY182" fmla="*/ 44606 h 56281"/>
                <a:gd name="connsiteX183" fmla="*/ 135006 w 378742"/>
                <a:gd name="connsiteY183" fmla="*/ 49232 h 56281"/>
                <a:gd name="connsiteX184" fmla="*/ 141944 w 378742"/>
                <a:gd name="connsiteY184" fmla="*/ 50884 h 56281"/>
                <a:gd name="connsiteX185" fmla="*/ 148993 w 378742"/>
                <a:gd name="connsiteY185" fmla="*/ 49011 h 56281"/>
                <a:gd name="connsiteX186" fmla="*/ 153289 w 378742"/>
                <a:gd name="connsiteY186" fmla="*/ 44496 h 56281"/>
                <a:gd name="connsiteX187" fmla="*/ 153839 w 378742"/>
                <a:gd name="connsiteY187" fmla="*/ 44165 h 56281"/>
                <a:gd name="connsiteX188" fmla="*/ 159016 w 378742"/>
                <a:gd name="connsiteY188" fmla="*/ 44165 h 56281"/>
                <a:gd name="connsiteX189" fmla="*/ 159566 w 378742"/>
                <a:gd name="connsiteY189" fmla="*/ 45046 h 56281"/>
                <a:gd name="connsiteX190" fmla="*/ 153399 w 378742"/>
                <a:gd name="connsiteY190" fmla="*/ 52866 h 56281"/>
                <a:gd name="connsiteX191" fmla="*/ 141944 w 378742"/>
                <a:gd name="connsiteY191" fmla="*/ 56280 h 56281"/>
                <a:gd name="connsiteX192" fmla="*/ 131371 w 378742"/>
                <a:gd name="connsiteY192" fmla="*/ 53527 h 56281"/>
                <a:gd name="connsiteX193" fmla="*/ 124322 w 378742"/>
                <a:gd name="connsiteY193" fmla="*/ 46148 h 56281"/>
                <a:gd name="connsiteX194" fmla="*/ 121789 w 378742"/>
                <a:gd name="connsiteY194" fmla="*/ 35795 h 56281"/>
                <a:gd name="connsiteX195" fmla="*/ 124212 w 378742"/>
                <a:gd name="connsiteY195" fmla="*/ 25442 h 56281"/>
                <a:gd name="connsiteX196" fmla="*/ 131041 w 378742"/>
                <a:gd name="connsiteY196" fmla="*/ 18062 h 56281"/>
                <a:gd name="connsiteX197" fmla="*/ 141504 w 378742"/>
                <a:gd name="connsiteY197" fmla="*/ 15309 h 56281"/>
                <a:gd name="connsiteX198" fmla="*/ 97449 w 378742"/>
                <a:gd name="connsiteY198" fmla="*/ 15309 h 56281"/>
                <a:gd name="connsiteX199" fmla="*/ 107912 w 378742"/>
                <a:gd name="connsiteY199" fmla="*/ 18062 h 56281"/>
                <a:gd name="connsiteX200" fmla="*/ 114630 w 378742"/>
                <a:gd name="connsiteY200" fmla="*/ 25442 h 56281"/>
                <a:gd name="connsiteX201" fmla="*/ 117053 w 378742"/>
                <a:gd name="connsiteY201" fmla="*/ 35795 h 56281"/>
                <a:gd name="connsiteX202" fmla="*/ 117053 w 378742"/>
                <a:gd name="connsiteY202" fmla="*/ 37557 h 56281"/>
                <a:gd name="connsiteX203" fmla="*/ 116393 w 378742"/>
                <a:gd name="connsiteY203" fmla="*/ 38218 h 56281"/>
                <a:gd name="connsiteX204" fmla="*/ 84673 w 378742"/>
                <a:gd name="connsiteY204" fmla="*/ 38218 h 56281"/>
                <a:gd name="connsiteX205" fmla="*/ 84012 w 378742"/>
                <a:gd name="connsiteY205" fmla="*/ 38989 h 56281"/>
                <a:gd name="connsiteX206" fmla="*/ 86105 w 378742"/>
                <a:gd name="connsiteY206" fmla="*/ 44606 h 56281"/>
                <a:gd name="connsiteX207" fmla="*/ 90951 w 378742"/>
                <a:gd name="connsiteY207" fmla="*/ 49232 h 56281"/>
                <a:gd name="connsiteX208" fmla="*/ 97889 w 378742"/>
                <a:gd name="connsiteY208" fmla="*/ 50884 h 56281"/>
                <a:gd name="connsiteX209" fmla="*/ 104938 w 378742"/>
                <a:gd name="connsiteY209" fmla="*/ 49011 h 56281"/>
                <a:gd name="connsiteX210" fmla="*/ 109234 w 378742"/>
                <a:gd name="connsiteY210" fmla="*/ 44496 h 56281"/>
                <a:gd name="connsiteX211" fmla="*/ 109784 w 378742"/>
                <a:gd name="connsiteY211" fmla="*/ 44165 h 56281"/>
                <a:gd name="connsiteX212" fmla="*/ 114961 w 378742"/>
                <a:gd name="connsiteY212" fmla="*/ 44165 h 56281"/>
                <a:gd name="connsiteX213" fmla="*/ 115511 w 378742"/>
                <a:gd name="connsiteY213" fmla="*/ 45046 h 56281"/>
                <a:gd name="connsiteX214" fmla="*/ 109344 w 378742"/>
                <a:gd name="connsiteY214" fmla="*/ 52866 h 56281"/>
                <a:gd name="connsiteX215" fmla="*/ 97889 w 378742"/>
                <a:gd name="connsiteY215" fmla="*/ 56280 h 56281"/>
                <a:gd name="connsiteX216" fmla="*/ 87316 w 378742"/>
                <a:gd name="connsiteY216" fmla="*/ 53527 h 56281"/>
                <a:gd name="connsiteX217" fmla="*/ 80267 w 378742"/>
                <a:gd name="connsiteY217" fmla="*/ 46148 h 56281"/>
                <a:gd name="connsiteX218" fmla="*/ 77734 w 378742"/>
                <a:gd name="connsiteY218" fmla="*/ 35795 h 56281"/>
                <a:gd name="connsiteX219" fmla="*/ 80157 w 378742"/>
                <a:gd name="connsiteY219" fmla="*/ 25442 h 56281"/>
                <a:gd name="connsiteX220" fmla="*/ 86986 w 378742"/>
                <a:gd name="connsiteY220" fmla="*/ 18062 h 56281"/>
                <a:gd name="connsiteX221" fmla="*/ 97449 w 378742"/>
                <a:gd name="connsiteY221" fmla="*/ 15309 h 56281"/>
                <a:gd name="connsiteX222" fmla="*/ 55375 w 378742"/>
                <a:gd name="connsiteY222" fmla="*/ 15309 h 56281"/>
                <a:gd name="connsiteX223" fmla="*/ 67381 w 378742"/>
                <a:gd name="connsiteY223" fmla="*/ 18944 h 56281"/>
                <a:gd name="connsiteX224" fmla="*/ 73769 w 378742"/>
                <a:gd name="connsiteY224" fmla="*/ 27534 h 56281"/>
                <a:gd name="connsiteX225" fmla="*/ 73218 w 378742"/>
                <a:gd name="connsiteY225" fmla="*/ 28305 h 56281"/>
                <a:gd name="connsiteX226" fmla="*/ 68041 w 378742"/>
                <a:gd name="connsiteY226" fmla="*/ 28305 h 56281"/>
                <a:gd name="connsiteX227" fmla="*/ 67491 w 378742"/>
                <a:gd name="connsiteY227" fmla="*/ 27975 h 56281"/>
                <a:gd name="connsiteX228" fmla="*/ 63305 w 378742"/>
                <a:gd name="connsiteY228" fmla="*/ 22798 h 56281"/>
                <a:gd name="connsiteX229" fmla="*/ 56146 w 378742"/>
                <a:gd name="connsiteY229" fmla="*/ 20706 h 56281"/>
                <a:gd name="connsiteX230" fmla="*/ 48547 w 378742"/>
                <a:gd name="connsiteY230" fmla="*/ 22798 h 56281"/>
                <a:gd name="connsiteX231" fmla="*/ 43591 w 378742"/>
                <a:gd name="connsiteY231" fmla="*/ 28305 h 56281"/>
                <a:gd name="connsiteX232" fmla="*/ 41828 w 378742"/>
                <a:gd name="connsiteY232" fmla="*/ 35795 h 56281"/>
                <a:gd name="connsiteX233" fmla="*/ 43591 w 378742"/>
                <a:gd name="connsiteY233" fmla="*/ 43284 h 56281"/>
                <a:gd name="connsiteX234" fmla="*/ 48547 w 378742"/>
                <a:gd name="connsiteY234" fmla="*/ 48791 h 56281"/>
                <a:gd name="connsiteX235" fmla="*/ 56146 w 378742"/>
                <a:gd name="connsiteY235" fmla="*/ 50884 h 56281"/>
                <a:gd name="connsiteX236" fmla="*/ 63305 w 378742"/>
                <a:gd name="connsiteY236" fmla="*/ 48791 h 56281"/>
                <a:gd name="connsiteX237" fmla="*/ 67491 w 378742"/>
                <a:gd name="connsiteY237" fmla="*/ 43615 h 56281"/>
                <a:gd name="connsiteX238" fmla="*/ 68041 w 378742"/>
                <a:gd name="connsiteY238" fmla="*/ 43284 h 56281"/>
                <a:gd name="connsiteX239" fmla="*/ 73218 w 378742"/>
                <a:gd name="connsiteY239" fmla="*/ 43284 h 56281"/>
                <a:gd name="connsiteX240" fmla="*/ 73769 w 378742"/>
                <a:gd name="connsiteY240" fmla="*/ 44055 h 56281"/>
                <a:gd name="connsiteX241" fmla="*/ 67381 w 378742"/>
                <a:gd name="connsiteY241" fmla="*/ 52646 h 56281"/>
                <a:gd name="connsiteX242" fmla="*/ 55375 w 378742"/>
                <a:gd name="connsiteY242" fmla="*/ 56280 h 56281"/>
                <a:gd name="connsiteX243" fmla="*/ 45022 w 378742"/>
                <a:gd name="connsiteY243" fmla="*/ 53527 h 56281"/>
                <a:gd name="connsiteX244" fmla="*/ 38304 w 378742"/>
                <a:gd name="connsiteY244" fmla="*/ 46148 h 56281"/>
                <a:gd name="connsiteX245" fmla="*/ 35881 w 378742"/>
                <a:gd name="connsiteY245" fmla="*/ 35795 h 56281"/>
                <a:gd name="connsiteX246" fmla="*/ 38304 w 378742"/>
                <a:gd name="connsiteY246" fmla="*/ 25442 h 56281"/>
                <a:gd name="connsiteX247" fmla="*/ 45022 w 378742"/>
                <a:gd name="connsiteY247" fmla="*/ 18062 h 56281"/>
                <a:gd name="connsiteX248" fmla="*/ 55375 w 378742"/>
                <a:gd name="connsiteY248" fmla="*/ 15309 h 56281"/>
                <a:gd name="connsiteX249" fmla="*/ 200098 w 378742"/>
                <a:gd name="connsiteY249" fmla="*/ 0 h 56281"/>
                <a:gd name="connsiteX250" fmla="*/ 204834 w 378742"/>
                <a:gd name="connsiteY250" fmla="*/ 0 h 56281"/>
                <a:gd name="connsiteX251" fmla="*/ 205495 w 378742"/>
                <a:gd name="connsiteY251" fmla="*/ 661 h 56281"/>
                <a:gd name="connsiteX252" fmla="*/ 205495 w 378742"/>
                <a:gd name="connsiteY252" fmla="*/ 54849 h 56281"/>
                <a:gd name="connsiteX253" fmla="*/ 204834 w 378742"/>
                <a:gd name="connsiteY253" fmla="*/ 55510 h 56281"/>
                <a:gd name="connsiteX254" fmla="*/ 200098 w 378742"/>
                <a:gd name="connsiteY254" fmla="*/ 55510 h 56281"/>
                <a:gd name="connsiteX255" fmla="*/ 199437 w 378742"/>
                <a:gd name="connsiteY255" fmla="*/ 54849 h 56281"/>
                <a:gd name="connsiteX256" fmla="*/ 199437 w 378742"/>
                <a:gd name="connsiteY256" fmla="*/ 50884 h 56281"/>
                <a:gd name="connsiteX257" fmla="*/ 198336 w 378742"/>
                <a:gd name="connsiteY257" fmla="*/ 50443 h 56281"/>
                <a:gd name="connsiteX258" fmla="*/ 193710 w 378742"/>
                <a:gd name="connsiteY258" fmla="*/ 54188 h 56281"/>
                <a:gd name="connsiteX259" fmla="*/ 185229 w 378742"/>
                <a:gd name="connsiteY259" fmla="*/ 56281 h 56281"/>
                <a:gd name="connsiteX260" fmla="*/ 175097 w 378742"/>
                <a:gd name="connsiteY260" fmla="*/ 53527 h 56281"/>
                <a:gd name="connsiteX261" fmla="*/ 168378 w 378742"/>
                <a:gd name="connsiteY261" fmla="*/ 46148 h 56281"/>
                <a:gd name="connsiteX262" fmla="*/ 165955 w 378742"/>
                <a:gd name="connsiteY262" fmla="*/ 35795 h 56281"/>
                <a:gd name="connsiteX263" fmla="*/ 168378 w 378742"/>
                <a:gd name="connsiteY263" fmla="*/ 25442 h 56281"/>
                <a:gd name="connsiteX264" fmla="*/ 175097 w 378742"/>
                <a:gd name="connsiteY264" fmla="*/ 18063 h 56281"/>
                <a:gd name="connsiteX265" fmla="*/ 185229 w 378742"/>
                <a:gd name="connsiteY265" fmla="*/ 15309 h 56281"/>
                <a:gd name="connsiteX266" fmla="*/ 193710 w 378742"/>
                <a:gd name="connsiteY266" fmla="*/ 17182 h 56281"/>
                <a:gd name="connsiteX267" fmla="*/ 198336 w 378742"/>
                <a:gd name="connsiteY267" fmla="*/ 20926 h 56281"/>
                <a:gd name="connsiteX268" fmla="*/ 199437 w 378742"/>
                <a:gd name="connsiteY268" fmla="*/ 20486 h 56281"/>
                <a:gd name="connsiteX269" fmla="*/ 199437 w 378742"/>
                <a:gd name="connsiteY269" fmla="*/ 661 h 56281"/>
                <a:gd name="connsiteX270" fmla="*/ 200098 w 378742"/>
                <a:gd name="connsiteY270" fmla="*/ 0 h 5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378742" h="56281">
                  <a:moveTo>
                    <a:pt x="359248" y="20706"/>
                  </a:moveTo>
                  <a:cubicBezTo>
                    <a:pt x="355393" y="20706"/>
                    <a:pt x="352419" y="21807"/>
                    <a:pt x="350106" y="24120"/>
                  </a:cubicBezTo>
                  <a:cubicBezTo>
                    <a:pt x="348014" y="26213"/>
                    <a:pt x="346582" y="28746"/>
                    <a:pt x="345921" y="31830"/>
                  </a:cubicBezTo>
                  <a:cubicBezTo>
                    <a:pt x="345811" y="32270"/>
                    <a:pt x="346031" y="32601"/>
                    <a:pt x="346472" y="32601"/>
                  </a:cubicBezTo>
                  <a:lnTo>
                    <a:pt x="371914" y="32601"/>
                  </a:lnTo>
                  <a:cubicBezTo>
                    <a:pt x="372354" y="32601"/>
                    <a:pt x="372575" y="32270"/>
                    <a:pt x="372575" y="31830"/>
                  </a:cubicBezTo>
                  <a:cubicBezTo>
                    <a:pt x="371914" y="28746"/>
                    <a:pt x="370592" y="26213"/>
                    <a:pt x="368389" y="24120"/>
                  </a:cubicBezTo>
                  <a:cubicBezTo>
                    <a:pt x="366076" y="21807"/>
                    <a:pt x="362993" y="20706"/>
                    <a:pt x="359248" y="20706"/>
                  </a:cubicBezTo>
                  <a:close/>
                  <a:moveTo>
                    <a:pt x="231156" y="20706"/>
                  </a:moveTo>
                  <a:cubicBezTo>
                    <a:pt x="228293" y="20706"/>
                    <a:pt x="225759" y="21367"/>
                    <a:pt x="223667" y="22798"/>
                  </a:cubicBezTo>
                  <a:cubicBezTo>
                    <a:pt x="221574" y="24120"/>
                    <a:pt x="219922" y="25992"/>
                    <a:pt x="218821" y="28305"/>
                  </a:cubicBezTo>
                  <a:cubicBezTo>
                    <a:pt x="217719" y="30618"/>
                    <a:pt x="217169" y="33041"/>
                    <a:pt x="217169" y="35795"/>
                  </a:cubicBezTo>
                  <a:cubicBezTo>
                    <a:pt x="217169" y="38438"/>
                    <a:pt x="217719" y="40971"/>
                    <a:pt x="218821" y="43284"/>
                  </a:cubicBezTo>
                  <a:cubicBezTo>
                    <a:pt x="219922" y="45597"/>
                    <a:pt x="221574" y="47469"/>
                    <a:pt x="223667" y="48791"/>
                  </a:cubicBezTo>
                  <a:cubicBezTo>
                    <a:pt x="225759" y="50113"/>
                    <a:pt x="228293" y="50884"/>
                    <a:pt x="231156" y="50884"/>
                  </a:cubicBezTo>
                  <a:cubicBezTo>
                    <a:pt x="234130" y="50884"/>
                    <a:pt x="236663" y="50223"/>
                    <a:pt x="238646" y="48791"/>
                  </a:cubicBezTo>
                  <a:cubicBezTo>
                    <a:pt x="240628" y="47469"/>
                    <a:pt x="242170" y="45597"/>
                    <a:pt x="243271" y="43284"/>
                  </a:cubicBezTo>
                  <a:cubicBezTo>
                    <a:pt x="244373" y="40971"/>
                    <a:pt x="244813" y="38438"/>
                    <a:pt x="244813" y="35795"/>
                  </a:cubicBezTo>
                  <a:cubicBezTo>
                    <a:pt x="244813" y="33041"/>
                    <a:pt x="244263" y="30508"/>
                    <a:pt x="243271" y="28305"/>
                  </a:cubicBezTo>
                  <a:cubicBezTo>
                    <a:pt x="242170" y="25992"/>
                    <a:pt x="240628" y="24230"/>
                    <a:pt x="238646" y="22798"/>
                  </a:cubicBezTo>
                  <a:cubicBezTo>
                    <a:pt x="236663" y="21477"/>
                    <a:pt x="234130" y="20706"/>
                    <a:pt x="231156" y="20706"/>
                  </a:cubicBezTo>
                  <a:close/>
                  <a:moveTo>
                    <a:pt x="186000" y="20706"/>
                  </a:moveTo>
                  <a:cubicBezTo>
                    <a:pt x="183137" y="20706"/>
                    <a:pt x="180603" y="21367"/>
                    <a:pt x="178511" y="22799"/>
                  </a:cubicBezTo>
                  <a:cubicBezTo>
                    <a:pt x="176418" y="24120"/>
                    <a:pt x="174766" y="25993"/>
                    <a:pt x="173665" y="28306"/>
                  </a:cubicBezTo>
                  <a:cubicBezTo>
                    <a:pt x="172563" y="30618"/>
                    <a:pt x="172013" y="33042"/>
                    <a:pt x="172013" y="35795"/>
                  </a:cubicBezTo>
                  <a:cubicBezTo>
                    <a:pt x="172013" y="38438"/>
                    <a:pt x="172563" y="40971"/>
                    <a:pt x="173665" y="43284"/>
                  </a:cubicBezTo>
                  <a:cubicBezTo>
                    <a:pt x="174766" y="45597"/>
                    <a:pt x="176418" y="47470"/>
                    <a:pt x="178511" y="48791"/>
                  </a:cubicBezTo>
                  <a:cubicBezTo>
                    <a:pt x="180603" y="50113"/>
                    <a:pt x="183137" y="50884"/>
                    <a:pt x="186000" y="50884"/>
                  </a:cubicBezTo>
                  <a:cubicBezTo>
                    <a:pt x="188974" y="50884"/>
                    <a:pt x="191507" y="50223"/>
                    <a:pt x="193490" y="48791"/>
                  </a:cubicBezTo>
                  <a:cubicBezTo>
                    <a:pt x="195472" y="47470"/>
                    <a:pt x="197014" y="45597"/>
                    <a:pt x="198115" y="43284"/>
                  </a:cubicBezTo>
                  <a:cubicBezTo>
                    <a:pt x="199217" y="40971"/>
                    <a:pt x="199657" y="38438"/>
                    <a:pt x="199657" y="35795"/>
                  </a:cubicBezTo>
                  <a:cubicBezTo>
                    <a:pt x="199657" y="33042"/>
                    <a:pt x="199107" y="30508"/>
                    <a:pt x="198115" y="28306"/>
                  </a:cubicBezTo>
                  <a:cubicBezTo>
                    <a:pt x="197014" y="25993"/>
                    <a:pt x="195472" y="24230"/>
                    <a:pt x="193490" y="22799"/>
                  </a:cubicBezTo>
                  <a:cubicBezTo>
                    <a:pt x="191507" y="21477"/>
                    <a:pt x="188974" y="20706"/>
                    <a:pt x="186000" y="20706"/>
                  </a:cubicBezTo>
                  <a:close/>
                  <a:moveTo>
                    <a:pt x="141614" y="20706"/>
                  </a:moveTo>
                  <a:cubicBezTo>
                    <a:pt x="137759" y="20706"/>
                    <a:pt x="134785" y="21807"/>
                    <a:pt x="132472" y="24120"/>
                  </a:cubicBezTo>
                  <a:cubicBezTo>
                    <a:pt x="130380" y="26213"/>
                    <a:pt x="128948" y="28746"/>
                    <a:pt x="128287" y="31830"/>
                  </a:cubicBezTo>
                  <a:cubicBezTo>
                    <a:pt x="128177" y="32270"/>
                    <a:pt x="128507" y="32601"/>
                    <a:pt x="128838" y="32601"/>
                  </a:cubicBezTo>
                  <a:lnTo>
                    <a:pt x="154280" y="32601"/>
                  </a:lnTo>
                  <a:cubicBezTo>
                    <a:pt x="154720" y="32601"/>
                    <a:pt x="154941" y="32270"/>
                    <a:pt x="154941" y="31830"/>
                  </a:cubicBezTo>
                  <a:cubicBezTo>
                    <a:pt x="154280" y="28746"/>
                    <a:pt x="152958" y="26213"/>
                    <a:pt x="150755" y="24120"/>
                  </a:cubicBezTo>
                  <a:cubicBezTo>
                    <a:pt x="148442" y="21807"/>
                    <a:pt x="145359" y="20706"/>
                    <a:pt x="141614" y="20706"/>
                  </a:cubicBezTo>
                  <a:close/>
                  <a:moveTo>
                    <a:pt x="97559" y="20706"/>
                  </a:moveTo>
                  <a:cubicBezTo>
                    <a:pt x="93814" y="20706"/>
                    <a:pt x="90730" y="21807"/>
                    <a:pt x="88417" y="24120"/>
                  </a:cubicBezTo>
                  <a:cubicBezTo>
                    <a:pt x="86325" y="26213"/>
                    <a:pt x="84893" y="28746"/>
                    <a:pt x="84232" y="31830"/>
                  </a:cubicBezTo>
                  <a:cubicBezTo>
                    <a:pt x="84012" y="32270"/>
                    <a:pt x="84342" y="32601"/>
                    <a:pt x="84783" y="32601"/>
                  </a:cubicBezTo>
                  <a:lnTo>
                    <a:pt x="110225" y="32601"/>
                  </a:lnTo>
                  <a:cubicBezTo>
                    <a:pt x="110665" y="32601"/>
                    <a:pt x="110886" y="32270"/>
                    <a:pt x="110886" y="31830"/>
                  </a:cubicBezTo>
                  <a:cubicBezTo>
                    <a:pt x="110225" y="28746"/>
                    <a:pt x="108903" y="26213"/>
                    <a:pt x="106700" y="24120"/>
                  </a:cubicBezTo>
                  <a:cubicBezTo>
                    <a:pt x="104387" y="21807"/>
                    <a:pt x="101304" y="20706"/>
                    <a:pt x="97559" y="20706"/>
                  </a:cubicBezTo>
                  <a:close/>
                  <a:moveTo>
                    <a:pt x="1518" y="15970"/>
                  </a:moveTo>
                  <a:lnTo>
                    <a:pt x="7576" y="15970"/>
                  </a:lnTo>
                  <a:cubicBezTo>
                    <a:pt x="7796" y="15970"/>
                    <a:pt x="8016" y="16080"/>
                    <a:pt x="8127" y="16190"/>
                  </a:cubicBezTo>
                  <a:lnTo>
                    <a:pt x="17598" y="30178"/>
                  </a:lnTo>
                  <a:cubicBezTo>
                    <a:pt x="17819" y="30508"/>
                    <a:pt x="18369" y="30508"/>
                    <a:pt x="18590" y="30178"/>
                  </a:cubicBezTo>
                  <a:lnTo>
                    <a:pt x="28062" y="16190"/>
                  </a:lnTo>
                  <a:cubicBezTo>
                    <a:pt x="28172" y="15970"/>
                    <a:pt x="28392" y="15970"/>
                    <a:pt x="28612" y="15970"/>
                  </a:cubicBezTo>
                  <a:lnTo>
                    <a:pt x="34670" y="15970"/>
                  </a:lnTo>
                  <a:cubicBezTo>
                    <a:pt x="35221" y="15970"/>
                    <a:pt x="35441" y="16521"/>
                    <a:pt x="35110" y="16961"/>
                  </a:cubicBezTo>
                  <a:lnTo>
                    <a:pt x="21894" y="34804"/>
                  </a:lnTo>
                  <a:cubicBezTo>
                    <a:pt x="21784" y="35024"/>
                    <a:pt x="21784" y="35354"/>
                    <a:pt x="21894" y="35575"/>
                  </a:cubicBezTo>
                  <a:lnTo>
                    <a:pt x="36212" y="54629"/>
                  </a:lnTo>
                  <a:cubicBezTo>
                    <a:pt x="36542" y="55069"/>
                    <a:pt x="36212" y="55620"/>
                    <a:pt x="35771" y="55620"/>
                  </a:cubicBezTo>
                  <a:lnTo>
                    <a:pt x="29603" y="55620"/>
                  </a:lnTo>
                  <a:cubicBezTo>
                    <a:pt x="29383" y="55620"/>
                    <a:pt x="29163" y="55510"/>
                    <a:pt x="29053" y="55400"/>
                  </a:cubicBezTo>
                  <a:lnTo>
                    <a:pt x="18590" y="40200"/>
                  </a:lnTo>
                  <a:cubicBezTo>
                    <a:pt x="18369" y="39870"/>
                    <a:pt x="17819" y="39870"/>
                    <a:pt x="17598" y="40200"/>
                  </a:cubicBezTo>
                  <a:lnTo>
                    <a:pt x="7025" y="55400"/>
                  </a:lnTo>
                  <a:cubicBezTo>
                    <a:pt x="6915" y="55510"/>
                    <a:pt x="6695" y="55620"/>
                    <a:pt x="6474" y="55620"/>
                  </a:cubicBezTo>
                  <a:lnTo>
                    <a:pt x="527" y="55620"/>
                  </a:lnTo>
                  <a:cubicBezTo>
                    <a:pt x="86" y="55620"/>
                    <a:pt x="-134" y="55069"/>
                    <a:pt x="86" y="54629"/>
                  </a:cubicBezTo>
                  <a:lnTo>
                    <a:pt x="14404" y="35575"/>
                  </a:lnTo>
                  <a:cubicBezTo>
                    <a:pt x="14515" y="35354"/>
                    <a:pt x="14515" y="35024"/>
                    <a:pt x="14404" y="34804"/>
                  </a:cubicBezTo>
                  <a:lnTo>
                    <a:pt x="1078" y="16961"/>
                  </a:lnTo>
                  <a:cubicBezTo>
                    <a:pt x="747" y="16521"/>
                    <a:pt x="1078" y="15970"/>
                    <a:pt x="1518" y="15970"/>
                  </a:cubicBezTo>
                  <a:close/>
                  <a:moveTo>
                    <a:pt x="276864" y="15419"/>
                  </a:moveTo>
                  <a:cubicBezTo>
                    <a:pt x="279618" y="15419"/>
                    <a:pt x="282151" y="16080"/>
                    <a:pt x="284574" y="17401"/>
                  </a:cubicBezTo>
                  <a:cubicBezTo>
                    <a:pt x="286997" y="18723"/>
                    <a:pt x="288979" y="20596"/>
                    <a:pt x="290411" y="23239"/>
                  </a:cubicBezTo>
                  <a:cubicBezTo>
                    <a:pt x="291953" y="25772"/>
                    <a:pt x="292614" y="28966"/>
                    <a:pt x="292614" y="32711"/>
                  </a:cubicBezTo>
                  <a:lnTo>
                    <a:pt x="292614" y="55179"/>
                  </a:lnTo>
                  <a:cubicBezTo>
                    <a:pt x="292614" y="55509"/>
                    <a:pt x="292394" y="55840"/>
                    <a:pt x="291953" y="55840"/>
                  </a:cubicBezTo>
                  <a:lnTo>
                    <a:pt x="287217" y="55840"/>
                  </a:lnTo>
                  <a:cubicBezTo>
                    <a:pt x="286887" y="55840"/>
                    <a:pt x="286556" y="55620"/>
                    <a:pt x="286556" y="55179"/>
                  </a:cubicBezTo>
                  <a:lnTo>
                    <a:pt x="286556" y="32711"/>
                  </a:lnTo>
                  <a:cubicBezTo>
                    <a:pt x="286556" y="29076"/>
                    <a:pt x="285565" y="26213"/>
                    <a:pt x="283473" y="24010"/>
                  </a:cubicBezTo>
                  <a:cubicBezTo>
                    <a:pt x="281380" y="21807"/>
                    <a:pt x="278737" y="20706"/>
                    <a:pt x="275432" y="20706"/>
                  </a:cubicBezTo>
                  <a:cubicBezTo>
                    <a:pt x="273230" y="20706"/>
                    <a:pt x="271247" y="21256"/>
                    <a:pt x="269375" y="22248"/>
                  </a:cubicBezTo>
                  <a:cubicBezTo>
                    <a:pt x="267613" y="23239"/>
                    <a:pt x="266181" y="24671"/>
                    <a:pt x="265079" y="26433"/>
                  </a:cubicBezTo>
                  <a:cubicBezTo>
                    <a:pt x="263978" y="28305"/>
                    <a:pt x="263427" y="30398"/>
                    <a:pt x="263427" y="32711"/>
                  </a:cubicBezTo>
                  <a:lnTo>
                    <a:pt x="263427" y="54959"/>
                  </a:lnTo>
                  <a:cubicBezTo>
                    <a:pt x="263427" y="55289"/>
                    <a:pt x="263207" y="55620"/>
                    <a:pt x="262767" y="55620"/>
                  </a:cubicBezTo>
                  <a:lnTo>
                    <a:pt x="258031" y="55620"/>
                  </a:lnTo>
                  <a:cubicBezTo>
                    <a:pt x="257920" y="55620"/>
                    <a:pt x="257590" y="55289"/>
                    <a:pt x="257590" y="54959"/>
                  </a:cubicBezTo>
                  <a:lnTo>
                    <a:pt x="257590" y="16631"/>
                  </a:lnTo>
                  <a:cubicBezTo>
                    <a:pt x="257590" y="16300"/>
                    <a:pt x="257810" y="15970"/>
                    <a:pt x="258251" y="15970"/>
                  </a:cubicBezTo>
                  <a:lnTo>
                    <a:pt x="262987" y="15970"/>
                  </a:lnTo>
                  <a:cubicBezTo>
                    <a:pt x="263317" y="15970"/>
                    <a:pt x="263648" y="16190"/>
                    <a:pt x="263648" y="16631"/>
                  </a:cubicBezTo>
                  <a:lnTo>
                    <a:pt x="263648" y="20485"/>
                  </a:lnTo>
                  <a:cubicBezTo>
                    <a:pt x="263648" y="21036"/>
                    <a:pt x="264308" y="21256"/>
                    <a:pt x="264749" y="20926"/>
                  </a:cubicBezTo>
                  <a:cubicBezTo>
                    <a:pt x="265961" y="19604"/>
                    <a:pt x="267392" y="18393"/>
                    <a:pt x="268934" y="17401"/>
                  </a:cubicBezTo>
                  <a:cubicBezTo>
                    <a:pt x="271027" y="16080"/>
                    <a:pt x="273670" y="15419"/>
                    <a:pt x="276864" y="15419"/>
                  </a:cubicBezTo>
                  <a:close/>
                  <a:moveTo>
                    <a:pt x="359138" y="15309"/>
                  </a:moveTo>
                  <a:cubicBezTo>
                    <a:pt x="363213" y="15309"/>
                    <a:pt x="366737" y="16190"/>
                    <a:pt x="369601" y="18062"/>
                  </a:cubicBezTo>
                  <a:cubicBezTo>
                    <a:pt x="372575" y="19935"/>
                    <a:pt x="374777" y="22358"/>
                    <a:pt x="376319" y="25442"/>
                  </a:cubicBezTo>
                  <a:cubicBezTo>
                    <a:pt x="377861" y="28526"/>
                    <a:pt x="378742" y="31940"/>
                    <a:pt x="378742" y="35795"/>
                  </a:cubicBezTo>
                  <a:lnTo>
                    <a:pt x="378742" y="37557"/>
                  </a:lnTo>
                  <a:cubicBezTo>
                    <a:pt x="378742" y="37887"/>
                    <a:pt x="378522" y="38218"/>
                    <a:pt x="378082" y="38218"/>
                  </a:cubicBezTo>
                  <a:lnTo>
                    <a:pt x="346252" y="38218"/>
                  </a:lnTo>
                  <a:cubicBezTo>
                    <a:pt x="345921" y="38218"/>
                    <a:pt x="345591" y="38548"/>
                    <a:pt x="345591" y="38989"/>
                  </a:cubicBezTo>
                  <a:cubicBezTo>
                    <a:pt x="345921" y="41081"/>
                    <a:pt x="346692" y="42954"/>
                    <a:pt x="347683" y="44606"/>
                  </a:cubicBezTo>
                  <a:cubicBezTo>
                    <a:pt x="348895" y="46588"/>
                    <a:pt x="350437" y="48020"/>
                    <a:pt x="352529" y="49232"/>
                  </a:cubicBezTo>
                  <a:cubicBezTo>
                    <a:pt x="354512" y="50333"/>
                    <a:pt x="356825" y="50884"/>
                    <a:pt x="359468" y="50884"/>
                  </a:cubicBezTo>
                  <a:cubicBezTo>
                    <a:pt x="362222" y="50884"/>
                    <a:pt x="364645" y="50223"/>
                    <a:pt x="366517" y="49011"/>
                  </a:cubicBezTo>
                  <a:cubicBezTo>
                    <a:pt x="368279" y="47800"/>
                    <a:pt x="369711" y="46368"/>
                    <a:pt x="370812" y="44496"/>
                  </a:cubicBezTo>
                  <a:cubicBezTo>
                    <a:pt x="370923" y="44275"/>
                    <a:pt x="371143" y="44165"/>
                    <a:pt x="371363" y="44165"/>
                  </a:cubicBezTo>
                  <a:lnTo>
                    <a:pt x="376540" y="44165"/>
                  </a:lnTo>
                  <a:cubicBezTo>
                    <a:pt x="376980" y="44165"/>
                    <a:pt x="377311" y="44606"/>
                    <a:pt x="377090" y="45046"/>
                  </a:cubicBezTo>
                  <a:cubicBezTo>
                    <a:pt x="375659" y="48240"/>
                    <a:pt x="373676" y="50774"/>
                    <a:pt x="370923" y="52866"/>
                  </a:cubicBezTo>
                  <a:cubicBezTo>
                    <a:pt x="368169" y="55069"/>
                    <a:pt x="364314" y="56280"/>
                    <a:pt x="359578" y="56280"/>
                  </a:cubicBezTo>
                  <a:cubicBezTo>
                    <a:pt x="355613" y="56280"/>
                    <a:pt x="352089" y="55399"/>
                    <a:pt x="349005" y="53527"/>
                  </a:cubicBezTo>
                  <a:cubicBezTo>
                    <a:pt x="346031" y="51655"/>
                    <a:pt x="343608" y="49232"/>
                    <a:pt x="341956" y="46148"/>
                  </a:cubicBezTo>
                  <a:cubicBezTo>
                    <a:pt x="340304" y="43064"/>
                    <a:pt x="339423" y="39650"/>
                    <a:pt x="339423" y="35795"/>
                  </a:cubicBezTo>
                  <a:cubicBezTo>
                    <a:pt x="339423" y="31940"/>
                    <a:pt x="340194" y="28526"/>
                    <a:pt x="341846" y="25442"/>
                  </a:cubicBezTo>
                  <a:cubicBezTo>
                    <a:pt x="343388" y="22358"/>
                    <a:pt x="345701" y="19935"/>
                    <a:pt x="348675" y="18062"/>
                  </a:cubicBezTo>
                  <a:cubicBezTo>
                    <a:pt x="351648" y="16190"/>
                    <a:pt x="355173" y="15309"/>
                    <a:pt x="359138" y="15309"/>
                  </a:cubicBezTo>
                  <a:close/>
                  <a:moveTo>
                    <a:pt x="317064" y="15309"/>
                  </a:moveTo>
                  <a:cubicBezTo>
                    <a:pt x="321800" y="15309"/>
                    <a:pt x="325765" y="16521"/>
                    <a:pt x="329070" y="18944"/>
                  </a:cubicBezTo>
                  <a:cubicBezTo>
                    <a:pt x="332153" y="21146"/>
                    <a:pt x="334246" y="24120"/>
                    <a:pt x="335458" y="27534"/>
                  </a:cubicBezTo>
                  <a:cubicBezTo>
                    <a:pt x="335568" y="27975"/>
                    <a:pt x="335237" y="28305"/>
                    <a:pt x="334907" y="28305"/>
                  </a:cubicBezTo>
                  <a:lnTo>
                    <a:pt x="329730" y="28305"/>
                  </a:lnTo>
                  <a:cubicBezTo>
                    <a:pt x="329510" y="28305"/>
                    <a:pt x="329290" y="28195"/>
                    <a:pt x="329180" y="27975"/>
                  </a:cubicBezTo>
                  <a:cubicBezTo>
                    <a:pt x="328299" y="25882"/>
                    <a:pt x="326867" y="24120"/>
                    <a:pt x="324994" y="22798"/>
                  </a:cubicBezTo>
                  <a:cubicBezTo>
                    <a:pt x="323012" y="21367"/>
                    <a:pt x="320589" y="20706"/>
                    <a:pt x="317835" y="20706"/>
                  </a:cubicBezTo>
                  <a:cubicBezTo>
                    <a:pt x="314972" y="20706"/>
                    <a:pt x="312439" y="21367"/>
                    <a:pt x="310236" y="22798"/>
                  </a:cubicBezTo>
                  <a:cubicBezTo>
                    <a:pt x="308033" y="24120"/>
                    <a:pt x="306381" y="25992"/>
                    <a:pt x="305280" y="28305"/>
                  </a:cubicBezTo>
                  <a:cubicBezTo>
                    <a:pt x="304068" y="30618"/>
                    <a:pt x="303517" y="33041"/>
                    <a:pt x="303517" y="35795"/>
                  </a:cubicBezTo>
                  <a:cubicBezTo>
                    <a:pt x="303517" y="38438"/>
                    <a:pt x="304068" y="40971"/>
                    <a:pt x="305280" y="43284"/>
                  </a:cubicBezTo>
                  <a:cubicBezTo>
                    <a:pt x="306491" y="45597"/>
                    <a:pt x="308143" y="47469"/>
                    <a:pt x="310236" y="48791"/>
                  </a:cubicBezTo>
                  <a:cubicBezTo>
                    <a:pt x="312439" y="50113"/>
                    <a:pt x="314972" y="50884"/>
                    <a:pt x="317835" y="50884"/>
                  </a:cubicBezTo>
                  <a:cubicBezTo>
                    <a:pt x="320589" y="50884"/>
                    <a:pt x="323012" y="50223"/>
                    <a:pt x="324994" y="48791"/>
                  </a:cubicBezTo>
                  <a:cubicBezTo>
                    <a:pt x="326867" y="47469"/>
                    <a:pt x="328299" y="45707"/>
                    <a:pt x="329180" y="43615"/>
                  </a:cubicBezTo>
                  <a:cubicBezTo>
                    <a:pt x="329290" y="43394"/>
                    <a:pt x="329510" y="43284"/>
                    <a:pt x="329730" y="43284"/>
                  </a:cubicBezTo>
                  <a:lnTo>
                    <a:pt x="334907" y="43284"/>
                  </a:lnTo>
                  <a:cubicBezTo>
                    <a:pt x="335347" y="43284"/>
                    <a:pt x="335678" y="43725"/>
                    <a:pt x="335458" y="44055"/>
                  </a:cubicBezTo>
                  <a:cubicBezTo>
                    <a:pt x="334246" y="47580"/>
                    <a:pt x="332043" y="50443"/>
                    <a:pt x="329070" y="52646"/>
                  </a:cubicBezTo>
                  <a:cubicBezTo>
                    <a:pt x="325765" y="55069"/>
                    <a:pt x="321800" y="56280"/>
                    <a:pt x="317064" y="56280"/>
                  </a:cubicBezTo>
                  <a:cubicBezTo>
                    <a:pt x="313100" y="56280"/>
                    <a:pt x="309685" y="55399"/>
                    <a:pt x="306712" y="53527"/>
                  </a:cubicBezTo>
                  <a:cubicBezTo>
                    <a:pt x="303848" y="51655"/>
                    <a:pt x="301535" y="49232"/>
                    <a:pt x="299993" y="46148"/>
                  </a:cubicBezTo>
                  <a:cubicBezTo>
                    <a:pt x="298341" y="43064"/>
                    <a:pt x="297570" y="39650"/>
                    <a:pt x="297570" y="35795"/>
                  </a:cubicBezTo>
                  <a:cubicBezTo>
                    <a:pt x="297570" y="31940"/>
                    <a:pt x="298341" y="28526"/>
                    <a:pt x="299993" y="25442"/>
                  </a:cubicBezTo>
                  <a:cubicBezTo>
                    <a:pt x="301645" y="22358"/>
                    <a:pt x="303848" y="19935"/>
                    <a:pt x="306712" y="18062"/>
                  </a:cubicBezTo>
                  <a:cubicBezTo>
                    <a:pt x="309575" y="16190"/>
                    <a:pt x="313100" y="15309"/>
                    <a:pt x="317064" y="15309"/>
                  </a:cubicBezTo>
                  <a:close/>
                  <a:moveTo>
                    <a:pt x="230385" y="15309"/>
                  </a:moveTo>
                  <a:cubicBezTo>
                    <a:pt x="233689" y="15309"/>
                    <a:pt x="236443" y="15970"/>
                    <a:pt x="238866" y="17181"/>
                  </a:cubicBezTo>
                  <a:cubicBezTo>
                    <a:pt x="240628" y="18173"/>
                    <a:pt x="242280" y="19384"/>
                    <a:pt x="243492" y="20926"/>
                  </a:cubicBezTo>
                  <a:cubicBezTo>
                    <a:pt x="243822" y="21367"/>
                    <a:pt x="244593" y="21146"/>
                    <a:pt x="244593" y="20486"/>
                  </a:cubicBezTo>
                  <a:lnTo>
                    <a:pt x="244593" y="16521"/>
                  </a:lnTo>
                  <a:cubicBezTo>
                    <a:pt x="244593" y="16190"/>
                    <a:pt x="244813" y="15860"/>
                    <a:pt x="245254" y="15860"/>
                  </a:cubicBezTo>
                  <a:lnTo>
                    <a:pt x="249990" y="15860"/>
                  </a:lnTo>
                  <a:cubicBezTo>
                    <a:pt x="250320" y="15860"/>
                    <a:pt x="250651" y="16080"/>
                    <a:pt x="250651" y="16521"/>
                  </a:cubicBezTo>
                  <a:lnTo>
                    <a:pt x="250651" y="54849"/>
                  </a:lnTo>
                  <a:cubicBezTo>
                    <a:pt x="250651" y="55179"/>
                    <a:pt x="250430" y="55510"/>
                    <a:pt x="249990" y="55510"/>
                  </a:cubicBezTo>
                  <a:lnTo>
                    <a:pt x="245254" y="55510"/>
                  </a:lnTo>
                  <a:cubicBezTo>
                    <a:pt x="244923" y="55510"/>
                    <a:pt x="244593" y="55289"/>
                    <a:pt x="244593" y="54849"/>
                  </a:cubicBezTo>
                  <a:lnTo>
                    <a:pt x="244593" y="50884"/>
                  </a:lnTo>
                  <a:cubicBezTo>
                    <a:pt x="244593" y="50333"/>
                    <a:pt x="243932" y="50113"/>
                    <a:pt x="243492" y="50443"/>
                  </a:cubicBezTo>
                  <a:cubicBezTo>
                    <a:pt x="242170" y="51985"/>
                    <a:pt x="240628" y="53197"/>
                    <a:pt x="238866" y="54188"/>
                  </a:cubicBezTo>
                  <a:cubicBezTo>
                    <a:pt x="236443" y="55620"/>
                    <a:pt x="233689" y="56280"/>
                    <a:pt x="230385" y="56280"/>
                  </a:cubicBezTo>
                  <a:cubicBezTo>
                    <a:pt x="226530" y="56280"/>
                    <a:pt x="223116" y="55399"/>
                    <a:pt x="220253" y="53527"/>
                  </a:cubicBezTo>
                  <a:cubicBezTo>
                    <a:pt x="217389" y="51655"/>
                    <a:pt x="215186" y="49232"/>
                    <a:pt x="213534" y="46148"/>
                  </a:cubicBezTo>
                  <a:cubicBezTo>
                    <a:pt x="211992" y="43064"/>
                    <a:pt x="211111" y="39650"/>
                    <a:pt x="211111" y="35795"/>
                  </a:cubicBezTo>
                  <a:cubicBezTo>
                    <a:pt x="211111" y="31940"/>
                    <a:pt x="211882" y="28526"/>
                    <a:pt x="213534" y="25442"/>
                  </a:cubicBezTo>
                  <a:cubicBezTo>
                    <a:pt x="215076" y="22358"/>
                    <a:pt x="217389" y="19935"/>
                    <a:pt x="220253" y="18062"/>
                  </a:cubicBezTo>
                  <a:cubicBezTo>
                    <a:pt x="223116" y="16190"/>
                    <a:pt x="226530" y="15309"/>
                    <a:pt x="230385" y="15309"/>
                  </a:cubicBezTo>
                  <a:close/>
                  <a:moveTo>
                    <a:pt x="141504" y="15309"/>
                  </a:moveTo>
                  <a:cubicBezTo>
                    <a:pt x="145579" y="15309"/>
                    <a:pt x="149103" y="16190"/>
                    <a:pt x="151967" y="18062"/>
                  </a:cubicBezTo>
                  <a:cubicBezTo>
                    <a:pt x="154941" y="19935"/>
                    <a:pt x="157143" y="22358"/>
                    <a:pt x="158685" y="25442"/>
                  </a:cubicBezTo>
                  <a:cubicBezTo>
                    <a:pt x="160227" y="28526"/>
                    <a:pt x="161108" y="31940"/>
                    <a:pt x="161108" y="35795"/>
                  </a:cubicBezTo>
                  <a:lnTo>
                    <a:pt x="161108" y="37557"/>
                  </a:lnTo>
                  <a:cubicBezTo>
                    <a:pt x="161108" y="37887"/>
                    <a:pt x="160888" y="38218"/>
                    <a:pt x="160448" y="38218"/>
                  </a:cubicBezTo>
                  <a:lnTo>
                    <a:pt x="128728" y="38218"/>
                  </a:lnTo>
                  <a:cubicBezTo>
                    <a:pt x="128397" y="38218"/>
                    <a:pt x="128067" y="38548"/>
                    <a:pt x="128067" y="38989"/>
                  </a:cubicBezTo>
                  <a:cubicBezTo>
                    <a:pt x="128397" y="41081"/>
                    <a:pt x="129168" y="42954"/>
                    <a:pt x="130159" y="44606"/>
                  </a:cubicBezTo>
                  <a:cubicBezTo>
                    <a:pt x="131371" y="46588"/>
                    <a:pt x="132913" y="48020"/>
                    <a:pt x="135006" y="49232"/>
                  </a:cubicBezTo>
                  <a:cubicBezTo>
                    <a:pt x="136988" y="50333"/>
                    <a:pt x="139301" y="50884"/>
                    <a:pt x="141944" y="50884"/>
                  </a:cubicBezTo>
                  <a:cubicBezTo>
                    <a:pt x="144698" y="50884"/>
                    <a:pt x="147121" y="50223"/>
                    <a:pt x="148993" y="49011"/>
                  </a:cubicBezTo>
                  <a:cubicBezTo>
                    <a:pt x="150755" y="47800"/>
                    <a:pt x="152187" y="46368"/>
                    <a:pt x="153289" y="44496"/>
                  </a:cubicBezTo>
                  <a:cubicBezTo>
                    <a:pt x="153399" y="44275"/>
                    <a:pt x="153619" y="44165"/>
                    <a:pt x="153839" y="44165"/>
                  </a:cubicBezTo>
                  <a:lnTo>
                    <a:pt x="159016" y="44165"/>
                  </a:lnTo>
                  <a:cubicBezTo>
                    <a:pt x="159456" y="44165"/>
                    <a:pt x="159787" y="44606"/>
                    <a:pt x="159566" y="45046"/>
                  </a:cubicBezTo>
                  <a:cubicBezTo>
                    <a:pt x="158135" y="48240"/>
                    <a:pt x="156152" y="50774"/>
                    <a:pt x="153399" y="52866"/>
                  </a:cubicBezTo>
                  <a:cubicBezTo>
                    <a:pt x="150535" y="55069"/>
                    <a:pt x="146680" y="56280"/>
                    <a:pt x="141944" y="56280"/>
                  </a:cubicBezTo>
                  <a:cubicBezTo>
                    <a:pt x="137979" y="56280"/>
                    <a:pt x="134455" y="55399"/>
                    <a:pt x="131371" y="53527"/>
                  </a:cubicBezTo>
                  <a:cubicBezTo>
                    <a:pt x="128397" y="51655"/>
                    <a:pt x="125974" y="49232"/>
                    <a:pt x="124322" y="46148"/>
                  </a:cubicBezTo>
                  <a:cubicBezTo>
                    <a:pt x="122670" y="43064"/>
                    <a:pt x="121789" y="39650"/>
                    <a:pt x="121789" y="35795"/>
                  </a:cubicBezTo>
                  <a:cubicBezTo>
                    <a:pt x="121789" y="31940"/>
                    <a:pt x="122560" y="28526"/>
                    <a:pt x="124212" y="25442"/>
                  </a:cubicBezTo>
                  <a:cubicBezTo>
                    <a:pt x="125754" y="22358"/>
                    <a:pt x="128067" y="19935"/>
                    <a:pt x="131041" y="18062"/>
                  </a:cubicBezTo>
                  <a:cubicBezTo>
                    <a:pt x="134014" y="16190"/>
                    <a:pt x="137539" y="15309"/>
                    <a:pt x="141504" y="15309"/>
                  </a:cubicBezTo>
                  <a:close/>
                  <a:moveTo>
                    <a:pt x="97449" y="15309"/>
                  </a:moveTo>
                  <a:cubicBezTo>
                    <a:pt x="101524" y="15309"/>
                    <a:pt x="105048" y="16190"/>
                    <a:pt x="107912" y="18062"/>
                  </a:cubicBezTo>
                  <a:cubicBezTo>
                    <a:pt x="110886" y="19935"/>
                    <a:pt x="113088" y="22358"/>
                    <a:pt x="114630" y="25442"/>
                  </a:cubicBezTo>
                  <a:cubicBezTo>
                    <a:pt x="116172" y="28526"/>
                    <a:pt x="117053" y="31940"/>
                    <a:pt x="117053" y="35795"/>
                  </a:cubicBezTo>
                  <a:lnTo>
                    <a:pt x="117053" y="37557"/>
                  </a:lnTo>
                  <a:cubicBezTo>
                    <a:pt x="117053" y="37887"/>
                    <a:pt x="116833" y="38218"/>
                    <a:pt x="116393" y="38218"/>
                  </a:cubicBezTo>
                  <a:lnTo>
                    <a:pt x="84673" y="38218"/>
                  </a:lnTo>
                  <a:cubicBezTo>
                    <a:pt x="84342" y="38218"/>
                    <a:pt x="84012" y="38548"/>
                    <a:pt x="84012" y="38989"/>
                  </a:cubicBezTo>
                  <a:cubicBezTo>
                    <a:pt x="84342" y="41081"/>
                    <a:pt x="85113" y="42954"/>
                    <a:pt x="86105" y="44606"/>
                  </a:cubicBezTo>
                  <a:cubicBezTo>
                    <a:pt x="87316" y="46588"/>
                    <a:pt x="88858" y="48020"/>
                    <a:pt x="90951" y="49232"/>
                  </a:cubicBezTo>
                  <a:cubicBezTo>
                    <a:pt x="92933" y="50333"/>
                    <a:pt x="95246" y="50884"/>
                    <a:pt x="97889" y="50884"/>
                  </a:cubicBezTo>
                  <a:cubicBezTo>
                    <a:pt x="100643" y="50884"/>
                    <a:pt x="103066" y="50223"/>
                    <a:pt x="104938" y="49011"/>
                  </a:cubicBezTo>
                  <a:cubicBezTo>
                    <a:pt x="106700" y="47800"/>
                    <a:pt x="108132" y="46368"/>
                    <a:pt x="109234" y="44496"/>
                  </a:cubicBezTo>
                  <a:cubicBezTo>
                    <a:pt x="109344" y="44275"/>
                    <a:pt x="109564" y="44165"/>
                    <a:pt x="109784" y="44165"/>
                  </a:cubicBezTo>
                  <a:lnTo>
                    <a:pt x="114961" y="44165"/>
                  </a:lnTo>
                  <a:cubicBezTo>
                    <a:pt x="115401" y="44165"/>
                    <a:pt x="115732" y="44606"/>
                    <a:pt x="115511" y="45046"/>
                  </a:cubicBezTo>
                  <a:cubicBezTo>
                    <a:pt x="114080" y="48240"/>
                    <a:pt x="112097" y="50774"/>
                    <a:pt x="109344" y="52866"/>
                  </a:cubicBezTo>
                  <a:cubicBezTo>
                    <a:pt x="106370" y="55069"/>
                    <a:pt x="102515" y="56280"/>
                    <a:pt x="97889" y="56280"/>
                  </a:cubicBezTo>
                  <a:cubicBezTo>
                    <a:pt x="93924" y="56280"/>
                    <a:pt x="90400" y="55399"/>
                    <a:pt x="87316" y="53527"/>
                  </a:cubicBezTo>
                  <a:cubicBezTo>
                    <a:pt x="84342" y="51655"/>
                    <a:pt x="81919" y="49232"/>
                    <a:pt x="80267" y="46148"/>
                  </a:cubicBezTo>
                  <a:cubicBezTo>
                    <a:pt x="78615" y="43064"/>
                    <a:pt x="77734" y="39650"/>
                    <a:pt x="77734" y="35795"/>
                  </a:cubicBezTo>
                  <a:cubicBezTo>
                    <a:pt x="77734" y="31940"/>
                    <a:pt x="78505" y="28526"/>
                    <a:pt x="80157" y="25442"/>
                  </a:cubicBezTo>
                  <a:cubicBezTo>
                    <a:pt x="81699" y="22358"/>
                    <a:pt x="84012" y="19935"/>
                    <a:pt x="86986" y="18062"/>
                  </a:cubicBezTo>
                  <a:cubicBezTo>
                    <a:pt x="89959" y="16190"/>
                    <a:pt x="93484" y="15309"/>
                    <a:pt x="97449" y="15309"/>
                  </a:cubicBezTo>
                  <a:close/>
                  <a:moveTo>
                    <a:pt x="55375" y="15309"/>
                  </a:moveTo>
                  <a:cubicBezTo>
                    <a:pt x="60111" y="15309"/>
                    <a:pt x="64076" y="16521"/>
                    <a:pt x="67381" y="18944"/>
                  </a:cubicBezTo>
                  <a:cubicBezTo>
                    <a:pt x="70464" y="21146"/>
                    <a:pt x="72557" y="24120"/>
                    <a:pt x="73769" y="27534"/>
                  </a:cubicBezTo>
                  <a:cubicBezTo>
                    <a:pt x="73879" y="27975"/>
                    <a:pt x="73548" y="28305"/>
                    <a:pt x="73218" y="28305"/>
                  </a:cubicBezTo>
                  <a:lnTo>
                    <a:pt x="68041" y="28305"/>
                  </a:lnTo>
                  <a:cubicBezTo>
                    <a:pt x="67821" y="28305"/>
                    <a:pt x="67601" y="28195"/>
                    <a:pt x="67491" y="27975"/>
                  </a:cubicBezTo>
                  <a:cubicBezTo>
                    <a:pt x="66610" y="25882"/>
                    <a:pt x="65178" y="24120"/>
                    <a:pt x="63305" y="22798"/>
                  </a:cubicBezTo>
                  <a:cubicBezTo>
                    <a:pt x="61323" y="21367"/>
                    <a:pt x="58900" y="20706"/>
                    <a:pt x="56146" y="20706"/>
                  </a:cubicBezTo>
                  <a:cubicBezTo>
                    <a:pt x="53283" y="20706"/>
                    <a:pt x="50750" y="21367"/>
                    <a:pt x="48547" y="22798"/>
                  </a:cubicBezTo>
                  <a:cubicBezTo>
                    <a:pt x="46344" y="24120"/>
                    <a:pt x="44692" y="25992"/>
                    <a:pt x="43591" y="28305"/>
                  </a:cubicBezTo>
                  <a:cubicBezTo>
                    <a:pt x="42379" y="30618"/>
                    <a:pt x="41828" y="33041"/>
                    <a:pt x="41828" y="35795"/>
                  </a:cubicBezTo>
                  <a:cubicBezTo>
                    <a:pt x="41828" y="38438"/>
                    <a:pt x="42379" y="40971"/>
                    <a:pt x="43591" y="43284"/>
                  </a:cubicBezTo>
                  <a:cubicBezTo>
                    <a:pt x="44802" y="45597"/>
                    <a:pt x="46454" y="47469"/>
                    <a:pt x="48547" y="48791"/>
                  </a:cubicBezTo>
                  <a:cubicBezTo>
                    <a:pt x="50750" y="50113"/>
                    <a:pt x="53283" y="50884"/>
                    <a:pt x="56146" y="50884"/>
                  </a:cubicBezTo>
                  <a:cubicBezTo>
                    <a:pt x="58900" y="50884"/>
                    <a:pt x="61323" y="50223"/>
                    <a:pt x="63305" y="48791"/>
                  </a:cubicBezTo>
                  <a:cubicBezTo>
                    <a:pt x="65178" y="47469"/>
                    <a:pt x="66610" y="45707"/>
                    <a:pt x="67491" y="43615"/>
                  </a:cubicBezTo>
                  <a:cubicBezTo>
                    <a:pt x="67601" y="43394"/>
                    <a:pt x="67821" y="43284"/>
                    <a:pt x="68041" y="43284"/>
                  </a:cubicBezTo>
                  <a:lnTo>
                    <a:pt x="73218" y="43284"/>
                  </a:lnTo>
                  <a:cubicBezTo>
                    <a:pt x="73658" y="43284"/>
                    <a:pt x="73989" y="43725"/>
                    <a:pt x="73769" y="44055"/>
                  </a:cubicBezTo>
                  <a:cubicBezTo>
                    <a:pt x="72557" y="47580"/>
                    <a:pt x="70354" y="50443"/>
                    <a:pt x="67381" y="52646"/>
                  </a:cubicBezTo>
                  <a:cubicBezTo>
                    <a:pt x="64076" y="55069"/>
                    <a:pt x="60111" y="56280"/>
                    <a:pt x="55375" y="56280"/>
                  </a:cubicBezTo>
                  <a:cubicBezTo>
                    <a:pt x="51411" y="56280"/>
                    <a:pt x="47996" y="55399"/>
                    <a:pt x="45022" y="53527"/>
                  </a:cubicBezTo>
                  <a:cubicBezTo>
                    <a:pt x="42159" y="51655"/>
                    <a:pt x="39846" y="49232"/>
                    <a:pt x="38304" y="46148"/>
                  </a:cubicBezTo>
                  <a:cubicBezTo>
                    <a:pt x="36652" y="43064"/>
                    <a:pt x="35881" y="39650"/>
                    <a:pt x="35881" y="35795"/>
                  </a:cubicBezTo>
                  <a:cubicBezTo>
                    <a:pt x="35881" y="31940"/>
                    <a:pt x="36652" y="28526"/>
                    <a:pt x="38304" y="25442"/>
                  </a:cubicBezTo>
                  <a:cubicBezTo>
                    <a:pt x="39956" y="22358"/>
                    <a:pt x="42159" y="19935"/>
                    <a:pt x="45022" y="18062"/>
                  </a:cubicBezTo>
                  <a:cubicBezTo>
                    <a:pt x="47886" y="16190"/>
                    <a:pt x="51411" y="15309"/>
                    <a:pt x="55375" y="15309"/>
                  </a:cubicBezTo>
                  <a:close/>
                  <a:moveTo>
                    <a:pt x="200098" y="0"/>
                  </a:moveTo>
                  <a:lnTo>
                    <a:pt x="204834" y="0"/>
                  </a:lnTo>
                  <a:cubicBezTo>
                    <a:pt x="205164" y="0"/>
                    <a:pt x="205495" y="220"/>
                    <a:pt x="205495" y="661"/>
                  </a:cubicBezTo>
                  <a:lnTo>
                    <a:pt x="205495" y="54849"/>
                  </a:lnTo>
                  <a:cubicBezTo>
                    <a:pt x="205495" y="55179"/>
                    <a:pt x="205274" y="55510"/>
                    <a:pt x="204834" y="55510"/>
                  </a:cubicBezTo>
                  <a:lnTo>
                    <a:pt x="200098" y="55510"/>
                  </a:lnTo>
                  <a:cubicBezTo>
                    <a:pt x="199767" y="55510"/>
                    <a:pt x="199437" y="55289"/>
                    <a:pt x="199437" y="54849"/>
                  </a:cubicBezTo>
                  <a:lnTo>
                    <a:pt x="199437" y="50884"/>
                  </a:lnTo>
                  <a:cubicBezTo>
                    <a:pt x="199437" y="50333"/>
                    <a:pt x="198776" y="50113"/>
                    <a:pt x="198336" y="50443"/>
                  </a:cubicBezTo>
                  <a:cubicBezTo>
                    <a:pt x="197014" y="51985"/>
                    <a:pt x="195472" y="53197"/>
                    <a:pt x="193710" y="54188"/>
                  </a:cubicBezTo>
                  <a:cubicBezTo>
                    <a:pt x="191287" y="55620"/>
                    <a:pt x="188533" y="56281"/>
                    <a:pt x="185229" y="56281"/>
                  </a:cubicBezTo>
                  <a:cubicBezTo>
                    <a:pt x="181374" y="56281"/>
                    <a:pt x="177960" y="55400"/>
                    <a:pt x="175097" y="53527"/>
                  </a:cubicBezTo>
                  <a:cubicBezTo>
                    <a:pt x="172233" y="51655"/>
                    <a:pt x="170030" y="49232"/>
                    <a:pt x="168378" y="46148"/>
                  </a:cubicBezTo>
                  <a:cubicBezTo>
                    <a:pt x="166836" y="43064"/>
                    <a:pt x="165955" y="39650"/>
                    <a:pt x="165955" y="35795"/>
                  </a:cubicBezTo>
                  <a:cubicBezTo>
                    <a:pt x="165955" y="31940"/>
                    <a:pt x="166726" y="28526"/>
                    <a:pt x="168378" y="25442"/>
                  </a:cubicBezTo>
                  <a:cubicBezTo>
                    <a:pt x="169920" y="22358"/>
                    <a:pt x="172233" y="19935"/>
                    <a:pt x="175097" y="18063"/>
                  </a:cubicBezTo>
                  <a:cubicBezTo>
                    <a:pt x="177960" y="16190"/>
                    <a:pt x="181374" y="15309"/>
                    <a:pt x="185229" y="15309"/>
                  </a:cubicBezTo>
                  <a:cubicBezTo>
                    <a:pt x="188533" y="15309"/>
                    <a:pt x="191287" y="15970"/>
                    <a:pt x="193710" y="17182"/>
                  </a:cubicBezTo>
                  <a:cubicBezTo>
                    <a:pt x="195472" y="18173"/>
                    <a:pt x="197124" y="19384"/>
                    <a:pt x="198336" y="20926"/>
                  </a:cubicBezTo>
                  <a:cubicBezTo>
                    <a:pt x="198666" y="21367"/>
                    <a:pt x="199437" y="21147"/>
                    <a:pt x="199437" y="20486"/>
                  </a:cubicBezTo>
                  <a:lnTo>
                    <a:pt x="199437" y="661"/>
                  </a:lnTo>
                  <a:cubicBezTo>
                    <a:pt x="199437" y="330"/>
                    <a:pt x="199657" y="0"/>
                    <a:pt x="200098" y="0"/>
                  </a:cubicBezTo>
                  <a:close/>
                </a:path>
              </a:pathLst>
            </a:custGeom>
            <a:grpFill/>
            <a:ln w="109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0F1FFE8-5350-459F-B361-0909EA6416FF}"/>
                </a:ext>
              </a:extLst>
            </p:cNvPr>
            <p:cNvSpPr/>
            <p:nvPr/>
          </p:nvSpPr>
          <p:spPr>
            <a:xfrm>
              <a:off x="11218444" y="111915"/>
              <a:ext cx="98439" cy="79299"/>
            </a:xfrm>
            <a:custGeom>
              <a:avLst/>
              <a:gdLst>
                <a:gd name="connsiteX0" fmla="*/ 94389 w 98439"/>
                <a:gd name="connsiteY0" fmla="*/ 63770 h 79299"/>
                <a:gd name="connsiteX1" fmla="*/ 91855 w 98439"/>
                <a:gd name="connsiteY1" fmla="*/ 63219 h 79299"/>
                <a:gd name="connsiteX2" fmla="*/ 75995 w 98439"/>
                <a:gd name="connsiteY2" fmla="*/ 68726 h 79299"/>
                <a:gd name="connsiteX3" fmla="*/ 75995 w 98439"/>
                <a:gd name="connsiteY3" fmla="*/ 68726 h 79299"/>
                <a:gd name="connsiteX4" fmla="*/ 75224 w 98439"/>
                <a:gd name="connsiteY4" fmla="*/ 68726 h 79299"/>
                <a:gd name="connsiteX5" fmla="*/ 74784 w 98439"/>
                <a:gd name="connsiteY5" fmla="*/ 68726 h 79299"/>
                <a:gd name="connsiteX6" fmla="*/ 45818 w 98439"/>
                <a:gd name="connsiteY6" fmla="*/ 39760 h 79299"/>
                <a:gd name="connsiteX7" fmla="*/ 74784 w 98439"/>
                <a:gd name="connsiteY7" fmla="*/ 10794 h 79299"/>
                <a:gd name="connsiteX8" fmla="*/ 75224 w 98439"/>
                <a:gd name="connsiteY8" fmla="*/ 10794 h 79299"/>
                <a:gd name="connsiteX9" fmla="*/ 75995 w 98439"/>
                <a:gd name="connsiteY9" fmla="*/ 10794 h 79299"/>
                <a:gd name="connsiteX10" fmla="*/ 76106 w 98439"/>
                <a:gd name="connsiteY10" fmla="*/ 10794 h 79299"/>
                <a:gd name="connsiteX11" fmla="*/ 91855 w 98439"/>
                <a:gd name="connsiteY11" fmla="*/ 16300 h 79299"/>
                <a:gd name="connsiteX12" fmla="*/ 94389 w 98439"/>
                <a:gd name="connsiteY12" fmla="*/ 15750 h 79299"/>
                <a:gd name="connsiteX13" fmla="*/ 98133 w 98439"/>
                <a:gd name="connsiteY13" fmla="*/ 9362 h 79299"/>
                <a:gd name="connsiteX14" fmla="*/ 97693 w 98439"/>
                <a:gd name="connsiteY14" fmla="*/ 7049 h 79299"/>
                <a:gd name="connsiteX15" fmla="*/ 75224 w 98439"/>
                <a:gd name="connsiteY15" fmla="*/ 0 h 79299"/>
                <a:gd name="connsiteX16" fmla="*/ 75224 w 98439"/>
                <a:gd name="connsiteY16" fmla="*/ 0 h 79299"/>
                <a:gd name="connsiteX17" fmla="*/ 75224 w 98439"/>
                <a:gd name="connsiteY17" fmla="*/ 0 h 79299"/>
                <a:gd name="connsiteX18" fmla="*/ 51655 w 98439"/>
                <a:gd name="connsiteY18" fmla="*/ 7820 h 79299"/>
                <a:gd name="connsiteX19" fmla="*/ 51214 w 98439"/>
                <a:gd name="connsiteY19" fmla="*/ 8150 h 79299"/>
                <a:gd name="connsiteX20" fmla="*/ 33592 w 98439"/>
                <a:gd name="connsiteY20" fmla="*/ 30949 h 79299"/>
                <a:gd name="connsiteX21" fmla="*/ 31830 w 98439"/>
                <a:gd name="connsiteY21" fmla="*/ 31059 h 79299"/>
                <a:gd name="connsiteX22" fmla="*/ 13657 w 98439"/>
                <a:gd name="connsiteY22" fmla="*/ 2423 h 79299"/>
                <a:gd name="connsiteX23" fmla="*/ 12446 w 98439"/>
                <a:gd name="connsiteY23" fmla="*/ 1762 h 79299"/>
                <a:gd name="connsiteX24" fmla="*/ 1432 w 98439"/>
                <a:gd name="connsiteY24" fmla="*/ 1762 h 79299"/>
                <a:gd name="connsiteX25" fmla="*/ 0 w 98439"/>
                <a:gd name="connsiteY25" fmla="*/ 3304 h 79299"/>
                <a:gd name="connsiteX26" fmla="*/ 220 w 98439"/>
                <a:gd name="connsiteY26" fmla="*/ 4075 h 79299"/>
                <a:gd name="connsiteX27" fmla="*/ 24010 w 98439"/>
                <a:gd name="connsiteY27" fmla="*/ 39099 h 79299"/>
                <a:gd name="connsiteX28" fmla="*/ 24230 w 98439"/>
                <a:gd name="connsiteY28" fmla="*/ 39650 h 79299"/>
                <a:gd name="connsiteX29" fmla="*/ 24010 w 98439"/>
                <a:gd name="connsiteY29" fmla="*/ 40201 h 79299"/>
                <a:gd name="connsiteX30" fmla="*/ 220 w 98439"/>
                <a:gd name="connsiteY30" fmla="*/ 75225 h 79299"/>
                <a:gd name="connsiteX31" fmla="*/ 0 w 98439"/>
                <a:gd name="connsiteY31" fmla="*/ 75995 h 79299"/>
                <a:gd name="connsiteX32" fmla="*/ 1432 w 98439"/>
                <a:gd name="connsiteY32" fmla="*/ 77537 h 79299"/>
                <a:gd name="connsiteX33" fmla="*/ 12446 w 98439"/>
                <a:gd name="connsiteY33" fmla="*/ 77537 h 79299"/>
                <a:gd name="connsiteX34" fmla="*/ 13657 w 98439"/>
                <a:gd name="connsiteY34" fmla="*/ 76877 h 79299"/>
                <a:gd name="connsiteX35" fmla="*/ 31830 w 98439"/>
                <a:gd name="connsiteY35" fmla="*/ 48241 h 79299"/>
                <a:gd name="connsiteX36" fmla="*/ 33592 w 98439"/>
                <a:gd name="connsiteY36" fmla="*/ 48351 h 79299"/>
                <a:gd name="connsiteX37" fmla="*/ 51214 w 98439"/>
                <a:gd name="connsiteY37" fmla="*/ 71149 h 79299"/>
                <a:gd name="connsiteX38" fmla="*/ 51655 w 98439"/>
                <a:gd name="connsiteY38" fmla="*/ 71480 h 79299"/>
                <a:gd name="connsiteX39" fmla="*/ 75224 w 98439"/>
                <a:gd name="connsiteY39" fmla="*/ 79300 h 79299"/>
                <a:gd name="connsiteX40" fmla="*/ 75224 w 98439"/>
                <a:gd name="connsiteY40" fmla="*/ 79300 h 79299"/>
                <a:gd name="connsiteX41" fmla="*/ 75224 w 98439"/>
                <a:gd name="connsiteY41" fmla="*/ 79300 h 79299"/>
                <a:gd name="connsiteX42" fmla="*/ 97693 w 98439"/>
                <a:gd name="connsiteY42" fmla="*/ 72251 h 79299"/>
                <a:gd name="connsiteX43" fmla="*/ 98133 w 98439"/>
                <a:gd name="connsiteY43" fmla="*/ 69938 h 79299"/>
                <a:gd name="connsiteX44" fmla="*/ 94389 w 98439"/>
                <a:gd name="connsiteY44" fmla="*/ 63770 h 7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8439" h="79299">
                  <a:moveTo>
                    <a:pt x="94389" y="63770"/>
                  </a:moveTo>
                  <a:cubicBezTo>
                    <a:pt x="93838" y="62889"/>
                    <a:pt x="92626" y="62669"/>
                    <a:pt x="91855" y="63219"/>
                  </a:cubicBezTo>
                  <a:cubicBezTo>
                    <a:pt x="87340" y="66524"/>
                    <a:pt x="81943" y="68506"/>
                    <a:pt x="75995" y="68726"/>
                  </a:cubicBezTo>
                  <a:cubicBezTo>
                    <a:pt x="75995" y="68726"/>
                    <a:pt x="75995" y="68726"/>
                    <a:pt x="75995" y="68726"/>
                  </a:cubicBezTo>
                  <a:cubicBezTo>
                    <a:pt x="75775" y="68726"/>
                    <a:pt x="75445" y="68726"/>
                    <a:pt x="75224" y="68726"/>
                  </a:cubicBezTo>
                  <a:cubicBezTo>
                    <a:pt x="75114" y="68726"/>
                    <a:pt x="74894" y="68726"/>
                    <a:pt x="74784" y="68726"/>
                  </a:cubicBezTo>
                  <a:cubicBezTo>
                    <a:pt x="58814" y="68726"/>
                    <a:pt x="45818" y="55730"/>
                    <a:pt x="45818" y="39760"/>
                  </a:cubicBezTo>
                  <a:cubicBezTo>
                    <a:pt x="45818" y="23790"/>
                    <a:pt x="58814" y="10794"/>
                    <a:pt x="74784" y="10794"/>
                  </a:cubicBezTo>
                  <a:cubicBezTo>
                    <a:pt x="74894" y="10794"/>
                    <a:pt x="75114" y="10794"/>
                    <a:pt x="75224" y="10794"/>
                  </a:cubicBezTo>
                  <a:cubicBezTo>
                    <a:pt x="75445" y="10794"/>
                    <a:pt x="75775" y="10794"/>
                    <a:pt x="75995" y="10794"/>
                  </a:cubicBezTo>
                  <a:cubicBezTo>
                    <a:pt x="75995" y="10794"/>
                    <a:pt x="75995" y="10794"/>
                    <a:pt x="76106" y="10794"/>
                  </a:cubicBezTo>
                  <a:cubicBezTo>
                    <a:pt x="81943" y="11014"/>
                    <a:pt x="87450" y="13106"/>
                    <a:pt x="91855" y="16300"/>
                  </a:cubicBezTo>
                  <a:cubicBezTo>
                    <a:pt x="92736" y="16961"/>
                    <a:pt x="93838" y="16741"/>
                    <a:pt x="94389" y="15750"/>
                  </a:cubicBezTo>
                  <a:lnTo>
                    <a:pt x="98133" y="9362"/>
                  </a:lnTo>
                  <a:cubicBezTo>
                    <a:pt x="98574" y="8591"/>
                    <a:pt x="98354" y="7600"/>
                    <a:pt x="97693" y="7049"/>
                  </a:cubicBezTo>
                  <a:cubicBezTo>
                    <a:pt x="94609" y="4956"/>
                    <a:pt x="86459" y="0"/>
                    <a:pt x="75224" y="0"/>
                  </a:cubicBezTo>
                  <a:cubicBezTo>
                    <a:pt x="75224" y="0"/>
                    <a:pt x="75224" y="0"/>
                    <a:pt x="75224" y="0"/>
                  </a:cubicBezTo>
                  <a:cubicBezTo>
                    <a:pt x="75224" y="0"/>
                    <a:pt x="75224" y="0"/>
                    <a:pt x="75224" y="0"/>
                  </a:cubicBezTo>
                  <a:cubicBezTo>
                    <a:pt x="60906" y="0"/>
                    <a:pt x="51655" y="7820"/>
                    <a:pt x="51655" y="7820"/>
                  </a:cubicBezTo>
                  <a:cubicBezTo>
                    <a:pt x="51655" y="7820"/>
                    <a:pt x="51545" y="7930"/>
                    <a:pt x="51214" y="8150"/>
                  </a:cubicBezTo>
                  <a:cubicBezTo>
                    <a:pt x="49342" y="9472"/>
                    <a:pt x="41632" y="15860"/>
                    <a:pt x="33592" y="30949"/>
                  </a:cubicBezTo>
                  <a:cubicBezTo>
                    <a:pt x="33152" y="31610"/>
                    <a:pt x="32271" y="31610"/>
                    <a:pt x="31830" y="31059"/>
                  </a:cubicBezTo>
                  <a:lnTo>
                    <a:pt x="13657" y="2423"/>
                  </a:lnTo>
                  <a:cubicBezTo>
                    <a:pt x="13437" y="1982"/>
                    <a:pt x="12996" y="1762"/>
                    <a:pt x="12446" y="1762"/>
                  </a:cubicBezTo>
                  <a:lnTo>
                    <a:pt x="1432" y="1762"/>
                  </a:lnTo>
                  <a:cubicBezTo>
                    <a:pt x="551" y="1762"/>
                    <a:pt x="0" y="2533"/>
                    <a:pt x="0" y="3304"/>
                  </a:cubicBezTo>
                  <a:cubicBezTo>
                    <a:pt x="0" y="3524"/>
                    <a:pt x="110" y="3855"/>
                    <a:pt x="220" y="4075"/>
                  </a:cubicBezTo>
                  <a:lnTo>
                    <a:pt x="24010" y="39099"/>
                  </a:lnTo>
                  <a:cubicBezTo>
                    <a:pt x="24120" y="39319"/>
                    <a:pt x="24230" y="39430"/>
                    <a:pt x="24230" y="39650"/>
                  </a:cubicBezTo>
                  <a:cubicBezTo>
                    <a:pt x="24230" y="39870"/>
                    <a:pt x="24120" y="40090"/>
                    <a:pt x="24010" y="40201"/>
                  </a:cubicBezTo>
                  <a:lnTo>
                    <a:pt x="220" y="75225"/>
                  </a:lnTo>
                  <a:cubicBezTo>
                    <a:pt x="110" y="75445"/>
                    <a:pt x="0" y="75665"/>
                    <a:pt x="0" y="75995"/>
                  </a:cubicBezTo>
                  <a:cubicBezTo>
                    <a:pt x="0" y="76766"/>
                    <a:pt x="551" y="77537"/>
                    <a:pt x="1432" y="77537"/>
                  </a:cubicBezTo>
                  <a:lnTo>
                    <a:pt x="12446" y="77537"/>
                  </a:lnTo>
                  <a:cubicBezTo>
                    <a:pt x="12886" y="77537"/>
                    <a:pt x="13327" y="77317"/>
                    <a:pt x="13657" y="76877"/>
                  </a:cubicBezTo>
                  <a:lnTo>
                    <a:pt x="31830" y="48241"/>
                  </a:lnTo>
                  <a:cubicBezTo>
                    <a:pt x="32271" y="47580"/>
                    <a:pt x="33262" y="47690"/>
                    <a:pt x="33592" y="48351"/>
                  </a:cubicBezTo>
                  <a:cubicBezTo>
                    <a:pt x="41522" y="63440"/>
                    <a:pt x="49342" y="69828"/>
                    <a:pt x="51214" y="71149"/>
                  </a:cubicBezTo>
                  <a:cubicBezTo>
                    <a:pt x="51435" y="71370"/>
                    <a:pt x="51655" y="71480"/>
                    <a:pt x="51655" y="71480"/>
                  </a:cubicBezTo>
                  <a:cubicBezTo>
                    <a:pt x="51655" y="71480"/>
                    <a:pt x="60906" y="79300"/>
                    <a:pt x="75224" y="79300"/>
                  </a:cubicBezTo>
                  <a:cubicBezTo>
                    <a:pt x="75224" y="79300"/>
                    <a:pt x="75224" y="79300"/>
                    <a:pt x="75224" y="79300"/>
                  </a:cubicBezTo>
                  <a:cubicBezTo>
                    <a:pt x="75224" y="79300"/>
                    <a:pt x="75224" y="79300"/>
                    <a:pt x="75224" y="79300"/>
                  </a:cubicBezTo>
                  <a:cubicBezTo>
                    <a:pt x="86459" y="79300"/>
                    <a:pt x="94719" y="74343"/>
                    <a:pt x="97693" y="72251"/>
                  </a:cubicBezTo>
                  <a:cubicBezTo>
                    <a:pt x="98464" y="71700"/>
                    <a:pt x="98684" y="70709"/>
                    <a:pt x="98133" y="69938"/>
                  </a:cubicBezTo>
                  <a:lnTo>
                    <a:pt x="94389" y="63770"/>
                  </a:lnTo>
                  <a:close/>
                </a:path>
              </a:pathLst>
            </a:custGeom>
            <a:grpFill/>
            <a:ln w="109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FCD5BA51-2D80-4ACF-96AB-B9A06B6E7E0F}"/>
                </a:ext>
              </a:extLst>
            </p:cNvPr>
            <p:cNvSpPr/>
            <p:nvPr/>
          </p:nvSpPr>
          <p:spPr>
            <a:xfrm>
              <a:off x="11275716" y="134603"/>
              <a:ext cx="34583" cy="34583"/>
            </a:xfrm>
            <a:custGeom>
              <a:avLst/>
              <a:gdLst>
                <a:gd name="connsiteX0" fmla="*/ 34583 w 34583"/>
                <a:gd name="connsiteY0" fmla="*/ 17292 h 34583"/>
                <a:gd name="connsiteX1" fmla="*/ 17292 w 34583"/>
                <a:gd name="connsiteY1" fmla="*/ 34583 h 34583"/>
                <a:gd name="connsiteX2" fmla="*/ 0 w 34583"/>
                <a:gd name="connsiteY2" fmla="*/ 17292 h 34583"/>
                <a:gd name="connsiteX3" fmla="*/ 17292 w 34583"/>
                <a:gd name="connsiteY3" fmla="*/ 0 h 34583"/>
                <a:gd name="connsiteX4" fmla="*/ 34583 w 34583"/>
                <a:gd name="connsiteY4" fmla="*/ 17292 h 34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 h="34583">
                  <a:moveTo>
                    <a:pt x="34583" y="17292"/>
                  </a:moveTo>
                  <a:cubicBezTo>
                    <a:pt x="34583" y="26842"/>
                    <a:pt x="26842" y="34583"/>
                    <a:pt x="17292" y="34583"/>
                  </a:cubicBezTo>
                  <a:cubicBezTo>
                    <a:pt x="7742" y="34583"/>
                    <a:pt x="0" y="26842"/>
                    <a:pt x="0" y="17292"/>
                  </a:cubicBezTo>
                  <a:cubicBezTo>
                    <a:pt x="0" y="7742"/>
                    <a:pt x="7742" y="0"/>
                    <a:pt x="17292" y="0"/>
                  </a:cubicBezTo>
                  <a:cubicBezTo>
                    <a:pt x="26842" y="0"/>
                    <a:pt x="34583" y="7742"/>
                    <a:pt x="34583" y="17292"/>
                  </a:cubicBezTo>
                  <a:close/>
                </a:path>
              </a:pathLst>
            </a:custGeom>
            <a:grpFill/>
            <a:ln w="1094" cap="flat">
              <a:noFill/>
              <a:prstDash val="solid"/>
              <a:miter/>
            </a:ln>
          </p:spPr>
          <p:txBody>
            <a:bodyPr rtlCol="0" anchor="ctr"/>
            <a:lstStyle/>
            <a:p>
              <a:endParaRPr lang="en-US"/>
            </a:p>
          </p:txBody>
        </p:sp>
      </p:grpSp>
    </p:spTree>
    <p:extLst>
      <p:ext uri="{BB962C8B-B14F-4D97-AF65-F5344CB8AC3E}">
        <p14:creationId xmlns:p14="http://schemas.microsoft.com/office/powerpoint/2010/main" val="38781053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ayout_4">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7" name="Text Placeholder 11">
            <a:extLst>
              <a:ext uri="{FF2B5EF4-FFF2-40B4-BE49-F238E27FC236}">
                <a16:creationId xmlns:a16="http://schemas.microsoft.com/office/drawing/2014/main" id="{370790A7-0D3A-4D77-961D-5950B1C0C4D6}"/>
              </a:ext>
            </a:extLst>
          </p:cNvPr>
          <p:cNvSpPr>
            <a:spLocks noGrp="1"/>
          </p:cNvSpPr>
          <p:nvPr>
            <p:ph type="body" sz="quarter" idx="12"/>
          </p:nvPr>
        </p:nvSpPr>
        <p:spPr>
          <a:xfrm>
            <a:off x="225659" y="1220792"/>
            <a:ext cx="11740682" cy="5445125"/>
          </a:xfrm>
        </p:spPr>
        <p:txBody>
          <a:bodyPr>
            <a:normAutofit/>
          </a:bodyPr>
          <a:lstStyle>
            <a:lvl1pPr marL="0" indent="0">
              <a:lnSpc>
                <a:spcPts val="2220"/>
              </a:lnSpc>
              <a:buNone/>
              <a:defRPr sz="1400">
                <a:solidFill>
                  <a:schemeClr val="accent1"/>
                </a:solidFill>
              </a:defRPr>
            </a:lvl1pPr>
          </a:lstStyle>
          <a:p>
            <a:pPr lvl="0"/>
            <a:r>
              <a:rPr lang="en-US"/>
              <a:t>Click to edit Master text styles</a:t>
            </a:r>
          </a:p>
        </p:txBody>
      </p:sp>
      <p:sp>
        <p:nvSpPr>
          <p:cNvPr id="10" name="Rectangle 9">
            <a:extLst>
              <a:ext uri="{FF2B5EF4-FFF2-40B4-BE49-F238E27FC236}">
                <a16:creationId xmlns:a16="http://schemas.microsoft.com/office/drawing/2014/main" id="{C0FBDDE8-416E-4C2E-A1A2-EDE80C04559F}"/>
              </a:ext>
            </a:extLst>
          </p:cNvPr>
          <p:cNvSpPr/>
          <p:nvPr/>
        </p:nvSpPr>
        <p:spPr>
          <a:xfrm>
            <a:off x="0" y="0"/>
            <a:ext cx="12192000" cy="301809"/>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52E17C2-8AD7-4884-962C-CAC34AA98FCF}"/>
              </a:ext>
            </a:extLst>
          </p:cNvPr>
          <p:cNvSpPr txBox="1"/>
          <p:nvPr/>
        </p:nvSpPr>
        <p:spPr>
          <a:xfrm>
            <a:off x="10687010" y="58571"/>
            <a:ext cx="219452" cy="184666"/>
          </a:xfrm>
          <a:prstGeom prst="rect">
            <a:avLst/>
          </a:prstGeom>
          <a:noFill/>
        </p:spPr>
        <p:txBody>
          <a:bodyPr wrap="square" lIns="0" tIns="0" rIns="0" bIns="0" rtlCol="0" anchor="ctr">
            <a:spAutoFit/>
          </a:bodyPr>
          <a:lstStyle/>
          <a:p>
            <a:pPr algn="ctr"/>
            <a:r>
              <a:rPr lang="en-US" sz="1200" dirty="0">
                <a:solidFill>
                  <a:schemeClr val="bg1"/>
                </a:solidFill>
              </a:rPr>
              <a:t>©</a:t>
            </a:r>
          </a:p>
        </p:txBody>
      </p:sp>
      <p:cxnSp>
        <p:nvCxnSpPr>
          <p:cNvPr id="13" name="Straight Connector 12">
            <a:extLst>
              <a:ext uri="{FF2B5EF4-FFF2-40B4-BE49-F238E27FC236}">
                <a16:creationId xmlns:a16="http://schemas.microsoft.com/office/drawing/2014/main" id="{3997ADCC-FAE0-4E7E-BB17-A753279FFBCD}"/>
              </a:ext>
            </a:extLst>
          </p:cNvPr>
          <p:cNvCxnSpPr>
            <a:cxnSpLocks/>
          </p:cNvCxnSpPr>
          <p:nvPr/>
        </p:nvCxnSpPr>
        <p:spPr>
          <a:xfrm>
            <a:off x="225659" y="150904"/>
            <a:ext cx="1042397" cy="0"/>
          </a:xfrm>
          <a:prstGeom prst="line">
            <a:avLst/>
          </a:prstGeom>
          <a:ln w="88900" cap="flat">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DD46DA-F86B-4301-8B4B-83EF7BB533CF}"/>
              </a:ext>
            </a:extLst>
          </p:cNvPr>
          <p:cNvCxnSpPr>
            <a:cxnSpLocks/>
          </p:cNvCxnSpPr>
          <p:nvPr/>
        </p:nvCxnSpPr>
        <p:spPr>
          <a:xfrm>
            <a:off x="1432645" y="150904"/>
            <a:ext cx="384041" cy="0"/>
          </a:xfrm>
          <a:prstGeom prst="line">
            <a:avLst/>
          </a:prstGeom>
          <a:ln w="88900" cap="flat">
            <a:solidFill>
              <a:schemeClr val="accent3"/>
            </a:solidFill>
          </a:ln>
        </p:spPr>
        <p:style>
          <a:lnRef idx="1">
            <a:schemeClr val="accent1"/>
          </a:lnRef>
          <a:fillRef idx="0">
            <a:schemeClr val="accent1"/>
          </a:fillRef>
          <a:effectRef idx="0">
            <a:schemeClr val="accent1"/>
          </a:effectRef>
          <a:fontRef idx="minor">
            <a:schemeClr val="tx1"/>
          </a:fontRef>
        </p:style>
      </p:cxnSp>
      <p:sp>
        <p:nvSpPr>
          <p:cNvPr id="17" name="Title 3">
            <a:extLst>
              <a:ext uri="{FF2B5EF4-FFF2-40B4-BE49-F238E27FC236}">
                <a16:creationId xmlns:a16="http://schemas.microsoft.com/office/drawing/2014/main" id="{84E28992-2A37-4DA5-BC10-DC122CF10513}"/>
              </a:ext>
            </a:extLst>
          </p:cNvPr>
          <p:cNvSpPr>
            <a:spLocks noGrp="1"/>
          </p:cNvSpPr>
          <p:nvPr>
            <p:ph type="title"/>
          </p:nvPr>
        </p:nvSpPr>
        <p:spPr>
          <a:xfrm>
            <a:off x="225659" y="301809"/>
            <a:ext cx="11740682" cy="768079"/>
          </a:xfr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33" name="Group 32">
            <a:extLst>
              <a:ext uri="{FF2B5EF4-FFF2-40B4-BE49-F238E27FC236}">
                <a16:creationId xmlns:a16="http://schemas.microsoft.com/office/drawing/2014/main" id="{B53EEE7B-402A-454C-B0F5-FCF26B38F8DD}"/>
              </a:ext>
            </a:extLst>
          </p:cNvPr>
          <p:cNvGrpSpPr>
            <a:grpSpLocks noChangeAspect="1"/>
          </p:cNvGrpSpPr>
          <p:nvPr/>
        </p:nvGrpSpPr>
        <p:grpSpPr>
          <a:xfrm>
            <a:off x="10961325" y="70401"/>
            <a:ext cx="1005840" cy="161006"/>
            <a:chOff x="11218444" y="111915"/>
            <a:chExt cx="495401" cy="79299"/>
          </a:xfrm>
          <a:solidFill>
            <a:schemeClr val="bg1"/>
          </a:solidFill>
        </p:grpSpPr>
        <p:sp>
          <p:nvSpPr>
            <p:cNvPr id="32" name="Freeform: Shape 31">
              <a:extLst>
                <a:ext uri="{FF2B5EF4-FFF2-40B4-BE49-F238E27FC236}">
                  <a16:creationId xmlns:a16="http://schemas.microsoft.com/office/drawing/2014/main" id="{F270EF4E-AF4E-437B-B00F-0EAE7F4DFC53}"/>
                </a:ext>
              </a:extLst>
            </p:cNvPr>
            <p:cNvSpPr/>
            <p:nvPr/>
          </p:nvSpPr>
          <p:spPr>
            <a:xfrm>
              <a:off x="11335103" y="116320"/>
              <a:ext cx="378742" cy="56281"/>
            </a:xfrm>
            <a:custGeom>
              <a:avLst/>
              <a:gdLst>
                <a:gd name="connsiteX0" fmla="*/ 359248 w 378742"/>
                <a:gd name="connsiteY0" fmla="*/ 20706 h 56281"/>
                <a:gd name="connsiteX1" fmla="*/ 350106 w 378742"/>
                <a:gd name="connsiteY1" fmla="*/ 24120 h 56281"/>
                <a:gd name="connsiteX2" fmla="*/ 345921 w 378742"/>
                <a:gd name="connsiteY2" fmla="*/ 31830 h 56281"/>
                <a:gd name="connsiteX3" fmla="*/ 346472 w 378742"/>
                <a:gd name="connsiteY3" fmla="*/ 32601 h 56281"/>
                <a:gd name="connsiteX4" fmla="*/ 371914 w 378742"/>
                <a:gd name="connsiteY4" fmla="*/ 32601 h 56281"/>
                <a:gd name="connsiteX5" fmla="*/ 372575 w 378742"/>
                <a:gd name="connsiteY5" fmla="*/ 31830 h 56281"/>
                <a:gd name="connsiteX6" fmla="*/ 368389 w 378742"/>
                <a:gd name="connsiteY6" fmla="*/ 24120 h 56281"/>
                <a:gd name="connsiteX7" fmla="*/ 359248 w 378742"/>
                <a:gd name="connsiteY7" fmla="*/ 20706 h 56281"/>
                <a:gd name="connsiteX8" fmla="*/ 231156 w 378742"/>
                <a:gd name="connsiteY8" fmla="*/ 20706 h 56281"/>
                <a:gd name="connsiteX9" fmla="*/ 223667 w 378742"/>
                <a:gd name="connsiteY9" fmla="*/ 22798 h 56281"/>
                <a:gd name="connsiteX10" fmla="*/ 218821 w 378742"/>
                <a:gd name="connsiteY10" fmla="*/ 28305 h 56281"/>
                <a:gd name="connsiteX11" fmla="*/ 217169 w 378742"/>
                <a:gd name="connsiteY11" fmla="*/ 35795 h 56281"/>
                <a:gd name="connsiteX12" fmla="*/ 218821 w 378742"/>
                <a:gd name="connsiteY12" fmla="*/ 43284 h 56281"/>
                <a:gd name="connsiteX13" fmla="*/ 223667 w 378742"/>
                <a:gd name="connsiteY13" fmla="*/ 48791 h 56281"/>
                <a:gd name="connsiteX14" fmla="*/ 231156 w 378742"/>
                <a:gd name="connsiteY14" fmla="*/ 50884 h 56281"/>
                <a:gd name="connsiteX15" fmla="*/ 238646 w 378742"/>
                <a:gd name="connsiteY15" fmla="*/ 48791 h 56281"/>
                <a:gd name="connsiteX16" fmla="*/ 243271 w 378742"/>
                <a:gd name="connsiteY16" fmla="*/ 43284 h 56281"/>
                <a:gd name="connsiteX17" fmla="*/ 244813 w 378742"/>
                <a:gd name="connsiteY17" fmla="*/ 35795 h 56281"/>
                <a:gd name="connsiteX18" fmla="*/ 243271 w 378742"/>
                <a:gd name="connsiteY18" fmla="*/ 28305 h 56281"/>
                <a:gd name="connsiteX19" fmla="*/ 238646 w 378742"/>
                <a:gd name="connsiteY19" fmla="*/ 22798 h 56281"/>
                <a:gd name="connsiteX20" fmla="*/ 231156 w 378742"/>
                <a:gd name="connsiteY20" fmla="*/ 20706 h 56281"/>
                <a:gd name="connsiteX21" fmla="*/ 186000 w 378742"/>
                <a:gd name="connsiteY21" fmla="*/ 20706 h 56281"/>
                <a:gd name="connsiteX22" fmla="*/ 178511 w 378742"/>
                <a:gd name="connsiteY22" fmla="*/ 22799 h 56281"/>
                <a:gd name="connsiteX23" fmla="*/ 173665 w 378742"/>
                <a:gd name="connsiteY23" fmla="*/ 28306 h 56281"/>
                <a:gd name="connsiteX24" fmla="*/ 172013 w 378742"/>
                <a:gd name="connsiteY24" fmla="*/ 35795 h 56281"/>
                <a:gd name="connsiteX25" fmla="*/ 173665 w 378742"/>
                <a:gd name="connsiteY25" fmla="*/ 43284 h 56281"/>
                <a:gd name="connsiteX26" fmla="*/ 178511 w 378742"/>
                <a:gd name="connsiteY26" fmla="*/ 48791 h 56281"/>
                <a:gd name="connsiteX27" fmla="*/ 186000 w 378742"/>
                <a:gd name="connsiteY27" fmla="*/ 50884 h 56281"/>
                <a:gd name="connsiteX28" fmla="*/ 193490 w 378742"/>
                <a:gd name="connsiteY28" fmla="*/ 48791 h 56281"/>
                <a:gd name="connsiteX29" fmla="*/ 198115 w 378742"/>
                <a:gd name="connsiteY29" fmla="*/ 43284 h 56281"/>
                <a:gd name="connsiteX30" fmla="*/ 199657 w 378742"/>
                <a:gd name="connsiteY30" fmla="*/ 35795 h 56281"/>
                <a:gd name="connsiteX31" fmla="*/ 198115 w 378742"/>
                <a:gd name="connsiteY31" fmla="*/ 28306 h 56281"/>
                <a:gd name="connsiteX32" fmla="*/ 193490 w 378742"/>
                <a:gd name="connsiteY32" fmla="*/ 22799 h 56281"/>
                <a:gd name="connsiteX33" fmla="*/ 186000 w 378742"/>
                <a:gd name="connsiteY33" fmla="*/ 20706 h 56281"/>
                <a:gd name="connsiteX34" fmla="*/ 141614 w 378742"/>
                <a:gd name="connsiteY34" fmla="*/ 20706 h 56281"/>
                <a:gd name="connsiteX35" fmla="*/ 132472 w 378742"/>
                <a:gd name="connsiteY35" fmla="*/ 24120 h 56281"/>
                <a:gd name="connsiteX36" fmla="*/ 128287 w 378742"/>
                <a:gd name="connsiteY36" fmla="*/ 31830 h 56281"/>
                <a:gd name="connsiteX37" fmla="*/ 128838 w 378742"/>
                <a:gd name="connsiteY37" fmla="*/ 32601 h 56281"/>
                <a:gd name="connsiteX38" fmla="*/ 154280 w 378742"/>
                <a:gd name="connsiteY38" fmla="*/ 32601 h 56281"/>
                <a:gd name="connsiteX39" fmla="*/ 154941 w 378742"/>
                <a:gd name="connsiteY39" fmla="*/ 31830 h 56281"/>
                <a:gd name="connsiteX40" fmla="*/ 150755 w 378742"/>
                <a:gd name="connsiteY40" fmla="*/ 24120 h 56281"/>
                <a:gd name="connsiteX41" fmla="*/ 141614 w 378742"/>
                <a:gd name="connsiteY41" fmla="*/ 20706 h 56281"/>
                <a:gd name="connsiteX42" fmla="*/ 97559 w 378742"/>
                <a:gd name="connsiteY42" fmla="*/ 20706 h 56281"/>
                <a:gd name="connsiteX43" fmla="*/ 88417 w 378742"/>
                <a:gd name="connsiteY43" fmla="*/ 24120 h 56281"/>
                <a:gd name="connsiteX44" fmla="*/ 84232 w 378742"/>
                <a:gd name="connsiteY44" fmla="*/ 31830 h 56281"/>
                <a:gd name="connsiteX45" fmla="*/ 84783 w 378742"/>
                <a:gd name="connsiteY45" fmla="*/ 32601 h 56281"/>
                <a:gd name="connsiteX46" fmla="*/ 110225 w 378742"/>
                <a:gd name="connsiteY46" fmla="*/ 32601 h 56281"/>
                <a:gd name="connsiteX47" fmla="*/ 110886 w 378742"/>
                <a:gd name="connsiteY47" fmla="*/ 31830 h 56281"/>
                <a:gd name="connsiteX48" fmla="*/ 106700 w 378742"/>
                <a:gd name="connsiteY48" fmla="*/ 24120 h 56281"/>
                <a:gd name="connsiteX49" fmla="*/ 97559 w 378742"/>
                <a:gd name="connsiteY49" fmla="*/ 20706 h 56281"/>
                <a:gd name="connsiteX50" fmla="*/ 1518 w 378742"/>
                <a:gd name="connsiteY50" fmla="*/ 15970 h 56281"/>
                <a:gd name="connsiteX51" fmla="*/ 7576 w 378742"/>
                <a:gd name="connsiteY51" fmla="*/ 15970 h 56281"/>
                <a:gd name="connsiteX52" fmla="*/ 8127 w 378742"/>
                <a:gd name="connsiteY52" fmla="*/ 16190 h 56281"/>
                <a:gd name="connsiteX53" fmla="*/ 17598 w 378742"/>
                <a:gd name="connsiteY53" fmla="*/ 30178 h 56281"/>
                <a:gd name="connsiteX54" fmla="*/ 18590 w 378742"/>
                <a:gd name="connsiteY54" fmla="*/ 30178 h 56281"/>
                <a:gd name="connsiteX55" fmla="*/ 28062 w 378742"/>
                <a:gd name="connsiteY55" fmla="*/ 16190 h 56281"/>
                <a:gd name="connsiteX56" fmla="*/ 28612 w 378742"/>
                <a:gd name="connsiteY56" fmla="*/ 15970 h 56281"/>
                <a:gd name="connsiteX57" fmla="*/ 34670 w 378742"/>
                <a:gd name="connsiteY57" fmla="*/ 15970 h 56281"/>
                <a:gd name="connsiteX58" fmla="*/ 35110 w 378742"/>
                <a:gd name="connsiteY58" fmla="*/ 16961 h 56281"/>
                <a:gd name="connsiteX59" fmla="*/ 21894 w 378742"/>
                <a:gd name="connsiteY59" fmla="*/ 34804 h 56281"/>
                <a:gd name="connsiteX60" fmla="*/ 21894 w 378742"/>
                <a:gd name="connsiteY60" fmla="*/ 35575 h 56281"/>
                <a:gd name="connsiteX61" fmla="*/ 36212 w 378742"/>
                <a:gd name="connsiteY61" fmla="*/ 54629 h 56281"/>
                <a:gd name="connsiteX62" fmla="*/ 35771 w 378742"/>
                <a:gd name="connsiteY62" fmla="*/ 55620 h 56281"/>
                <a:gd name="connsiteX63" fmla="*/ 29603 w 378742"/>
                <a:gd name="connsiteY63" fmla="*/ 55620 h 56281"/>
                <a:gd name="connsiteX64" fmla="*/ 29053 w 378742"/>
                <a:gd name="connsiteY64" fmla="*/ 55400 h 56281"/>
                <a:gd name="connsiteX65" fmla="*/ 18590 w 378742"/>
                <a:gd name="connsiteY65" fmla="*/ 40200 h 56281"/>
                <a:gd name="connsiteX66" fmla="*/ 17598 w 378742"/>
                <a:gd name="connsiteY66" fmla="*/ 40200 h 56281"/>
                <a:gd name="connsiteX67" fmla="*/ 7025 w 378742"/>
                <a:gd name="connsiteY67" fmla="*/ 55400 h 56281"/>
                <a:gd name="connsiteX68" fmla="*/ 6474 w 378742"/>
                <a:gd name="connsiteY68" fmla="*/ 55620 h 56281"/>
                <a:gd name="connsiteX69" fmla="*/ 527 w 378742"/>
                <a:gd name="connsiteY69" fmla="*/ 55620 h 56281"/>
                <a:gd name="connsiteX70" fmla="*/ 86 w 378742"/>
                <a:gd name="connsiteY70" fmla="*/ 54629 h 56281"/>
                <a:gd name="connsiteX71" fmla="*/ 14404 w 378742"/>
                <a:gd name="connsiteY71" fmla="*/ 35575 h 56281"/>
                <a:gd name="connsiteX72" fmla="*/ 14404 w 378742"/>
                <a:gd name="connsiteY72" fmla="*/ 34804 h 56281"/>
                <a:gd name="connsiteX73" fmla="*/ 1078 w 378742"/>
                <a:gd name="connsiteY73" fmla="*/ 16961 h 56281"/>
                <a:gd name="connsiteX74" fmla="*/ 1518 w 378742"/>
                <a:gd name="connsiteY74" fmla="*/ 15970 h 56281"/>
                <a:gd name="connsiteX75" fmla="*/ 276864 w 378742"/>
                <a:gd name="connsiteY75" fmla="*/ 15419 h 56281"/>
                <a:gd name="connsiteX76" fmla="*/ 284574 w 378742"/>
                <a:gd name="connsiteY76" fmla="*/ 17401 h 56281"/>
                <a:gd name="connsiteX77" fmla="*/ 290411 w 378742"/>
                <a:gd name="connsiteY77" fmla="*/ 23239 h 56281"/>
                <a:gd name="connsiteX78" fmla="*/ 292614 w 378742"/>
                <a:gd name="connsiteY78" fmla="*/ 32711 h 56281"/>
                <a:gd name="connsiteX79" fmla="*/ 292614 w 378742"/>
                <a:gd name="connsiteY79" fmla="*/ 55179 h 56281"/>
                <a:gd name="connsiteX80" fmla="*/ 291953 w 378742"/>
                <a:gd name="connsiteY80" fmla="*/ 55840 h 56281"/>
                <a:gd name="connsiteX81" fmla="*/ 287217 w 378742"/>
                <a:gd name="connsiteY81" fmla="*/ 55840 h 56281"/>
                <a:gd name="connsiteX82" fmla="*/ 286556 w 378742"/>
                <a:gd name="connsiteY82" fmla="*/ 55179 h 56281"/>
                <a:gd name="connsiteX83" fmla="*/ 286556 w 378742"/>
                <a:gd name="connsiteY83" fmla="*/ 32711 h 56281"/>
                <a:gd name="connsiteX84" fmla="*/ 283473 w 378742"/>
                <a:gd name="connsiteY84" fmla="*/ 24010 h 56281"/>
                <a:gd name="connsiteX85" fmla="*/ 275432 w 378742"/>
                <a:gd name="connsiteY85" fmla="*/ 20706 h 56281"/>
                <a:gd name="connsiteX86" fmla="*/ 269375 w 378742"/>
                <a:gd name="connsiteY86" fmla="*/ 22248 h 56281"/>
                <a:gd name="connsiteX87" fmla="*/ 265079 w 378742"/>
                <a:gd name="connsiteY87" fmla="*/ 26433 h 56281"/>
                <a:gd name="connsiteX88" fmla="*/ 263427 w 378742"/>
                <a:gd name="connsiteY88" fmla="*/ 32711 h 56281"/>
                <a:gd name="connsiteX89" fmla="*/ 263427 w 378742"/>
                <a:gd name="connsiteY89" fmla="*/ 54959 h 56281"/>
                <a:gd name="connsiteX90" fmla="*/ 262767 w 378742"/>
                <a:gd name="connsiteY90" fmla="*/ 55620 h 56281"/>
                <a:gd name="connsiteX91" fmla="*/ 258031 w 378742"/>
                <a:gd name="connsiteY91" fmla="*/ 55620 h 56281"/>
                <a:gd name="connsiteX92" fmla="*/ 257590 w 378742"/>
                <a:gd name="connsiteY92" fmla="*/ 54959 h 56281"/>
                <a:gd name="connsiteX93" fmla="*/ 257590 w 378742"/>
                <a:gd name="connsiteY93" fmla="*/ 16631 h 56281"/>
                <a:gd name="connsiteX94" fmla="*/ 258251 w 378742"/>
                <a:gd name="connsiteY94" fmla="*/ 15970 h 56281"/>
                <a:gd name="connsiteX95" fmla="*/ 262987 w 378742"/>
                <a:gd name="connsiteY95" fmla="*/ 15970 h 56281"/>
                <a:gd name="connsiteX96" fmla="*/ 263648 w 378742"/>
                <a:gd name="connsiteY96" fmla="*/ 16631 h 56281"/>
                <a:gd name="connsiteX97" fmla="*/ 263648 w 378742"/>
                <a:gd name="connsiteY97" fmla="*/ 20485 h 56281"/>
                <a:gd name="connsiteX98" fmla="*/ 264749 w 378742"/>
                <a:gd name="connsiteY98" fmla="*/ 20926 h 56281"/>
                <a:gd name="connsiteX99" fmla="*/ 268934 w 378742"/>
                <a:gd name="connsiteY99" fmla="*/ 17401 h 56281"/>
                <a:gd name="connsiteX100" fmla="*/ 276864 w 378742"/>
                <a:gd name="connsiteY100" fmla="*/ 15419 h 56281"/>
                <a:gd name="connsiteX101" fmla="*/ 359138 w 378742"/>
                <a:gd name="connsiteY101" fmla="*/ 15309 h 56281"/>
                <a:gd name="connsiteX102" fmla="*/ 369601 w 378742"/>
                <a:gd name="connsiteY102" fmla="*/ 18062 h 56281"/>
                <a:gd name="connsiteX103" fmla="*/ 376319 w 378742"/>
                <a:gd name="connsiteY103" fmla="*/ 25442 h 56281"/>
                <a:gd name="connsiteX104" fmla="*/ 378742 w 378742"/>
                <a:gd name="connsiteY104" fmla="*/ 35795 h 56281"/>
                <a:gd name="connsiteX105" fmla="*/ 378742 w 378742"/>
                <a:gd name="connsiteY105" fmla="*/ 37557 h 56281"/>
                <a:gd name="connsiteX106" fmla="*/ 378082 w 378742"/>
                <a:gd name="connsiteY106" fmla="*/ 38218 h 56281"/>
                <a:gd name="connsiteX107" fmla="*/ 346252 w 378742"/>
                <a:gd name="connsiteY107" fmla="*/ 38218 h 56281"/>
                <a:gd name="connsiteX108" fmla="*/ 345591 w 378742"/>
                <a:gd name="connsiteY108" fmla="*/ 38989 h 56281"/>
                <a:gd name="connsiteX109" fmla="*/ 347683 w 378742"/>
                <a:gd name="connsiteY109" fmla="*/ 44606 h 56281"/>
                <a:gd name="connsiteX110" fmla="*/ 352529 w 378742"/>
                <a:gd name="connsiteY110" fmla="*/ 49232 h 56281"/>
                <a:gd name="connsiteX111" fmla="*/ 359468 w 378742"/>
                <a:gd name="connsiteY111" fmla="*/ 50884 h 56281"/>
                <a:gd name="connsiteX112" fmla="*/ 366517 w 378742"/>
                <a:gd name="connsiteY112" fmla="*/ 49011 h 56281"/>
                <a:gd name="connsiteX113" fmla="*/ 370812 w 378742"/>
                <a:gd name="connsiteY113" fmla="*/ 44496 h 56281"/>
                <a:gd name="connsiteX114" fmla="*/ 371363 w 378742"/>
                <a:gd name="connsiteY114" fmla="*/ 44165 h 56281"/>
                <a:gd name="connsiteX115" fmla="*/ 376540 w 378742"/>
                <a:gd name="connsiteY115" fmla="*/ 44165 h 56281"/>
                <a:gd name="connsiteX116" fmla="*/ 377090 w 378742"/>
                <a:gd name="connsiteY116" fmla="*/ 45046 h 56281"/>
                <a:gd name="connsiteX117" fmla="*/ 370923 w 378742"/>
                <a:gd name="connsiteY117" fmla="*/ 52866 h 56281"/>
                <a:gd name="connsiteX118" fmla="*/ 359578 w 378742"/>
                <a:gd name="connsiteY118" fmla="*/ 56280 h 56281"/>
                <a:gd name="connsiteX119" fmla="*/ 349005 w 378742"/>
                <a:gd name="connsiteY119" fmla="*/ 53527 h 56281"/>
                <a:gd name="connsiteX120" fmla="*/ 341956 w 378742"/>
                <a:gd name="connsiteY120" fmla="*/ 46148 h 56281"/>
                <a:gd name="connsiteX121" fmla="*/ 339423 w 378742"/>
                <a:gd name="connsiteY121" fmla="*/ 35795 h 56281"/>
                <a:gd name="connsiteX122" fmla="*/ 341846 w 378742"/>
                <a:gd name="connsiteY122" fmla="*/ 25442 h 56281"/>
                <a:gd name="connsiteX123" fmla="*/ 348675 w 378742"/>
                <a:gd name="connsiteY123" fmla="*/ 18062 h 56281"/>
                <a:gd name="connsiteX124" fmla="*/ 359138 w 378742"/>
                <a:gd name="connsiteY124" fmla="*/ 15309 h 56281"/>
                <a:gd name="connsiteX125" fmla="*/ 317064 w 378742"/>
                <a:gd name="connsiteY125" fmla="*/ 15309 h 56281"/>
                <a:gd name="connsiteX126" fmla="*/ 329070 w 378742"/>
                <a:gd name="connsiteY126" fmla="*/ 18944 h 56281"/>
                <a:gd name="connsiteX127" fmla="*/ 335458 w 378742"/>
                <a:gd name="connsiteY127" fmla="*/ 27534 h 56281"/>
                <a:gd name="connsiteX128" fmla="*/ 334907 w 378742"/>
                <a:gd name="connsiteY128" fmla="*/ 28305 h 56281"/>
                <a:gd name="connsiteX129" fmla="*/ 329730 w 378742"/>
                <a:gd name="connsiteY129" fmla="*/ 28305 h 56281"/>
                <a:gd name="connsiteX130" fmla="*/ 329180 w 378742"/>
                <a:gd name="connsiteY130" fmla="*/ 27975 h 56281"/>
                <a:gd name="connsiteX131" fmla="*/ 324994 w 378742"/>
                <a:gd name="connsiteY131" fmla="*/ 22798 h 56281"/>
                <a:gd name="connsiteX132" fmla="*/ 317835 w 378742"/>
                <a:gd name="connsiteY132" fmla="*/ 20706 h 56281"/>
                <a:gd name="connsiteX133" fmla="*/ 310236 w 378742"/>
                <a:gd name="connsiteY133" fmla="*/ 22798 h 56281"/>
                <a:gd name="connsiteX134" fmla="*/ 305280 w 378742"/>
                <a:gd name="connsiteY134" fmla="*/ 28305 h 56281"/>
                <a:gd name="connsiteX135" fmla="*/ 303517 w 378742"/>
                <a:gd name="connsiteY135" fmla="*/ 35795 h 56281"/>
                <a:gd name="connsiteX136" fmla="*/ 305280 w 378742"/>
                <a:gd name="connsiteY136" fmla="*/ 43284 h 56281"/>
                <a:gd name="connsiteX137" fmla="*/ 310236 w 378742"/>
                <a:gd name="connsiteY137" fmla="*/ 48791 h 56281"/>
                <a:gd name="connsiteX138" fmla="*/ 317835 w 378742"/>
                <a:gd name="connsiteY138" fmla="*/ 50884 h 56281"/>
                <a:gd name="connsiteX139" fmla="*/ 324994 w 378742"/>
                <a:gd name="connsiteY139" fmla="*/ 48791 h 56281"/>
                <a:gd name="connsiteX140" fmla="*/ 329180 w 378742"/>
                <a:gd name="connsiteY140" fmla="*/ 43615 h 56281"/>
                <a:gd name="connsiteX141" fmla="*/ 329730 w 378742"/>
                <a:gd name="connsiteY141" fmla="*/ 43284 h 56281"/>
                <a:gd name="connsiteX142" fmla="*/ 334907 w 378742"/>
                <a:gd name="connsiteY142" fmla="*/ 43284 h 56281"/>
                <a:gd name="connsiteX143" fmla="*/ 335458 w 378742"/>
                <a:gd name="connsiteY143" fmla="*/ 44055 h 56281"/>
                <a:gd name="connsiteX144" fmla="*/ 329070 w 378742"/>
                <a:gd name="connsiteY144" fmla="*/ 52646 h 56281"/>
                <a:gd name="connsiteX145" fmla="*/ 317064 w 378742"/>
                <a:gd name="connsiteY145" fmla="*/ 56280 h 56281"/>
                <a:gd name="connsiteX146" fmla="*/ 306712 w 378742"/>
                <a:gd name="connsiteY146" fmla="*/ 53527 h 56281"/>
                <a:gd name="connsiteX147" fmla="*/ 299993 w 378742"/>
                <a:gd name="connsiteY147" fmla="*/ 46148 h 56281"/>
                <a:gd name="connsiteX148" fmla="*/ 297570 w 378742"/>
                <a:gd name="connsiteY148" fmla="*/ 35795 h 56281"/>
                <a:gd name="connsiteX149" fmla="*/ 299993 w 378742"/>
                <a:gd name="connsiteY149" fmla="*/ 25442 h 56281"/>
                <a:gd name="connsiteX150" fmla="*/ 306712 w 378742"/>
                <a:gd name="connsiteY150" fmla="*/ 18062 h 56281"/>
                <a:gd name="connsiteX151" fmla="*/ 317064 w 378742"/>
                <a:gd name="connsiteY151" fmla="*/ 15309 h 56281"/>
                <a:gd name="connsiteX152" fmla="*/ 230385 w 378742"/>
                <a:gd name="connsiteY152" fmla="*/ 15309 h 56281"/>
                <a:gd name="connsiteX153" fmla="*/ 238866 w 378742"/>
                <a:gd name="connsiteY153" fmla="*/ 17181 h 56281"/>
                <a:gd name="connsiteX154" fmla="*/ 243492 w 378742"/>
                <a:gd name="connsiteY154" fmla="*/ 20926 h 56281"/>
                <a:gd name="connsiteX155" fmla="*/ 244593 w 378742"/>
                <a:gd name="connsiteY155" fmla="*/ 20486 h 56281"/>
                <a:gd name="connsiteX156" fmla="*/ 244593 w 378742"/>
                <a:gd name="connsiteY156" fmla="*/ 16521 h 56281"/>
                <a:gd name="connsiteX157" fmla="*/ 245254 w 378742"/>
                <a:gd name="connsiteY157" fmla="*/ 15860 h 56281"/>
                <a:gd name="connsiteX158" fmla="*/ 249990 w 378742"/>
                <a:gd name="connsiteY158" fmla="*/ 15860 h 56281"/>
                <a:gd name="connsiteX159" fmla="*/ 250651 w 378742"/>
                <a:gd name="connsiteY159" fmla="*/ 16521 h 56281"/>
                <a:gd name="connsiteX160" fmla="*/ 250651 w 378742"/>
                <a:gd name="connsiteY160" fmla="*/ 54849 h 56281"/>
                <a:gd name="connsiteX161" fmla="*/ 249990 w 378742"/>
                <a:gd name="connsiteY161" fmla="*/ 55510 h 56281"/>
                <a:gd name="connsiteX162" fmla="*/ 245254 w 378742"/>
                <a:gd name="connsiteY162" fmla="*/ 55510 h 56281"/>
                <a:gd name="connsiteX163" fmla="*/ 244593 w 378742"/>
                <a:gd name="connsiteY163" fmla="*/ 54849 h 56281"/>
                <a:gd name="connsiteX164" fmla="*/ 244593 w 378742"/>
                <a:gd name="connsiteY164" fmla="*/ 50884 h 56281"/>
                <a:gd name="connsiteX165" fmla="*/ 243492 w 378742"/>
                <a:gd name="connsiteY165" fmla="*/ 50443 h 56281"/>
                <a:gd name="connsiteX166" fmla="*/ 238866 w 378742"/>
                <a:gd name="connsiteY166" fmla="*/ 54188 h 56281"/>
                <a:gd name="connsiteX167" fmla="*/ 230385 w 378742"/>
                <a:gd name="connsiteY167" fmla="*/ 56280 h 56281"/>
                <a:gd name="connsiteX168" fmla="*/ 220253 w 378742"/>
                <a:gd name="connsiteY168" fmla="*/ 53527 h 56281"/>
                <a:gd name="connsiteX169" fmla="*/ 213534 w 378742"/>
                <a:gd name="connsiteY169" fmla="*/ 46148 h 56281"/>
                <a:gd name="connsiteX170" fmla="*/ 211111 w 378742"/>
                <a:gd name="connsiteY170" fmla="*/ 35795 h 56281"/>
                <a:gd name="connsiteX171" fmla="*/ 213534 w 378742"/>
                <a:gd name="connsiteY171" fmla="*/ 25442 h 56281"/>
                <a:gd name="connsiteX172" fmla="*/ 220253 w 378742"/>
                <a:gd name="connsiteY172" fmla="*/ 18062 h 56281"/>
                <a:gd name="connsiteX173" fmla="*/ 230385 w 378742"/>
                <a:gd name="connsiteY173" fmla="*/ 15309 h 56281"/>
                <a:gd name="connsiteX174" fmla="*/ 141504 w 378742"/>
                <a:gd name="connsiteY174" fmla="*/ 15309 h 56281"/>
                <a:gd name="connsiteX175" fmla="*/ 151967 w 378742"/>
                <a:gd name="connsiteY175" fmla="*/ 18062 h 56281"/>
                <a:gd name="connsiteX176" fmla="*/ 158685 w 378742"/>
                <a:gd name="connsiteY176" fmla="*/ 25442 h 56281"/>
                <a:gd name="connsiteX177" fmla="*/ 161108 w 378742"/>
                <a:gd name="connsiteY177" fmla="*/ 35795 h 56281"/>
                <a:gd name="connsiteX178" fmla="*/ 161108 w 378742"/>
                <a:gd name="connsiteY178" fmla="*/ 37557 h 56281"/>
                <a:gd name="connsiteX179" fmla="*/ 160448 w 378742"/>
                <a:gd name="connsiteY179" fmla="*/ 38218 h 56281"/>
                <a:gd name="connsiteX180" fmla="*/ 128728 w 378742"/>
                <a:gd name="connsiteY180" fmla="*/ 38218 h 56281"/>
                <a:gd name="connsiteX181" fmla="*/ 128067 w 378742"/>
                <a:gd name="connsiteY181" fmla="*/ 38989 h 56281"/>
                <a:gd name="connsiteX182" fmla="*/ 130159 w 378742"/>
                <a:gd name="connsiteY182" fmla="*/ 44606 h 56281"/>
                <a:gd name="connsiteX183" fmla="*/ 135006 w 378742"/>
                <a:gd name="connsiteY183" fmla="*/ 49232 h 56281"/>
                <a:gd name="connsiteX184" fmla="*/ 141944 w 378742"/>
                <a:gd name="connsiteY184" fmla="*/ 50884 h 56281"/>
                <a:gd name="connsiteX185" fmla="*/ 148993 w 378742"/>
                <a:gd name="connsiteY185" fmla="*/ 49011 h 56281"/>
                <a:gd name="connsiteX186" fmla="*/ 153289 w 378742"/>
                <a:gd name="connsiteY186" fmla="*/ 44496 h 56281"/>
                <a:gd name="connsiteX187" fmla="*/ 153839 w 378742"/>
                <a:gd name="connsiteY187" fmla="*/ 44165 h 56281"/>
                <a:gd name="connsiteX188" fmla="*/ 159016 w 378742"/>
                <a:gd name="connsiteY188" fmla="*/ 44165 h 56281"/>
                <a:gd name="connsiteX189" fmla="*/ 159566 w 378742"/>
                <a:gd name="connsiteY189" fmla="*/ 45046 h 56281"/>
                <a:gd name="connsiteX190" fmla="*/ 153399 w 378742"/>
                <a:gd name="connsiteY190" fmla="*/ 52866 h 56281"/>
                <a:gd name="connsiteX191" fmla="*/ 141944 w 378742"/>
                <a:gd name="connsiteY191" fmla="*/ 56280 h 56281"/>
                <a:gd name="connsiteX192" fmla="*/ 131371 w 378742"/>
                <a:gd name="connsiteY192" fmla="*/ 53527 h 56281"/>
                <a:gd name="connsiteX193" fmla="*/ 124322 w 378742"/>
                <a:gd name="connsiteY193" fmla="*/ 46148 h 56281"/>
                <a:gd name="connsiteX194" fmla="*/ 121789 w 378742"/>
                <a:gd name="connsiteY194" fmla="*/ 35795 h 56281"/>
                <a:gd name="connsiteX195" fmla="*/ 124212 w 378742"/>
                <a:gd name="connsiteY195" fmla="*/ 25442 h 56281"/>
                <a:gd name="connsiteX196" fmla="*/ 131041 w 378742"/>
                <a:gd name="connsiteY196" fmla="*/ 18062 h 56281"/>
                <a:gd name="connsiteX197" fmla="*/ 141504 w 378742"/>
                <a:gd name="connsiteY197" fmla="*/ 15309 h 56281"/>
                <a:gd name="connsiteX198" fmla="*/ 97449 w 378742"/>
                <a:gd name="connsiteY198" fmla="*/ 15309 h 56281"/>
                <a:gd name="connsiteX199" fmla="*/ 107912 w 378742"/>
                <a:gd name="connsiteY199" fmla="*/ 18062 h 56281"/>
                <a:gd name="connsiteX200" fmla="*/ 114630 w 378742"/>
                <a:gd name="connsiteY200" fmla="*/ 25442 h 56281"/>
                <a:gd name="connsiteX201" fmla="*/ 117053 w 378742"/>
                <a:gd name="connsiteY201" fmla="*/ 35795 h 56281"/>
                <a:gd name="connsiteX202" fmla="*/ 117053 w 378742"/>
                <a:gd name="connsiteY202" fmla="*/ 37557 h 56281"/>
                <a:gd name="connsiteX203" fmla="*/ 116393 w 378742"/>
                <a:gd name="connsiteY203" fmla="*/ 38218 h 56281"/>
                <a:gd name="connsiteX204" fmla="*/ 84673 w 378742"/>
                <a:gd name="connsiteY204" fmla="*/ 38218 h 56281"/>
                <a:gd name="connsiteX205" fmla="*/ 84012 w 378742"/>
                <a:gd name="connsiteY205" fmla="*/ 38989 h 56281"/>
                <a:gd name="connsiteX206" fmla="*/ 86105 w 378742"/>
                <a:gd name="connsiteY206" fmla="*/ 44606 h 56281"/>
                <a:gd name="connsiteX207" fmla="*/ 90951 w 378742"/>
                <a:gd name="connsiteY207" fmla="*/ 49232 h 56281"/>
                <a:gd name="connsiteX208" fmla="*/ 97889 w 378742"/>
                <a:gd name="connsiteY208" fmla="*/ 50884 h 56281"/>
                <a:gd name="connsiteX209" fmla="*/ 104938 w 378742"/>
                <a:gd name="connsiteY209" fmla="*/ 49011 h 56281"/>
                <a:gd name="connsiteX210" fmla="*/ 109234 w 378742"/>
                <a:gd name="connsiteY210" fmla="*/ 44496 h 56281"/>
                <a:gd name="connsiteX211" fmla="*/ 109784 w 378742"/>
                <a:gd name="connsiteY211" fmla="*/ 44165 h 56281"/>
                <a:gd name="connsiteX212" fmla="*/ 114961 w 378742"/>
                <a:gd name="connsiteY212" fmla="*/ 44165 h 56281"/>
                <a:gd name="connsiteX213" fmla="*/ 115511 w 378742"/>
                <a:gd name="connsiteY213" fmla="*/ 45046 h 56281"/>
                <a:gd name="connsiteX214" fmla="*/ 109344 w 378742"/>
                <a:gd name="connsiteY214" fmla="*/ 52866 h 56281"/>
                <a:gd name="connsiteX215" fmla="*/ 97889 w 378742"/>
                <a:gd name="connsiteY215" fmla="*/ 56280 h 56281"/>
                <a:gd name="connsiteX216" fmla="*/ 87316 w 378742"/>
                <a:gd name="connsiteY216" fmla="*/ 53527 h 56281"/>
                <a:gd name="connsiteX217" fmla="*/ 80267 w 378742"/>
                <a:gd name="connsiteY217" fmla="*/ 46148 h 56281"/>
                <a:gd name="connsiteX218" fmla="*/ 77734 w 378742"/>
                <a:gd name="connsiteY218" fmla="*/ 35795 h 56281"/>
                <a:gd name="connsiteX219" fmla="*/ 80157 w 378742"/>
                <a:gd name="connsiteY219" fmla="*/ 25442 h 56281"/>
                <a:gd name="connsiteX220" fmla="*/ 86986 w 378742"/>
                <a:gd name="connsiteY220" fmla="*/ 18062 h 56281"/>
                <a:gd name="connsiteX221" fmla="*/ 97449 w 378742"/>
                <a:gd name="connsiteY221" fmla="*/ 15309 h 56281"/>
                <a:gd name="connsiteX222" fmla="*/ 55375 w 378742"/>
                <a:gd name="connsiteY222" fmla="*/ 15309 h 56281"/>
                <a:gd name="connsiteX223" fmla="*/ 67381 w 378742"/>
                <a:gd name="connsiteY223" fmla="*/ 18944 h 56281"/>
                <a:gd name="connsiteX224" fmla="*/ 73769 w 378742"/>
                <a:gd name="connsiteY224" fmla="*/ 27534 h 56281"/>
                <a:gd name="connsiteX225" fmla="*/ 73218 w 378742"/>
                <a:gd name="connsiteY225" fmla="*/ 28305 h 56281"/>
                <a:gd name="connsiteX226" fmla="*/ 68041 w 378742"/>
                <a:gd name="connsiteY226" fmla="*/ 28305 h 56281"/>
                <a:gd name="connsiteX227" fmla="*/ 67491 w 378742"/>
                <a:gd name="connsiteY227" fmla="*/ 27975 h 56281"/>
                <a:gd name="connsiteX228" fmla="*/ 63305 w 378742"/>
                <a:gd name="connsiteY228" fmla="*/ 22798 h 56281"/>
                <a:gd name="connsiteX229" fmla="*/ 56146 w 378742"/>
                <a:gd name="connsiteY229" fmla="*/ 20706 h 56281"/>
                <a:gd name="connsiteX230" fmla="*/ 48547 w 378742"/>
                <a:gd name="connsiteY230" fmla="*/ 22798 h 56281"/>
                <a:gd name="connsiteX231" fmla="*/ 43591 w 378742"/>
                <a:gd name="connsiteY231" fmla="*/ 28305 h 56281"/>
                <a:gd name="connsiteX232" fmla="*/ 41828 w 378742"/>
                <a:gd name="connsiteY232" fmla="*/ 35795 h 56281"/>
                <a:gd name="connsiteX233" fmla="*/ 43591 w 378742"/>
                <a:gd name="connsiteY233" fmla="*/ 43284 h 56281"/>
                <a:gd name="connsiteX234" fmla="*/ 48547 w 378742"/>
                <a:gd name="connsiteY234" fmla="*/ 48791 h 56281"/>
                <a:gd name="connsiteX235" fmla="*/ 56146 w 378742"/>
                <a:gd name="connsiteY235" fmla="*/ 50884 h 56281"/>
                <a:gd name="connsiteX236" fmla="*/ 63305 w 378742"/>
                <a:gd name="connsiteY236" fmla="*/ 48791 h 56281"/>
                <a:gd name="connsiteX237" fmla="*/ 67491 w 378742"/>
                <a:gd name="connsiteY237" fmla="*/ 43615 h 56281"/>
                <a:gd name="connsiteX238" fmla="*/ 68041 w 378742"/>
                <a:gd name="connsiteY238" fmla="*/ 43284 h 56281"/>
                <a:gd name="connsiteX239" fmla="*/ 73218 w 378742"/>
                <a:gd name="connsiteY239" fmla="*/ 43284 h 56281"/>
                <a:gd name="connsiteX240" fmla="*/ 73769 w 378742"/>
                <a:gd name="connsiteY240" fmla="*/ 44055 h 56281"/>
                <a:gd name="connsiteX241" fmla="*/ 67381 w 378742"/>
                <a:gd name="connsiteY241" fmla="*/ 52646 h 56281"/>
                <a:gd name="connsiteX242" fmla="*/ 55375 w 378742"/>
                <a:gd name="connsiteY242" fmla="*/ 56280 h 56281"/>
                <a:gd name="connsiteX243" fmla="*/ 45022 w 378742"/>
                <a:gd name="connsiteY243" fmla="*/ 53527 h 56281"/>
                <a:gd name="connsiteX244" fmla="*/ 38304 w 378742"/>
                <a:gd name="connsiteY244" fmla="*/ 46148 h 56281"/>
                <a:gd name="connsiteX245" fmla="*/ 35881 w 378742"/>
                <a:gd name="connsiteY245" fmla="*/ 35795 h 56281"/>
                <a:gd name="connsiteX246" fmla="*/ 38304 w 378742"/>
                <a:gd name="connsiteY246" fmla="*/ 25442 h 56281"/>
                <a:gd name="connsiteX247" fmla="*/ 45022 w 378742"/>
                <a:gd name="connsiteY247" fmla="*/ 18062 h 56281"/>
                <a:gd name="connsiteX248" fmla="*/ 55375 w 378742"/>
                <a:gd name="connsiteY248" fmla="*/ 15309 h 56281"/>
                <a:gd name="connsiteX249" fmla="*/ 200098 w 378742"/>
                <a:gd name="connsiteY249" fmla="*/ 0 h 56281"/>
                <a:gd name="connsiteX250" fmla="*/ 204834 w 378742"/>
                <a:gd name="connsiteY250" fmla="*/ 0 h 56281"/>
                <a:gd name="connsiteX251" fmla="*/ 205495 w 378742"/>
                <a:gd name="connsiteY251" fmla="*/ 661 h 56281"/>
                <a:gd name="connsiteX252" fmla="*/ 205495 w 378742"/>
                <a:gd name="connsiteY252" fmla="*/ 54849 h 56281"/>
                <a:gd name="connsiteX253" fmla="*/ 204834 w 378742"/>
                <a:gd name="connsiteY253" fmla="*/ 55510 h 56281"/>
                <a:gd name="connsiteX254" fmla="*/ 200098 w 378742"/>
                <a:gd name="connsiteY254" fmla="*/ 55510 h 56281"/>
                <a:gd name="connsiteX255" fmla="*/ 199437 w 378742"/>
                <a:gd name="connsiteY255" fmla="*/ 54849 h 56281"/>
                <a:gd name="connsiteX256" fmla="*/ 199437 w 378742"/>
                <a:gd name="connsiteY256" fmla="*/ 50884 h 56281"/>
                <a:gd name="connsiteX257" fmla="*/ 198336 w 378742"/>
                <a:gd name="connsiteY257" fmla="*/ 50443 h 56281"/>
                <a:gd name="connsiteX258" fmla="*/ 193710 w 378742"/>
                <a:gd name="connsiteY258" fmla="*/ 54188 h 56281"/>
                <a:gd name="connsiteX259" fmla="*/ 185229 w 378742"/>
                <a:gd name="connsiteY259" fmla="*/ 56281 h 56281"/>
                <a:gd name="connsiteX260" fmla="*/ 175097 w 378742"/>
                <a:gd name="connsiteY260" fmla="*/ 53527 h 56281"/>
                <a:gd name="connsiteX261" fmla="*/ 168378 w 378742"/>
                <a:gd name="connsiteY261" fmla="*/ 46148 h 56281"/>
                <a:gd name="connsiteX262" fmla="*/ 165955 w 378742"/>
                <a:gd name="connsiteY262" fmla="*/ 35795 h 56281"/>
                <a:gd name="connsiteX263" fmla="*/ 168378 w 378742"/>
                <a:gd name="connsiteY263" fmla="*/ 25442 h 56281"/>
                <a:gd name="connsiteX264" fmla="*/ 175097 w 378742"/>
                <a:gd name="connsiteY264" fmla="*/ 18063 h 56281"/>
                <a:gd name="connsiteX265" fmla="*/ 185229 w 378742"/>
                <a:gd name="connsiteY265" fmla="*/ 15309 h 56281"/>
                <a:gd name="connsiteX266" fmla="*/ 193710 w 378742"/>
                <a:gd name="connsiteY266" fmla="*/ 17182 h 56281"/>
                <a:gd name="connsiteX267" fmla="*/ 198336 w 378742"/>
                <a:gd name="connsiteY267" fmla="*/ 20926 h 56281"/>
                <a:gd name="connsiteX268" fmla="*/ 199437 w 378742"/>
                <a:gd name="connsiteY268" fmla="*/ 20486 h 56281"/>
                <a:gd name="connsiteX269" fmla="*/ 199437 w 378742"/>
                <a:gd name="connsiteY269" fmla="*/ 661 h 56281"/>
                <a:gd name="connsiteX270" fmla="*/ 200098 w 378742"/>
                <a:gd name="connsiteY270" fmla="*/ 0 h 5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378742" h="56281">
                  <a:moveTo>
                    <a:pt x="359248" y="20706"/>
                  </a:moveTo>
                  <a:cubicBezTo>
                    <a:pt x="355393" y="20706"/>
                    <a:pt x="352419" y="21807"/>
                    <a:pt x="350106" y="24120"/>
                  </a:cubicBezTo>
                  <a:cubicBezTo>
                    <a:pt x="348014" y="26213"/>
                    <a:pt x="346582" y="28746"/>
                    <a:pt x="345921" y="31830"/>
                  </a:cubicBezTo>
                  <a:cubicBezTo>
                    <a:pt x="345811" y="32270"/>
                    <a:pt x="346031" y="32601"/>
                    <a:pt x="346472" y="32601"/>
                  </a:cubicBezTo>
                  <a:lnTo>
                    <a:pt x="371914" y="32601"/>
                  </a:lnTo>
                  <a:cubicBezTo>
                    <a:pt x="372354" y="32601"/>
                    <a:pt x="372575" y="32270"/>
                    <a:pt x="372575" y="31830"/>
                  </a:cubicBezTo>
                  <a:cubicBezTo>
                    <a:pt x="371914" y="28746"/>
                    <a:pt x="370592" y="26213"/>
                    <a:pt x="368389" y="24120"/>
                  </a:cubicBezTo>
                  <a:cubicBezTo>
                    <a:pt x="366076" y="21807"/>
                    <a:pt x="362993" y="20706"/>
                    <a:pt x="359248" y="20706"/>
                  </a:cubicBezTo>
                  <a:close/>
                  <a:moveTo>
                    <a:pt x="231156" y="20706"/>
                  </a:moveTo>
                  <a:cubicBezTo>
                    <a:pt x="228293" y="20706"/>
                    <a:pt x="225759" y="21367"/>
                    <a:pt x="223667" y="22798"/>
                  </a:cubicBezTo>
                  <a:cubicBezTo>
                    <a:pt x="221574" y="24120"/>
                    <a:pt x="219922" y="25992"/>
                    <a:pt x="218821" y="28305"/>
                  </a:cubicBezTo>
                  <a:cubicBezTo>
                    <a:pt x="217719" y="30618"/>
                    <a:pt x="217169" y="33041"/>
                    <a:pt x="217169" y="35795"/>
                  </a:cubicBezTo>
                  <a:cubicBezTo>
                    <a:pt x="217169" y="38438"/>
                    <a:pt x="217719" y="40971"/>
                    <a:pt x="218821" y="43284"/>
                  </a:cubicBezTo>
                  <a:cubicBezTo>
                    <a:pt x="219922" y="45597"/>
                    <a:pt x="221574" y="47469"/>
                    <a:pt x="223667" y="48791"/>
                  </a:cubicBezTo>
                  <a:cubicBezTo>
                    <a:pt x="225759" y="50113"/>
                    <a:pt x="228293" y="50884"/>
                    <a:pt x="231156" y="50884"/>
                  </a:cubicBezTo>
                  <a:cubicBezTo>
                    <a:pt x="234130" y="50884"/>
                    <a:pt x="236663" y="50223"/>
                    <a:pt x="238646" y="48791"/>
                  </a:cubicBezTo>
                  <a:cubicBezTo>
                    <a:pt x="240628" y="47469"/>
                    <a:pt x="242170" y="45597"/>
                    <a:pt x="243271" y="43284"/>
                  </a:cubicBezTo>
                  <a:cubicBezTo>
                    <a:pt x="244373" y="40971"/>
                    <a:pt x="244813" y="38438"/>
                    <a:pt x="244813" y="35795"/>
                  </a:cubicBezTo>
                  <a:cubicBezTo>
                    <a:pt x="244813" y="33041"/>
                    <a:pt x="244263" y="30508"/>
                    <a:pt x="243271" y="28305"/>
                  </a:cubicBezTo>
                  <a:cubicBezTo>
                    <a:pt x="242170" y="25992"/>
                    <a:pt x="240628" y="24230"/>
                    <a:pt x="238646" y="22798"/>
                  </a:cubicBezTo>
                  <a:cubicBezTo>
                    <a:pt x="236663" y="21477"/>
                    <a:pt x="234130" y="20706"/>
                    <a:pt x="231156" y="20706"/>
                  </a:cubicBezTo>
                  <a:close/>
                  <a:moveTo>
                    <a:pt x="186000" y="20706"/>
                  </a:moveTo>
                  <a:cubicBezTo>
                    <a:pt x="183137" y="20706"/>
                    <a:pt x="180603" y="21367"/>
                    <a:pt x="178511" y="22799"/>
                  </a:cubicBezTo>
                  <a:cubicBezTo>
                    <a:pt x="176418" y="24120"/>
                    <a:pt x="174766" y="25993"/>
                    <a:pt x="173665" y="28306"/>
                  </a:cubicBezTo>
                  <a:cubicBezTo>
                    <a:pt x="172563" y="30618"/>
                    <a:pt x="172013" y="33042"/>
                    <a:pt x="172013" y="35795"/>
                  </a:cubicBezTo>
                  <a:cubicBezTo>
                    <a:pt x="172013" y="38438"/>
                    <a:pt x="172563" y="40971"/>
                    <a:pt x="173665" y="43284"/>
                  </a:cubicBezTo>
                  <a:cubicBezTo>
                    <a:pt x="174766" y="45597"/>
                    <a:pt x="176418" y="47470"/>
                    <a:pt x="178511" y="48791"/>
                  </a:cubicBezTo>
                  <a:cubicBezTo>
                    <a:pt x="180603" y="50113"/>
                    <a:pt x="183137" y="50884"/>
                    <a:pt x="186000" y="50884"/>
                  </a:cubicBezTo>
                  <a:cubicBezTo>
                    <a:pt x="188974" y="50884"/>
                    <a:pt x="191507" y="50223"/>
                    <a:pt x="193490" y="48791"/>
                  </a:cubicBezTo>
                  <a:cubicBezTo>
                    <a:pt x="195472" y="47470"/>
                    <a:pt x="197014" y="45597"/>
                    <a:pt x="198115" y="43284"/>
                  </a:cubicBezTo>
                  <a:cubicBezTo>
                    <a:pt x="199217" y="40971"/>
                    <a:pt x="199657" y="38438"/>
                    <a:pt x="199657" y="35795"/>
                  </a:cubicBezTo>
                  <a:cubicBezTo>
                    <a:pt x="199657" y="33042"/>
                    <a:pt x="199107" y="30508"/>
                    <a:pt x="198115" y="28306"/>
                  </a:cubicBezTo>
                  <a:cubicBezTo>
                    <a:pt x="197014" y="25993"/>
                    <a:pt x="195472" y="24230"/>
                    <a:pt x="193490" y="22799"/>
                  </a:cubicBezTo>
                  <a:cubicBezTo>
                    <a:pt x="191507" y="21477"/>
                    <a:pt x="188974" y="20706"/>
                    <a:pt x="186000" y="20706"/>
                  </a:cubicBezTo>
                  <a:close/>
                  <a:moveTo>
                    <a:pt x="141614" y="20706"/>
                  </a:moveTo>
                  <a:cubicBezTo>
                    <a:pt x="137759" y="20706"/>
                    <a:pt x="134785" y="21807"/>
                    <a:pt x="132472" y="24120"/>
                  </a:cubicBezTo>
                  <a:cubicBezTo>
                    <a:pt x="130380" y="26213"/>
                    <a:pt x="128948" y="28746"/>
                    <a:pt x="128287" y="31830"/>
                  </a:cubicBezTo>
                  <a:cubicBezTo>
                    <a:pt x="128177" y="32270"/>
                    <a:pt x="128507" y="32601"/>
                    <a:pt x="128838" y="32601"/>
                  </a:cubicBezTo>
                  <a:lnTo>
                    <a:pt x="154280" y="32601"/>
                  </a:lnTo>
                  <a:cubicBezTo>
                    <a:pt x="154720" y="32601"/>
                    <a:pt x="154941" y="32270"/>
                    <a:pt x="154941" y="31830"/>
                  </a:cubicBezTo>
                  <a:cubicBezTo>
                    <a:pt x="154280" y="28746"/>
                    <a:pt x="152958" y="26213"/>
                    <a:pt x="150755" y="24120"/>
                  </a:cubicBezTo>
                  <a:cubicBezTo>
                    <a:pt x="148442" y="21807"/>
                    <a:pt x="145359" y="20706"/>
                    <a:pt x="141614" y="20706"/>
                  </a:cubicBezTo>
                  <a:close/>
                  <a:moveTo>
                    <a:pt x="97559" y="20706"/>
                  </a:moveTo>
                  <a:cubicBezTo>
                    <a:pt x="93814" y="20706"/>
                    <a:pt x="90730" y="21807"/>
                    <a:pt x="88417" y="24120"/>
                  </a:cubicBezTo>
                  <a:cubicBezTo>
                    <a:pt x="86325" y="26213"/>
                    <a:pt x="84893" y="28746"/>
                    <a:pt x="84232" y="31830"/>
                  </a:cubicBezTo>
                  <a:cubicBezTo>
                    <a:pt x="84012" y="32270"/>
                    <a:pt x="84342" y="32601"/>
                    <a:pt x="84783" y="32601"/>
                  </a:cubicBezTo>
                  <a:lnTo>
                    <a:pt x="110225" y="32601"/>
                  </a:lnTo>
                  <a:cubicBezTo>
                    <a:pt x="110665" y="32601"/>
                    <a:pt x="110886" y="32270"/>
                    <a:pt x="110886" y="31830"/>
                  </a:cubicBezTo>
                  <a:cubicBezTo>
                    <a:pt x="110225" y="28746"/>
                    <a:pt x="108903" y="26213"/>
                    <a:pt x="106700" y="24120"/>
                  </a:cubicBezTo>
                  <a:cubicBezTo>
                    <a:pt x="104387" y="21807"/>
                    <a:pt x="101304" y="20706"/>
                    <a:pt x="97559" y="20706"/>
                  </a:cubicBezTo>
                  <a:close/>
                  <a:moveTo>
                    <a:pt x="1518" y="15970"/>
                  </a:moveTo>
                  <a:lnTo>
                    <a:pt x="7576" y="15970"/>
                  </a:lnTo>
                  <a:cubicBezTo>
                    <a:pt x="7796" y="15970"/>
                    <a:pt x="8016" y="16080"/>
                    <a:pt x="8127" y="16190"/>
                  </a:cubicBezTo>
                  <a:lnTo>
                    <a:pt x="17598" y="30178"/>
                  </a:lnTo>
                  <a:cubicBezTo>
                    <a:pt x="17819" y="30508"/>
                    <a:pt x="18369" y="30508"/>
                    <a:pt x="18590" y="30178"/>
                  </a:cubicBezTo>
                  <a:lnTo>
                    <a:pt x="28062" y="16190"/>
                  </a:lnTo>
                  <a:cubicBezTo>
                    <a:pt x="28172" y="15970"/>
                    <a:pt x="28392" y="15970"/>
                    <a:pt x="28612" y="15970"/>
                  </a:cubicBezTo>
                  <a:lnTo>
                    <a:pt x="34670" y="15970"/>
                  </a:lnTo>
                  <a:cubicBezTo>
                    <a:pt x="35221" y="15970"/>
                    <a:pt x="35441" y="16521"/>
                    <a:pt x="35110" y="16961"/>
                  </a:cubicBezTo>
                  <a:lnTo>
                    <a:pt x="21894" y="34804"/>
                  </a:lnTo>
                  <a:cubicBezTo>
                    <a:pt x="21784" y="35024"/>
                    <a:pt x="21784" y="35354"/>
                    <a:pt x="21894" y="35575"/>
                  </a:cubicBezTo>
                  <a:lnTo>
                    <a:pt x="36212" y="54629"/>
                  </a:lnTo>
                  <a:cubicBezTo>
                    <a:pt x="36542" y="55069"/>
                    <a:pt x="36212" y="55620"/>
                    <a:pt x="35771" y="55620"/>
                  </a:cubicBezTo>
                  <a:lnTo>
                    <a:pt x="29603" y="55620"/>
                  </a:lnTo>
                  <a:cubicBezTo>
                    <a:pt x="29383" y="55620"/>
                    <a:pt x="29163" y="55510"/>
                    <a:pt x="29053" y="55400"/>
                  </a:cubicBezTo>
                  <a:lnTo>
                    <a:pt x="18590" y="40200"/>
                  </a:lnTo>
                  <a:cubicBezTo>
                    <a:pt x="18369" y="39870"/>
                    <a:pt x="17819" y="39870"/>
                    <a:pt x="17598" y="40200"/>
                  </a:cubicBezTo>
                  <a:lnTo>
                    <a:pt x="7025" y="55400"/>
                  </a:lnTo>
                  <a:cubicBezTo>
                    <a:pt x="6915" y="55510"/>
                    <a:pt x="6695" y="55620"/>
                    <a:pt x="6474" y="55620"/>
                  </a:cubicBezTo>
                  <a:lnTo>
                    <a:pt x="527" y="55620"/>
                  </a:lnTo>
                  <a:cubicBezTo>
                    <a:pt x="86" y="55620"/>
                    <a:pt x="-134" y="55069"/>
                    <a:pt x="86" y="54629"/>
                  </a:cubicBezTo>
                  <a:lnTo>
                    <a:pt x="14404" y="35575"/>
                  </a:lnTo>
                  <a:cubicBezTo>
                    <a:pt x="14515" y="35354"/>
                    <a:pt x="14515" y="35024"/>
                    <a:pt x="14404" y="34804"/>
                  </a:cubicBezTo>
                  <a:lnTo>
                    <a:pt x="1078" y="16961"/>
                  </a:lnTo>
                  <a:cubicBezTo>
                    <a:pt x="747" y="16521"/>
                    <a:pt x="1078" y="15970"/>
                    <a:pt x="1518" y="15970"/>
                  </a:cubicBezTo>
                  <a:close/>
                  <a:moveTo>
                    <a:pt x="276864" y="15419"/>
                  </a:moveTo>
                  <a:cubicBezTo>
                    <a:pt x="279618" y="15419"/>
                    <a:pt x="282151" y="16080"/>
                    <a:pt x="284574" y="17401"/>
                  </a:cubicBezTo>
                  <a:cubicBezTo>
                    <a:pt x="286997" y="18723"/>
                    <a:pt x="288979" y="20596"/>
                    <a:pt x="290411" y="23239"/>
                  </a:cubicBezTo>
                  <a:cubicBezTo>
                    <a:pt x="291953" y="25772"/>
                    <a:pt x="292614" y="28966"/>
                    <a:pt x="292614" y="32711"/>
                  </a:cubicBezTo>
                  <a:lnTo>
                    <a:pt x="292614" y="55179"/>
                  </a:lnTo>
                  <a:cubicBezTo>
                    <a:pt x="292614" y="55509"/>
                    <a:pt x="292394" y="55840"/>
                    <a:pt x="291953" y="55840"/>
                  </a:cubicBezTo>
                  <a:lnTo>
                    <a:pt x="287217" y="55840"/>
                  </a:lnTo>
                  <a:cubicBezTo>
                    <a:pt x="286887" y="55840"/>
                    <a:pt x="286556" y="55620"/>
                    <a:pt x="286556" y="55179"/>
                  </a:cubicBezTo>
                  <a:lnTo>
                    <a:pt x="286556" y="32711"/>
                  </a:lnTo>
                  <a:cubicBezTo>
                    <a:pt x="286556" y="29076"/>
                    <a:pt x="285565" y="26213"/>
                    <a:pt x="283473" y="24010"/>
                  </a:cubicBezTo>
                  <a:cubicBezTo>
                    <a:pt x="281380" y="21807"/>
                    <a:pt x="278737" y="20706"/>
                    <a:pt x="275432" y="20706"/>
                  </a:cubicBezTo>
                  <a:cubicBezTo>
                    <a:pt x="273230" y="20706"/>
                    <a:pt x="271247" y="21256"/>
                    <a:pt x="269375" y="22248"/>
                  </a:cubicBezTo>
                  <a:cubicBezTo>
                    <a:pt x="267613" y="23239"/>
                    <a:pt x="266181" y="24671"/>
                    <a:pt x="265079" y="26433"/>
                  </a:cubicBezTo>
                  <a:cubicBezTo>
                    <a:pt x="263978" y="28305"/>
                    <a:pt x="263427" y="30398"/>
                    <a:pt x="263427" y="32711"/>
                  </a:cubicBezTo>
                  <a:lnTo>
                    <a:pt x="263427" y="54959"/>
                  </a:lnTo>
                  <a:cubicBezTo>
                    <a:pt x="263427" y="55289"/>
                    <a:pt x="263207" y="55620"/>
                    <a:pt x="262767" y="55620"/>
                  </a:cubicBezTo>
                  <a:lnTo>
                    <a:pt x="258031" y="55620"/>
                  </a:lnTo>
                  <a:cubicBezTo>
                    <a:pt x="257920" y="55620"/>
                    <a:pt x="257590" y="55289"/>
                    <a:pt x="257590" y="54959"/>
                  </a:cubicBezTo>
                  <a:lnTo>
                    <a:pt x="257590" y="16631"/>
                  </a:lnTo>
                  <a:cubicBezTo>
                    <a:pt x="257590" y="16300"/>
                    <a:pt x="257810" y="15970"/>
                    <a:pt x="258251" y="15970"/>
                  </a:cubicBezTo>
                  <a:lnTo>
                    <a:pt x="262987" y="15970"/>
                  </a:lnTo>
                  <a:cubicBezTo>
                    <a:pt x="263317" y="15970"/>
                    <a:pt x="263648" y="16190"/>
                    <a:pt x="263648" y="16631"/>
                  </a:cubicBezTo>
                  <a:lnTo>
                    <a:pt x="263648" y="20485"/>
                  </a:lnTo>
                  <a:cubicBezTo>
                    <a:pt x="263648" y="21036"/>
                    <a:pt x="264308" y="21256"/>
                    <a:pt x="264749" y="20926"/>
                  </a:cubicBezTo>
                  <a:cubicBezTo>
                    <a:pt x="265961" y="19604"/>
                    <a:pt x="267392" y="18393"/>
                    <a:pt x="268934" y="17401"/>
                  </a:cubicBezTo>
                  <a:cubicBezTo>
                    <a:pt x="271027" y="16080"/>
                    <a:pt x="273670" y="15419"/>
                    <a:pt x="276864" y="15419"/>
                  </a:cubicBezTo>
                  <a:close/>
                  <a:moveTo>
                    <a:pt x="359138" y="15309"/>
                  </a:moveTo>
                  <a:cubicBezTo>
                    <a:pt x="363213" y="15309"/>
                    <a:pt x="366737" y="16190"/>
                    <a:pt x="369601" y="18062"/>
                  </a:cubicBezTo>
                  <a:cubicBezTo>
                    <a:pt x="372575" y="19935"/>
                    <a:pt x="374777" y="22358"/>
                    <a:pt x="376319" y="25442"/>
                  </a:cubicBezTo>
                  <a:cubicBezTo>
                    <a:pt x="377861" y="28526"/>
                    <a:pt x="378742" y="31940"/>
                    <a:pt x="378742" y="35795"/>
                  </a:cubicBezTo>
                  <a:lnTo>
                    <a:pt x="378742" y="37557"/>
                  </a:lnTo>
                  <a:cubicBezTo>
                    <a:pt x="378742" y="37887"/>
                    <a:pt x="378522" y="38218"/>
                    <a:pt x="378082" y="38218"/>
                  </a:cubicBezTo>
                  <a:lnTo>
                    <a:pt x="346252" y="38218"/>
                  </a:lnTo>
                  <a:cubicBezTo>
                    <a:pt x="345921" y="38218"/>
                    <a:pt x="345591" y="38548"/>
                    <a:pt x="345591" y="38989"/>
                  </a:cubicBezTo>
                  <a:cubicBezTo>
                    <a:pt x="345921" y="41081"/>
                    <a:pt x="346692" y="42954"/>
                    <a:pt x="347683" y="44606"/>
                  </a:cubicBezTo>
                  <a:cubicBezTo>
                    <a:pt x="348895" y="46588"/>
                    <a:pt x="350437" y="48020"/>
                    <a:pt x="352529" y="49232"/>
                  </a:cubicBezTo>
                  <a:cubicBezTo>
                    <a:pt x="354512" y="50333"/>
                    <a:pt x="356825" y="50884"/>
                    <a:pt x="359468" y="50884"/>
                  </a:cubicBezTo>
                  <a:cubicBezTo>
                    <a:pt x="362222" y="50884"/>
                    <a:pt x="364645" y="50223"/>
                    <a:pt x="366517" y="49011"/>
                  </a:cubicBezTo>
                  <a:cubicBezTo>
                    <a:pt x="368279" y="47800"/>
                    <a:pt x="369711" y="46368"/>
                    <a:pt x="370812" y="44496"/>
                  </a:cubicBezTo>
                  <a:cubicBezTo>
                    <a:pt x="370923" y="44275"/>
                    <a:pt x="371143" y="44165"/>
                    <a:pt x="371363" y="44165"/>
                  </a:cubicBezTo>
                  <a:lnTo>
                    <a:pt x="376540" y="44165"/>
                  </a:lnTo>
                  <a:cubicBezTo>
                    <a:pt x="376980" y="44165"/>
                    <a:pt x="377311" y="44606"/>
                    <a:pt x="377090" y="45046"/>
                  </a:cubicBezTo>
                  <a:cubicBezTo>
                    <a:pt x="375659" y="48240"/>
                    <a:pt x="373676" y="50774"/>
                    <a:pt x="370923" y="52866"/>
                  </a:cubicBezTo>
                  <a:cubicBezTo>
                    <a:pt x="368169" y="55069"/>
                    <a:pt x="364314" y="56280"/>
                    <a:pt x="359578" y="56280"/>
                  </a:cubicBezTo>
                  <a:cubicBezTo>
                    <a:pt x="355613" y="56280"/>
                    <a:pt x="352089" y="55399"/>
                    <a:pt x="349005" y="53527"/>
                  </a:cubicBezTo>
                  <a:cubicBezTo>
                    <a:pt x="346031" y="51655"/>
                    <a:pt x="343608" y="49232"/>
                    <a:pt x="341956" y="46148"/>
                  </a:cubicBezTo>
                  <a:cubicBezTo>
                    <a:pt x="340304" y="43064"/>
                    <a:pt x="339423" y="39650"/>
                    <a:pt x="339423" y="35795"/>
                  </a:cubicBezTo>
                  <a:cubicBezTo>
                    <a:pt x="339423" y="31940"/>
                    <a:pt x="340194" y="28526"/>
                    <a:pt x="341846" y="25442"/>
                  </a:cubicBezTo>
                  <a:cubicBezTo>
                    <a:pt x="343388" y="22358"/>
                    <a:pt x="345701" y="19935"/>
                    <a:pt x="348675" y="18062"/>
                  </a:cubicBezTo>
                  <a:cubicBezTo>
                    <a:pt x="351648" y="16190"/>
                    <a:pt x="355173" y="15309"/>
                    <a:pt x="359138" y="15309"/>
                  </a:cubicBezTo>
                  <a:close/>
                  <a:moveTo>
                    <a:pt x="317064" y="15309"/>
                  </a:moveTo>
                  <a:cubicBezTo>
                    <a:pt x="321800" y="15309"/>
                    <a:pt x="325765" y="16521"/>
                    <a:pt x="329070" y="18944"/>
                  </a:cubicBezTo>
                  <a:cubicBezTo>
                    <a:pt x="332153" y="21146"/>
                    <a:pt x="334246" y="24120"/>
                    <a:pt x="335458" y="27534"/>
                  </a:cubicBezTo>
                  <a:cubicBezTo>
                    <a:pt x="335568" y="27975"/>
                    <a:pt x="335237" y="28305"/>
                    <a:pt x="334907" y="28305"/>
                  </a:cubicBezTo>
                  <a:lnTo>
                    <a:pt x="329730" y="28305"/>
                  </a:lnTo>
                  <a:cubicBezTo>
                    <a:pt x="329510" y="28305"/>
                    <a:pt x="329290" y="28195"/>
                    <a:pt x="329180" y="27975"/>
                  </a:cubicBezTo>
                  <a:cubicBezTo>
                    <a:pt x="328299" y="25882"/>
                    <a:pt x="326867" y="24120"/>
                    <a:pt x="324994" y="22798"/>
                  </a:cubicBezTo>
                  <a:cubicBezTo>
                    <a:pt x="323012" y="21367"/>
                    <a:pt x="320589" y="20706"/>
                    <a:pt x="317835" y="20706"/>
                  </a:cubicBezTo>
                  <a:cubicBezTo>
                    <a:pt x="314972" y="20706"/>
                    <a:pt x="312439" y="21367"/>
                    <a:pt x="310236" y="22798"/>
                  </a:cubicBezTo>
                  <a:cubicBezTo>
                    <a:pt x="308033" y="24120"/>
                    <a:pt x="306381" y="25992"/>
                    <a:pt x="305280" y="28305"/>
                  </a:cubicBezTo>
                  <a:cubicBezTo>
                    <a:pt x="304068" y="30618"/>
                    <a:pt x="303517" y="33041"/>
                    <a:pt x="303517" y="35795"/>
                  </a:cubicBezTo>
                  <a:cubicBezTo>
                    <a:pt x="303517" y="38438"/>
                    <a:pt x="304068" y="40971"/>
                    <a:pt x="305280" y="43284"/>
                  </a:cubicBezTo>
                  <a:cubicBezTo>
                    <a:pt x="306491" y="45597"/>
                    <a:pt x="308143" y="47469"/>
                    <a:pt x="310236" y="48791"/>
                  </a:cubicBezTo>
                  <a:cubicBezTo>
                    <a:pt x="312439" y="50113"/>
                    <a:pt x="314972" y="50884"/>
                    <a:pt x="317835" y="50884"/>
                  </a:cubicBezTo>
                  <a:cubicBezTo>
                    <a:pt x="320589" y="50884"/>
                    <a:pt x="323012" y="50223"/>
                    <a:pt x="324994" y="48791"/>
                  </a:cubicBezTo>
                  <a:cubicBezTo>
                    <a:pt x="326867" y="47469"/>
                    <a:pt x="328299" y="45707"/>
                    <a:pt x="329180" y="43615"/>
                  </a:cubicBezTo>
                  <a:cubicBezTo>
                    <a:pt x="329290" y="43394"/>
                    <a:pt x="329510" y="43284"/>
                    <a:pt x="329730" y="43284"/>
                  </a:cubicBezTo>
                  <a:lnTo>
                    <a:pt x="334907" y="43284"/>
                  </a:lnTo>
                  <a:cubicBezTo>
                    <a:pt x="335347" y="43284"/>
                    <a:pt x="335678" y="43725"/>
                    <a:pt x="335458" y="44055"/>
                  </a:cubicBezTo>
                  <a:cubicBezTo>
                    <a:pt x="334246" y="47580"/>
                    <a:pt x="332043" y="50443"/>
                    <a:pt x="329070" y="52646"/>
                  </a:cubicBezTo>
                  <a:cubicBezTo>
                    <a:pt x="325765" y="55069"/>
                    <a:pt x="321800" y="56280"/>
                    <a:pt x="317064" y="56280"/>
                  </a:cubicBezTo>
                  <a:cubicBezTo>
                    <a:pt x="313100" y="56280"/>
                    <a:pt x="309685" y="55399"/>
                    <a:pt x="306712" y="53527"/>
                  </a:cubicBezTo>
                  <a:cubicBezTo>
                    <a:pt x="303848" y="51655"/>
                    <a:pt x="301535" y="49232"/>
                    <a:pt x="299993" y="46148"/>
                  </a:cubicBezTo>
                  <a:cubicBezTo>
                    <a:pt x="298341" y="43064"/>
                    <a:pt x="297570" y="39650"/>
                    <a:pt x="297570" y="35795"/>
                  </a:cubicBezTo>
                  <a:cubicBezTo>
                    <a:pt x="297570" y="31940"/>
                    <a:pt x="298341" y="28526"/>
                    <a:pt x="299993" y="25442"/>
                  </a:cubicBezTo>
                  <a:cubicBezTo>
                    <a:pt x="301645" y="22358"/>
                    <a:pt x="303848" y="19935"/>
                    <a:pt x="306712" y="18062"/>
                  </a:cubicBezTo>
                  <a:cubicBezTo>
                    <a:pt x="309575" y="16190"/>
                    <a:pt x="313100" y="15309"/>
                    <a:pt x="317064" y="15309"/>
                  </a:cubicBezTo>
                  <a:close/>
                  <a:moveTo>
                    <a:pt x="230385" y="15309"/>
                  </a:moveTo>
                  <a:cubicBezTo>
                    <a:pt x="233689" y="15309"/>
                    <a:pt x="236443" y="15970"/>
                    <a:pt x="238866" y="17181"/>
                  </a:cubicBezTo>
                  <a:cubicBezTo>
                    <a:pt x="240628" y="18173"/>
                    <a:pt x="242280" y="19384"/>
                    <a:pt x="243492" y="20926"/>
                  </a:cubicBezTo>
                  <a:cubicBezTo>
                    <a:pt x="243822" y="21367"/>
                    <a:pt x="244593" y="21146"/>
                    <a:pt x="244593" y="20486"/>
                  </a:cubicBezTo>
                  <a:lnTo>
                    <a:pt x="244593" y="16521"/>
                  </a:lnTo>
                  <a:cubicBezTo>
                    <a:pt x="244593" y="16190"/>
                    <a:pt x="244813" y="15860"/>
                    <a:pt x="245254" y="15860"/>
                  </a:cubicBezTo>
                  <a:lnTo>
                    <a:pt x="249990" y="15860"/>
                  </a:lnTo>
                  <a:cubicBezTo>
                    <a:pt x="250320" y="15860"/>
                    <a:pt x="250651" y="16080"/>
                    <a:pt x="250651" y="16521"/>
                  </a:cubicBezTo>
                  <a:lnTo>
                    <a:pt x="250651" y="54849"/>
                  </a:lnTo>
                  <a:cubicBezTo>
                    <a:pt x="250651" y="55179"/>
                    <a:pt x="250430" y="55510"/>
                    <a:pt x="249990" y="55510"/>
                  </a:cubicBezTo>
                  <a:lnTo>
                    <a:pt x="245254" y="55510"/>
                  </a:lnTo>
                  <a:cubicBezTo>
                    <a:pt x="244923" y="55510"/>
                    <a:pt x="244593" y="55289"/>
                    <a:pt x="244593" y="54849"/>
                  </a:cubicBezTo>
                  <a:lnTo>
                    <a:pt x="244593" y="50884"/>
                  </a:lnTo>
                  <a:cubicBezTo>
                    <a:pt x="244593" y="50333"/>
                    <a:pt x="243932" y="50113"/>
                    <a:pt x="243492" y="50443"/>
                  </a:cubicBezTo>
                  <a:cubicBezTo>
                    <a:pt x="242170" y="51985"/>
                    <a:pt x="240628" y="53197"/>
                    <a:pt x="238866" y="54188"/>
                  </a:cubicBezTo>
                  <a:cubicBezTo>
                    <a:pt x="236443" y="55620"/>
                    <a:pt x="233689" y="56280"/>
                    <a:pt x="230385" y="56280"/>
                  </a:cubicBezTo>
                  <a:cubicBezTo>
                    <a:pt x="226530" y="56280"/>
                    <a:pt x="223116" y="55399"/>
                    <a:pt x="220253" y="53527"/>
                  </a:cubicBezTo>
                  <a:cubicBezTo>
                    <a:pt x="217389" y="51655"/>
                    <a:pt x="215186" y="49232"/>
                    <a:pt x="213534" y="46148"/>
                  </a:cubicBezTo>
                  <a:cubicBezTo>
                    <a:pt x="211992" y="43064"/>
                    <a:pt x="211111" y="39650"/>
                    <a:pt x="211111" y="35795"/>
                  </a:cubicBezTo>
                  <a:cubicBezTo>
                    <a:pt x="211111" y="31940"/>
                    <a:pt x="211882" y="28526"/>
                    <a:pt x="213534" y="25442"/>
                  </a:cubicBezTo>
                  <a:cubicBezTo>
                    <a:pt x="215076" y="22358"/>
                    <a:pt x="217389" y="19935"/>
                    <a:pt x="220253" y="18062"/>
                  </a:cubicBezTo>
                  <a:cubicBezTo>
                    <a:pt x="223116" y="16190"/>
                    <a:pt x="226530" y="15309"/>
                    <a:pt x="230385" y="15309"/>
                  </a:cubicBezTo>
                  <a:close/>
                  <a:moveTo>
                    <a:pt x="141504" y="15309"/>
                  </a:moveTo>
                  <a:cubicBezTo>
                    <a:pt x="145579" y="15309"/>
                    <a:pt x="149103" y="16190"/>
                    <a:pt x="151967" y="18062"/>
                  </a:cubicBezTo>
                  <a:cubicBezTo>
                    <a:pt x="154941" y="19935"/>
                    <a:pt x="157143" y="22358"/>
                    <a:pt x="158685" y="25442"/>
                  </a:cubicBezTo>
                  <a:cubicBezTo>
                    <a:pt x="160227" y="28526"/>
                    <a:pt x="161108" y="31940"/>
                    <a:pt x="161108" y="35795"/>
                  </a:cubicBezTo>
                  <a:lnTo>
                    <a:pt x="161108" y="37557"/>
                  </a:lnTo>
                  <a:cubicBezTo>
                    <a:pt x="161108" y="37887"/>
                    <a:pt x="160888" y="38218"/>
                    <a:pt x="160448" y="38218"/>
                  </a:cubicBezTo>
                  <a:lnTo>
                    <a:pt x="128728" y="38218"/>
                  </a:lnTo>
                  <a:cubicBezTo>
                    <a:pt x="128397" y="38218"/>
                    <a:pt x="128067" y="38548"/>
                    <a:pt x="128067" y="38989"/>
                  </a:cubicBezTo>
                  <a:cubicBezTo>
                    <a:pt x="128397" y="41081"/>
                    <a:pt x="129168" y="42954"/>
                    <a:pt x="130159" y="44606"/>
                  </a:cubicBezTo>
                  <a:cubicBezTo>
                    <a:pt x="131371" y="46588"/>
                    <a:pt x="132913" y="48020"/>
                    <a:pt x="135006" y="49232"/>
                  </a:cubicBezTo>
                  <a:cubicBezTo>
                    <a:pt x="136988" y="50333"/>
                    <a:pt x="139301" y="50884"/>
                    <a:pt x="141944" y="50884"/>
                  </a:cubicBezTo>
                  <a:cubicBezTo>
                    <a:pt x="144698" y="50884"/>
                    <a:pt x="147121" y="50223"/>
                    <a:pt x="148993" y="49011"/>
                  </a:cubicBezTo>
                  <a:cubicBezTo>
                    <a:pt x="150755" y="47800"/>
                    <a:pt x="152187" y="46368"/>
                    <a:pt x="153289" y="44496"/>
                  </a:cubicBezTo>
                  <a:cubicBezTo>
                    <a:pt x="153399" y="44275"/>
                    <a:pt x="153619" y="44165"/>
                    <a:pt x="153839" y="44165"/>
                  </a:cubicBezTo>
                  <a:lnTo>
                    <a:pt x="159016" y="44165"/>
                  </a:lnTo>
                  <a:cubicBezTo>
                    <a:pt x="159456" y="44165"/>
                    <a:pt x="159787" y="44606"/>
                    <a:pt x="159566" y="45046"/>
                  </a:cubicBezTo>
                  <a:cubicBezTo>
                    <a:pt x="158135" y="48240"/>
                    <a:pt x="156152" y="50774"/>
                    <a:pt x="153399" y="52866"/>
                  </a:cubicBezTo>
                  <a:cubicBezTo>
                    <a:pt x="150535" y="55069"/>
                    <a:pt x="146680" y="56280"/>
                    <a:pt x="141944" y="56280"/>
                  </a:cubicBezTo>
                  <a:cubicBezTo>
                    <a:pt x="137979" y="56280"/>
                    <a:pt x="134455" y="55399"/>
                    <a:pt x="131371" y="53527"/>
                  </a:cubicBezTo>
                  <a:cubicBezTo>
                    <a:pt x="128397" y="51655"/>
                    <a:pt x="125974" y="49232"/>
                    <a:pt x="124322" y="46148"/>
                  </a:cubicBezTo>
                  <a:cubicBezTo>
                    <a:pt x="122670" y="43064"/>
                    <a:pt x="121789" y="39650"/>
                    <a:pt x="121789" y="35795"/>
                  </a:cubicBezTo>
                  <a:cubicBezTo>
                    <a:pt x="121789" y="31940"/>
                    <a:pt x="122560" y="28526"/>
                    <a:pt x="124212" y="25442"/>
                  </a:cubicBezTo>
                  <a:cubicBezTo>
                    <a:pt x="125754" y="22358"/>
                    <a:pt x="128067" y="19935"/>
                    <a:pt x="131041" y="18062"/>
                  </a:cubicBezTo>
                  <a:cubicBezTo>
                    <a:pt x="134014" y="16190"/>
                    <a:pt x="137539" y="15309"/>
                    <a:pt x="141504" y="15309"/>
                  </a:cubicBezTo>
                  <a:close/>
                  <a:moveTo>
                    <a:pt x="97449" y="15309"/>
                  </a:moveTo>
                  <a:cubicBezTo>
                    <a:pt x="101524" y="15309"/>
                    <a:pt x="105048" y="16190"/>
                    <a:pt x="107912" y="18062"/>
                  </a:cubicBezTo>
                  <a:cubicBezTo>
                    <a:pt x="110886" y="19935"/>
                    <a:pt x="113088" y="22358"/>
                    <a:pt x="114630" y="25442"/>
                  </a:cubicBezTo>
                  <a:cubicBezTo>
                    <a:pt x="116172" y="28526"/>
                    <a:pt x="117053" y="31940"/>
                    <a:pt x="117053" y="35795"/>
                  </a:cubicBezTo>
                  <a:lnTo>
                    <a:pt x="117053" y="37557"/>
                  </a:lnTo>
                  <a:cubicBezTo>
                    <a:pt x="117053" y="37887"/>
                    <a:pt x="116833" y="38218"/>
                    <a:pt x="116393" y="38218"/>
                  </a:cubicBezTo>
                  <a:lnTo>
                    <a:pt x="84673" y="38218"/>
                  </a:lnTo>
                  <a:cubicBezTo>
                    <a:pt x="84342" y="38218"/>
                    <a:pt x="84012" y="38548"/>
                    <a:pt x="84012" y="38989"/>
                  </a:cubicBezTo>
                  <a:cubicBezTo>
                    <a:pt x="84342" y="41081"/>
                    <a:pt x="85113" y="42954"/>
                    <a:pt x="86105" y="44606"/>
                  </a:cubicBezTo>
                  <a:cubicBezTo>
                    <a:pt x="87316" y="46588"/>
                    <a:pt x="88858" y="48020"/>
                    <a:pt x="90951" y="49232"/>
                  </a:cubicBezTo>
                  <a:cubicBezTo>
                    <a:pt x="92933" y="50333"/>
                    <a:pt x="95246" y="50884"/>
                    <a:pt x="97889" y="50884"/>
                  </a:cubicBezTo>
                  <a:cubicBezTo>
                    <a:pt x="100643" y="50884"/>
                    <a:pt x="103066" y="50223"/>
                    <a:pt x="104938" y="49011"/>
                  </a:cubicBezTo>
                  <a:cubicBezTo>
                    <a:pt x="106700" y="47800"/>
                    <a:pt x="108132" y="46368"/>
                    <a:pt x="109234" y="44496"/>
                  </a:cubicBezTo>
                  <a:cubicBezTo>
                    <a:pt x="109344" y="44275"/>
                    <a:pt x="109564" y="44165"/>
                    <a:pt x="109784" y="44165"/>
                  </a:cubicBezTo>
                  <a:lnTo>
                    <a:pt x="114961" y="44165"/>
                  </a:lnTo>
                  <a:cubicBezTo>
                    <a:pt x="115401" y="44165"/>
                    <a:pt x="115732" y="44606"/>
                    <a:pt x="115511" y="45046"/>
                  </a:cubicBezTo>
                  <a:cubicBezTo>
                    <a:pt x="114080" y="48240"/>
                    <a:pt x="112097" y="50774"/>
                    <a:pt x="109344" y="52866"/>
                  </a:cubicBezTo>
                  <a:cubicBezTo>
                    <a:pt x="106370" y="55069"/>
                    <a:pt x="102515" y="56280"/>
                    <a:pt x="97889" y="56280"/>
                  </a:cubicBezTo>
                  <a:cubicBezTo>
                    <a:pt x="93924" y="56280"/>
                    <a:pt x="90400" y="55399"/>
                    <a:pt x="87316" y="53527"/>
                  </a:cubicBezTo>
                  <a:cubicBezTo>
                    <a:pt x="84342" y="51655"/>
                    <a:pt x="81919" y="49232"/>
                    <a:pt x="80267" y="46148"/>
                  </a:cubicBezTo>
                  <a:cubicBezTo>
                    <a:pt x="78615" y="43064"/>
                    <a:pt x="77734" y="39650"/>
                    <a:pt x="77734" y="35795"/>
                  </a:cubicBezTo>
                  <a:cubicBezTo>
                    <a:pt x="77734" y="31940"/>
                    <a:pt x="78505" y="28526"/>
                    <a:pt x="80157" y="25442"/>
                  </a:cubicBezTo>
                  <a:cubicBezTo>
                    <a:pt x="81699" y="22358"/>
                    <a:pt x="84012" y="19935"/>
                    <a:pt x="86986" y="18062"/>
                  </a:cubicBezTo>
                  <a:cubicBezTo>
                    <a:pt x="89959" y="16190"/>
                    <a:pt x="93484" y="15309"/>
                    <a:pt x="97449" y="15309"/>
                  </a:cubicBezTo>
                  <a:close/>
                  <a:moveTo>
                    <a:pt x="55375" y="15309"/>
                  </a:moveTo>
                  <a:cubicBezTo>
                    <a:pt x="60111" y="15309"/>
                    <a:pt x="64076" y="16521"/>
                    <a:pt x="67381" y="18944"/>
                  </a:cubicBezTo>
                  <a:cubicBezTo>
                    <a:pt x="70464" y="21146"/>
                    <a:pt x="72557" y="24120"/>
                    <a:pt x="73769" y="27534"/>
                  </a:cubicBezTo>
                  <a:cubicBezTo>
                    <a:pt x="73879" y="27975"/>
                    <a:pt x="73548" y="28305"/>
                    <a:pt x="73218" y="28305"/>
                  </a:cubicBezTo>
                  <a:lnTo>
                    <a:pt x="68041" y="28305"/>
                  </a:lnTo>
                  <a:cubicBezTo>
                    <a:pt x="67821" y="28305"/>
                    <a:pt x="67601" y="28195"/>
                    <a:pt x="67491" y="27975"/>
                  </a:cubicBezTo>
                  <a:cubicBezTo>
                    <a:pt x="66610" y="25882"/>
                    <a:pt x="65178" y="24120"/>
                    <a:pt x="63305" y="22798"/>
                  </a:cubicBezTo>
                  <a:cubicBezTo>
                    <a:pt x="61323" y="21367"/>
                    <a:pt x="58900" y="20706"/>
                    <a:pt x="56146" y="20706"/>
                  </a:cubicBezTo>
                  <a:cubicBezTo>
                    <a:pt x="53283" y="20706"/>
                    <a:pt x="50750" y="21367"/>
                    <a:pt x="48547" y="22798"/>
                  </a:cubicBezTo>
                  <a:cubicBezTo>
                    <a:pt x="46344" y="24120"/>
                    <a:pt x="44692" y="25992"/>
                    <a:pt x="43591" y="28305"/>
                  </a:cubicBezTo>
                  <a:cubicBezTo>
                    <a:pt x="42379" y="30618"/>
                    <a:pt x="41828" y="33041"/>
                    <a:pt x="41828" y="35795"/>
                  </a:cubicBezTo>
                  <a:cubicBezTo>
                    <a:pt x="41828" y="38438"/>
                    <a:pt x="42379" y="40971"/>
                    <a:pt x="43591" y="43284"/>
                  </a:cubicBezTo>
                  <a:cubicBezTo>
                    <a:pt x="44802" y="45597"/>
                    <a:pt x="46454" y="47469"/>
                    <a:pt x="48547" y="48791"/>
                  </a:cubicBezTo>
                  <a:cubicBezTo>
                    <a:pt x="50750" y="50113"/>
                    <a:pt x="53283" y="50884"/>
                    <a:pt x="56146" y="50884"/>
                  </a:cubicBezTo>
                  <a:cubicBezTo>
                    <a:pt x="58900" y="50884"/>
                    <a:pt x="61323" y="50223"/>
                    <a:pt x="63305" y="48791"/>
                  </a:cubicBezTo>
                  <a:cubicBezTo>
                    <a:pt x="65178" y="47469"/>
                    <a:pt x="66610" y="45707"/>
                    <a:pt x="67491" y="43615"/>
                  </a:cubicBezTo>
                  <a:cubicBezTo>
                    <a:pt x="67601" y="43394"/>
                    <a:pt x="67821" y="43284"/>
                    <a:pt x="68041" y="43284"/>
                  </a:cubicBezTo>
                  <a:lnTo>
                    <a:pt x="73218" y="43284"/>
                  </a:lnTo>
                  <a:cubicBezTo>
                    <a:pt x="73658" y="43284"/>
                    <a:pt x="73989" y="43725"/>
                    <a:pt x="73769" y="44055"/>
                  </a:cubicBezTo>
                  <a:cubicBezTo>
                    <a:pt x="72557" y="47580"/>
                    <a:pt x="70354" y="50443"/>
                    <a:pt x="67381" y="52646"/>
                  </a:cubicBezTo>
                  <a:cubicBezTo>
                    <a:pt x="64076" y="55069"/>
                    <a:pt x="60111" y="56280"/>
                    <a:pt x="55375" y="56280"/>
                  </a:cubicBezTo>
                  <a:cubicBezTo>
                    <a:pt x="51411" y="56280"/>
                    <a:pt x="47996" y="55399"/>
                    <a:pt x="45022" y="53527"/>
                  </a:cubicBezTo>
                  <a:cubicBezTo>
                    <a:pt x="42159" y="51655"/>
                    <a:pt x="39846" y="49232"/>
                    <a:pt x="38304" y="46148"/>
                  </a:cubicBezTo>
                  <a:cubicBezTo>
                    <a:pt x="36652" y="43064"/>
                    <a:pt x="35881" y="39650"/>
                    <a:pt x="35881" y="35795"/>
                  </a:cubicBezTo>
                  <a:cubicBezTo>
                    <a:pt x="35881" y="31940"/>
                    <a:pt x="36652" y="28526"/>
                    <a:pt x="38304" y="25442"/>
                  </a:cubicBezTo>
                  <a:cubicBezTo>
                    <a:pt x="39956" y="22358"/>
                    <a:pt x="42159" y="19935"/>
                    <a:pt x="45022" y="18062"/>
                  </a:cubicBezTo>
                  <a:cubicBezTo>
                    <a:pt x="47886" y="16190"/>
                    <a:pt x="51411" y="15309"/>
                    <a:pt x="55375" y="15309"/>
                  </a:cubicBezTo>
                  <a:close/>
                  <a:moveTo>
                    <a:pt x="200098" y="0"/>
                  </a:moveTo>
                  <a:lnTo>
                    <a:pt x="204834" y="0"/>
                  </a:lnTo>
                  <a:cubicBezTo>
                    <a:pt x="205164" y="0"/>
                    <a:pt x="205495" y="220"/>
                    <a:pt x="205495" y="661"/>
                  </a:cubicBezTo>
                  <a:lnTo>
                    <a:pt x="205495" y="54849"/>
                  </a:lnTo>
                  <a:cubicBezTo>
                    <a:pt x="205495" y="55179"/>
                    <a:pt x="205274" y="55510"/>
                    <a:pt x="204834" y="55510"/>
                  </a:cubicBezTo>
                  <a:lnTo>
                    <a:pt x="200098" y="55510"/>
                  </a:lnTo>
                  <a:cubicBezTo>
                    <a:pt x="199767" y="55510"/>
                    <a:pt x="199437" y="55289"/>
                    <a:pt x="199437" y="54849"/>
                  </a:cubicBezTo>
                  <a:lnTo>
                    <a:pt x="199437" y="50884"/>
                  </a:lnTo>
                  <a:cubicBezTo>
                    <a:pt x="199437" y="50333"/>
                    <a:pt x="198776" y="50113"/>
                    <a:pt x="198336" y="50443"/>
                  </a:cubicBezTo>
                  <a:cubicBezTo>
                    <a:pt x="197014" y="51985"/>
                    <a:pt x="195472" y="53197"/>
                    <a:pt x="193710" y="54188"/>
                  </a:cubicBezTo>
                  <a:cubicBezTo>
                    <a:pt x="191287" y="55620"/>
                    <a:pt x="188533" y="56281"/>
                    <a:pt x="185229" y="56281"/>
                  </a:cubicBezTo>
                  <a:cubicBezTo>
                    <a:pt x="181374" y="56281"/>
                    <a:pt x="177960" y="55400"/>
                    <a:pt x="175097" y="53527"/>
                  </a:cubicBezTo>
                  <a:cubicBezTo>
                    <a:pt x="172233" y="51655"/>
                    <a:pt x="170030" y="49232"/>
                    <a:pt x="168378" y="46148"/>
                  </a:cubicBezTo>
                  <a:cubicBezTo>
                    <a:pt x="166836" y="43064"/>
                    <a:pt x="165955" y="39650"/>
                    <a:pt x="165955" y="35795"/>
                  </a:cubicBezTo>
                  <a:cubicBezTo>
                    <a:pt x="165955" y="31940"/>
                    <a:pt x="166726" y="28526"/>
                    <a:pt x="168378" y="25442"/>
                  </a:cubicBezTo>
                  <a:cubicBezTo>
                    <a:pt x="169920" y="22358"/>
                    <a:pt x="172233" y="19935"/>
                    <a:pt x="175097" y="18063"/>
                  </a:cubicBezTo>
                  <a:cubicBezTo>
                    <a:pt x="177960" y="16190"/>
                    <a:pt x="181374" y="15309"/>
                    <a:pt x="185229" y="15309"/>
                  </a:cubicBezTo>
                  <a:cubicBezTo>
                    <a:pt x="188533" y="15309"/>
                    <a:pt x="191287" y="15970"/>
                    <a:pt x="193710" y="17182"/>
                  </a:cubicBezTo>
                  <a:cubicBezTo>
                    <a:pt x="195472" y="18173"/>
                    <a:pt x="197124" y="19384"/>
                    <a:pt x="198336" y="20926"/>
                  </a:cubicBezTo>
                  <a:cubicBezTo>
                    <a:pt x="198666" y="21367"/>
                    <a:pt x="199437" y="21147"/>
                    <a:pt x="199437" y="20486"/>
                  </a:cubicBezTo>
                  <a:lnTo>
                    <a:pt x="199437" y="661"/>
                  </a:lnTo>
                  <a:cubicBezTo>
                    <a:pt x="199437" y="330"/>
                    <a:pt x="199657" y="0"/>
                    <a:pt x="200098" y="0"/>
                  </a:cubicBezTo>
                  <a:close/>
                </a:path>
              </a:pathLst>
            </a:custGeom>
            <a:grpFill/>
            <a:ln w="109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0F1FFE8-5350-459F-B361-0909EA6416FF}"/>
                </a:ext>
              </a:extLst>
            </p:cNvPr>
            <p:cNvSpPr/>
            <p:nvPr/>
          </p:nvSpPr>
          <p:spPr>
            <a:xfrm>
              <a:off x="11218444" y="111915"/>
              <a:ext cx="98439" cy="79299"/>
            </a:xfrm>
            <a:custGeom>
              <a:avLst/>
              <a:gdLst>
                <a:gd name="connsiteX0" fmla="*/ 94389 w 98439"/>
                <a:gd name="connsiteY0" fmla="*/ 63770 h 79299"/>
                <a:gd name="connsiteX1" fmla="*/ 91855 w 98439"/>
                <a:gd name="connsiteY1" fmla="*/ 63219 h 79299"/>
                <a:gd name="connsiteX2" fmla="*/ 75995 w 98439"/>
                <a:gd name="connsiteY2" fmla="*/ 68726 h 79299"/>
                <a:gd name="connsiteX3" fmla="*/ 75995 w 98439"/>
                <a:gd name="connsiteY3" fmla="*/ 68726 h 79299"/>
                <a:gd name="connsiteX4" fmla="*/ 75224 w 98439"/>
                <a:gd name="connsiteY4" fmla="*/ 68726 h 79299"/>
                <a:gd name="connsiteX5" fmla="*/ 74784 w 98439"/>
                <a:gd name="connsiteY5" fmla="*/ 68726 h 79299"/>
                <a:gd name="connsiteX6" fmla="*/ 45818 w 98439"/>
                <a:gd name="connsiteY6" fmla="*/ 39760 h 79299"/>
                <a:gd name="connsiteX7" fmla="*/ 74784 w 98439"/>
                <a:gd name="connsiteY7" fmla="*/ 10794 h 79299"/>
                <a:gd name="connsiteX8" fmla="*/ 75224 w 98439"/>
                <a:gd name="connsiteY8" fmla="*/ 10794 h 79299"/>
                <a:gd name="connsiteX9" fmla="*/ 75995 w 98439"/>
                <a:gd name="connsiteY9" fmla="*/ 10794 h 79299"/>
                <a:gd name="connsiteX10" fmla="*/ 76106 w 98439"/>
                <a:gd name="connsiteY10" fmla="*/ 10794 h 79299"/>
                <a:gd name="connsiteX11" fmla="*/ 91855 w 98439"/>
                <a:gd name="connsiteY11" fmla="*/ 16300 h 79299"/>
                <a:gd name="connsiteX12" fmla="*/ 94389 w 98439"/>
                <a:gd name="connsiteY12" fmla="*/ 15750 h 79299"/>
                <a:gd name="connsiteX13" fmla="*/ 98133 w 98439"/>
                <a:gd name="connsiteY13" fmla="*/ 9362 h 79299"/>
                <a:gd name="connsiteX14" fmla="*/ 97693 w 98439"/>
                <a:gd name="connsiteY14" fmla="*/ 7049 h 79299"/>
                <a:gd name="connsiteX15" fmla="*/ 75224 w 98439"/>
                <a:gd name="connsiteY15" fmla="*/ 0 h 79299"/>
                <a:gd name="connsiteX16" fmla="*/ 75224 w 98439"/>
                <a:gd name="connsiteY16" fmla="*/ 0 h 79299"/>
                <a:gd name="connsiteX17" fmla="*/ 75224 w 98439"/>
                <a:gd name="connsiteY17" fmla="*/ 0 h 79299"/>
                <a:gd name="connsiteX18" fmla="*/ 51655 w 98439"/>
                <a:gd name="connsiteY18" fmla="*/ 7820 h 79299"/>
                <a:gd name="connsiteX19" fmla="*/ 51214 w 98439"/>
                <a:gd name="connsiteY19" fmla="*/ 8150 h 79299"/>
                <a:gd name="connsiteX20" fmla="*/ 33592 w 98439"/>
                <a:gd name="connsiteY20" fmla="*/ 30949 h 79299"/>
                <a:gd name="connsiteX21" fmla="*/ 31830 w 98439"/>
                <a:gd name="connsiteY21" fmla="*/ 31059 h 79299"/>
                <a:gd name="connsiteX22" fmla="*/ 13657 w 98439"/>
                <a:gd name="connsiteY22" fmla="*/ 2423 h 79299"/>
                <a:gd name="connsiteX23" fmla="*/ 12446 w 98439"/>
                <a:gd name="connsiteY23" fmla="*/ 1762 h 79299"/>
                <a:gd name="connsiteX24" fmla="*/ 1432 w 98439"/>
                <a:gd name="connsiteY24" fmla="*/ 1762 h 79299"/>
                <a:gd name="connsiteX25" fmla="*/ 0 w 98439"/>
                <a:gd name="connsiteY25" fmla="*/ 3304 h 79299"/>
                <a:gd name="connsiteX26" fmla="*/ 220 w 98439"/>
                <a:gd name="connsiteY26" fmla="*/ 4075 h 79299"/>
                <a:gd name="connsiteX27" fmla="*/ 24010 w 98439"/>
                <a:gd name="connsiteY27" fmla="*/ 39099 h 79299"/>
                <a:gd name="connsiteX28" fmla="*/ 24230 w 98439"/>
                <a:gd name="connsiteY28" fmla="*/ 39650 h 79299"/>
                <a:gd name="connsiteX29" fmla="*/ 24010 w 98439"/>
                <a:gd name="connsiteY29" fmla="*/ 40201 h 79299"/>
                <a:gd name="connsiteX30" fmla="*/ 220 w 98439"/>
                <a:gd name="connsiteY30" fmla="*/ 75225 h 79299"/>
                <a:gd name="connsiteX31" fmla="*/ 0 w 98439"/>
                <a:gd name="connsiteY31" fmla="*/ 75995 h 79299"/>
                <a:gd name="connsiteX32" fmla="*/ 1432 w 98439"/>
                <a:gd name="connsiteY32" fmla="*/ 77537 h 79299"/>
                <a:gd name="connsiteX33" fmla="*/ 12446 w 98439"/>
                <a:gd name="connsiteY33" fmla="*/ 77537 h 79299"/>
                <a:gd name="connsiteX34" fmla="*/ 13657 w 98439"/>
                <a:gd name="connsiteY34" fmla="*/ 76877 h 79299"/>
                <a:gd name="connsiteX35" fmla="*/ 31830 w 98439"/>
                <a:gd name="connsiteY35" fmla="*/ 48241 h 79299"/>
                <a:gd name="connsiteX36" fmla="*/ 33592 w 98439"/>
                <a:gd name="connsiteY36" fmla="*/ 48351 h 79299"/>
                <a:gd name="connsiteX37" fmla="*/ 51214 w 98439"/>
                <a:gd name="connsiteY37" fmla="*/ 71149 h 79299"/>
                <a:gd name="connsiteX38" fmla="*/ 51655 w 98439"/>
                <a:gd name="connsiteY38" fmla="*/ 71480 h 79299"/>
                <a:gd name="connsiteX39" fmla="*/ 75224 w 98439"/>
                <a:gd name="connsiteY39" fmla="*/ 79300 h 79299"/>
                <a:gd name="connsiteX40" fmla="*/ 75224 w 98439"/>
                <a:gd name="connsiteY40" fmla="*/ 79300 h 79299"/>
                <a:gd name="connsiteX41" fmla="*/ 75224 w 98439"/>
                <a:gd name="connsiteY41" fmla="*/ 79300 h 79299"/>
                <a:gd name="connsiteX42" fmla="*/ 97693 w 98439"/>
                <a:gd name="connsiteY42" fmla="*/ 72251 h 79299"/>
                <a:gd name="connsiteX43" fmla="*/ 98133 w 98439"/>
                <a:gd name="connsiteY43" fmla="*/ 69938 h 79299"/>
                <a:gd name="connsiteX44" fmla="*/ 94389 w 98439"/>
                <a:gd name="connsiteY44" fmla="*/ 63770 h 79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98439" h="79299">
                  <a:moveTo>
                    <a:pt x="94389" y="63770"/>
                  </a:moveTo>
                  <a:cubicBezTo>
                    <a:pt x="93838" y="62889"/>
                    <a:pt x="92626" y="62669"/>
                    <a:pt x="91855" y="63219"/>
                  </a:cubicBezTo>
                  <a:cubicBezTo>
                    <a:pt x="87340" y="66524"/>
                    <a:pt x="81943" y="68506"/>
                    <a:pt x="75995" y="68726"/>
                  </a:cubicBezTo>
                  <a:cubicBezTo>
                    <a:pt x="75995" y="68726"/>
                    <a:pt x="75995" y="68726"/>
                    <a:pt x="75995" y="68726"/>
                  </a:cubicBezTo>
                  <a:cubicBezTo>
                    <a:pt x="75775" y="68726"/>
                    <a:pt x="75445" y="68726"/>
                    <a:pt x="75224" y="68726"/>
                  </a:cubicBezTo>
                  <a:cubicBezTo>
                    <a:pt x="75114" y="68726"/>
                    <a:pt x="74894" y="68726"/>
                    <a:pt x="74784" y="68726"/>
                  </a:cubicBezTo>
                  <a:cubicBezTo>
                    <a:pt x="58814" y="68726"/>
                    <a:pt x="45818" y="55730"/>
                    <a:pt x="45818" y="39760"/>
                  </a:cubicBezTo>
                  <a:cubicBezTo>
                    <a:pt x="45818" y="23790"/>
                    <a:pt x="58814" y="10794"/>
                    <a:pt x="74784" y="10794"/>
                  </a:cubicBezTo>
                  <a:cubicBezTo>
                    <a:pt x="74894" y="10794"/>
                    <a:pt x="75114" y="10794"/>
                    <a:pt x="75224" y="10794"/>
                  </a:cubicBezTo>
                  <a:cubicBezTo>
                    <a:pt x="75445" y="10794"/>
                    <a:pt x="75775" y="10794"/>
                    <a:pt x="75995" y="10794"/>
                  </a:cubicBezTo>
                  <a:cubicBezTo>
                    <a:pt x="75995" y="10794"/>
                    <a:pt x="75995" y="10794"/>
                    <a:pt x="76106" y="10794"/>
                  </a:cubicBezTo>
                  <a:cubicBezTo>
                    <a:pt x="81943" y="11014"/>
                    <a:pt x="87450" y="13106"/>
                    <a:pt x="91855" y="16300"/>
                  </a:cubicBezTo>
                  <a:cubicBezTo>
                    <a:pt x="92736" y="16961"/>
                    <a:pt x="93838" y="16741"/>
                    <a:pt x="94389" y="15750"/>
                  </a:cubicBezTo>
                  <a:lnTo>
                    <a:pt x="98133" y="9362"/>
                  </a:lnTo>
                  <a:cubicBezTo>
                    <a:pt x="98574" y="8591"/>
                    <a:pt x="98354" y="7600"/>
                    <a:pt x="97693" y="7049"/>
                  </a:cubicBezTo>
                  <a:cubicBezTo>
                    <a:pt x="94609" y="4956"/>
                    <a:pt x="86459" y="0"/>
                    <a:pt x="75224" y="0"/>
                  </a:cubicBezTo>
                  <a:cubicBezTo>
                    <a:pt x="75224" y="0"/>
                    <a:pt x="75224" y="0"/>
                    <a:pt x="75224" y="0"/>
                  </a:cubicBezTo>
                  <a:cubicBezTo>
                    <a:pt x="75224" y="0"/>
                    <a:pt x="75224" y="0"/>
                    <a:pt x="75224" y="0"/>
                  </a:cubicBezTo>
                  <a:cubicBezTo>
                    <a:pt x="60906" y="0"/>
                    <a:pt x="51655" y="7820"/>
                    <a:pt x="51655" y="7820"/>
                  </a:cubicBezTo>
                  <a:cubicBezTo>
                    <a:pt x="51655" y="7820"/>
                    <a:pt x="51545" y="7930"/>
                    <a:pt x="51214" y="8150"/>
                  </a:cubicBezTo>
                  <a:cubicBezTo>
                    <a:pt x="49342" y="9472"/>
                    <a:pt x="41632" y="15860"/>
                    <a:pt x="33592" y="30949"/>
                  </a:cubicBezTo>
                  <a:cubicBezTo>
                    <a:pt x="33152" y="31610"/>
                    <a:pt x="32271" y="31610"/>
                    <a:pt x="31830" y="31059"/>
                  </a:cubicBezTo>
                  <a:lnTo>
                    <a:pt x="13657" y="2423"/>
                  </a:lnTo>
                  <a:cubicBezTo>
                    <a:pt x="13437" y="1982"/>
                    <a:pt x="12996" y="1762"/>
                    <a:pt x="12446" y="1762"/>
                  </a:cubicBezTo>
                  <a:lnTo>
                    <a:pt x="1432" y="1762"/>
                  </a:lnTo>
                  <a:cubicBezTo>
                    <a:pt x="551" y="1762"/>
                    <a:pt x="0" y="2533"/>
                    <a:pt x="0" y="3304"/>
                  </a:cubicBezTo>
                  <a:cubicBezTo>
                    <a:pt x="0" y="3524"/>
                    <a:pt x="110" y="3855"/>
                    <a:pt x="220" y="4075"/>
                  </a:cubicBezTo>
                  <a:lnTo>
                    <a:pt x="24010" y="39099"/>
                  </a:lnTo>
                  <a:cubicBezTo>
                    <a:pt x="24120" y="39319"/>
                    <a:pt x="24230" y="39430"/>
                    <a:pt x="24230" y="39650"/>
                  </a:cubicBezTo>
                  <a:cubicBezTo>
                    <a:pt x="24230" y="39870"/>
                    <a:pt x="24120" y="40090"/>
                    <a:pt x="24010" y="40201"/>
                  </a:cubicBezTo>
                  <a:lnTo>
                    <a:pt x="220" y="75225"/>
                  </a:lnTo>
                  <a:cubicBezTo>
                    <a:pt x="110" y="75445"/>
                    <a:pt x="0" y="75665"/>
                    <a:pt x="0" y="75995"/>
                  </a:cubicBezTo>
                  <a:cubicBezTo>
                    <a:pt x="0" y="76766"/>
                    <a:pt x="551" y="77537"/>
                    <a:pt x="1432" y="77537"/>
                  </a:cubicBezTo>
                  <a:lnTo>
                    <a:pt x="12446" y="77537"/>
                  </a:lnTo>
                  <a:cubicBezTo>
                    <a:pt x="12886" y="77537"/>
                    <a:pt x="13327" y="77317"/>
                    <a:pt x="13657" y="76877"/>
                  </a:cubicBezTo>
                  <a:lnTo>
                    <a:pt x="31830" y="48241"/>
                  </a:lnTo>
                  <a:cubicBezTo>
                    <a:pt x="32271" y="47580"/>
                    <a:pt x="33262" y="47690"/>
                    <a:pt x="33592" y="48351"/>
                  </a:cubicBezTo>
                  <a:cubicBezTo>
                    <a:pt x="41522" y="63440"/>
                    <a:pt x="49342" y="69828"/>
                    <a:pt x="51214" y="71149"/>
                  </a:cubicBezTo>
                  <a:cubicBezTo>
                    <a:pt x="51435" y="71370"/>
                    <a:pt x="51655" y="71480"/>
                    <a:pt x="51655" y="71480"/>
                  </a:cubicBezTo>
                  <a:cubicBezTo>
                    <a:pt x="51655" y="71480"/>
                    <a:pt x="60906" y="79300"/>
                    <a:pt x="75224" y="79300"/>
                  </a:cubicBezTo>
                  <a:cubicBezTo>
                    <a:pt x="75224" y="79300"/>
                    <a:pt x="75224" y="79300"/>
                    <a:pt x="75224" y="79300"/>
                  </a:cubicBezTo>
                  <a:cubicBezTo>
                    <a:pt x="75224" y="79300"/>
                    <a:pt x="75224" y="79300"/>
                    <a:pt x="75224" y="79300"/>
                  </a:cubicBezTo>
                  <a:cubicBezTo>
                    <a:pt x="86459" y="79300"/>
                    <a:pt x="94719" y="74343"/>
                    <a:pt x="97693" y="72251"/>
                  </a:cubicBezTo>
                  <a:cubicBezTo>
                    <a:pt x="98464" y="71700"/>
                    <a:pt x="98684" y="70709"/>
                    <a:pt x="98133" y="69938"/>
                  </a:cubicBezTo>
                  <a:lnTo>
                    <a:pt x="94389" y="63770"/>
                  </a:lnTo>
                  <a:close/>
                </a:path>
              </a:pathLst>
            </a:custGeom>
            <a:grpFill/>
            <a:ln w="109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FCD5BA51-2D80-4ACF-96AB-B9A06B6E7E0F}"/>
                </a:ext>
              </a:extLst>
            </p:cNvPr>
            <p:cNvSpPr/>
            <p:nvPr/>
          </p:nvSpPr>
          <p:spPr>
            <a:xfrm>
              <a:off x="11275716" y="134603"/>
              <a:ext cx="34583" cy="34583"/>
            </a:xfrm>
            <a:custGeom>
              <a:avLst/>
              <a:gdLst>
                <a:gd name="connsiteX0" fmla="*/ 34583 w 34583"/>
                <a:gd name="connsiteY0" fmla="*/ 17292 h 34583"/>
                <a:gd name="connsiteX1" fmla="*/ 17292 w 34583"/>
                <a:gd name="connsiteY1" fmla="*/ 34583 h 34583"/>
                <a:gd name="connsiteX2" fmla="*/ 0 w 34583"/>
                <a:gd name="connsiteY2" fmla="*/ 17292 h 34583"/>
                <a:gd name="connsiteX3" fmla="*/ 17292 w 34583"/>
                <a:gd name="connsiteY3" fmla="*/ 0 h 34583"/>
                <a:gd name="connsiteX4" fmla="*/ 34583 w 34583"/>
                <a:gd name="connsiteY4" fmla="*/ 17292 h 345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83" h="34583">
                  <a:moveTo>
                    <a:pt x="34583" y="17292"/>
                  </a:moveTo>
                  <a:cubicBezTo>
                    <a:pt x="34583" y="26842"/>
                    <a:pt x="26842" y="34583"/>
                    <a:pt x="17292" y="34583"/>
                  </a:cubicBezTo>
                  <a:cubicBezTo>
                    <a:pt x="7742" y="34583"/>
                    <a:pt x="0" y="26842"/>
                    <a:pt x="0" y="17292"/>
                  </a:cubicBezTo>
                  <a:cubicBezTo>
                    <a:pt x="0" y="7742"/>
                    <a:pt x="7742" y="0"/>
                    <a:pt x="17292" y="0"/>
                  </a:cubicBezTo>
                  <a:cubicBezTo>
                    <a:pt x="26842" y="0"/>
                    <a:pt x="34583" y="7742"/>
                    <a:pt x="34583" y="17292"/>
                  </a:cubicBezTo>
                  <a:close/>
                </a:path>
              </a:pathLst>
            </a:custGeom>
            <a:grpFill/>
            <a:ln w="1094" cap="flat">
              <a:noFill/>
              <a:prstDash val="solid"/>
              <a:miter/>
            </a:ln>
          </p:spPr>
          <p:txBody>
            <a:bodyPr rtlCol="0" anchor="ctr"/>
            <a:lstStyle/>
            <a:p>
              <a:endParaRPr lang="en-US"/>
            </a:p>
          </p:txBody>
        </p:sp>
      </p:grpSp>
    </p:spTree>
    <p:extLst>
      <p:ext uri="{BB962C8B-B14F-4D97-AF65-F5344CB8AC3E}">
        <p14:creationId xmlns:p14="http://schemas.microsoft.com/office/powerpoint/2010/main" val="15614171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ayout_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60" y="1220792"/>
            <a:ext cx="5801360" cy="5445125"/>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a:extLst>
              <a:ext uri="{FF2B5EF4-FFF2-40B4-BE49-F238E27FC236}">
                <a16:creationId xmlns:a16="http://schemas.microsoft.com/office/drawing/2014/main" id="{5B8A0593-ED1B-413F-B77D-8D5ADF1AF3BE}"/>
              </a:ext>
            </a:extLst>
          </p:cNvPr>
          <p:cNvSpPr>
            <a:spLocks noGrp="1"/>
          </p:cNvSpPr>
          <p:nvPr>
            <p:ph type="body" sz="quarter" idx="13"/>
          </p:nvPr>
        </p:nvSpPr>
        <p:spPr>
          <a:xfrm>
            <a:off x="6164981" y="1220792"/>
            <a:ext cx="5801360" cy="5445125"/>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991196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ayout_6">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60" y="1220792"/>
            <a:ext cx="5801360" cy="5445125"/>
          </a:xfrm>
          <a:prstGeom prst="rect">
            <a:avLst/>
          </a:prstGeom>
          <a:solidFill>
            <a:srgbClr val="EBFAFF"/>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a:extLst>
              <a:ext uri="{FF2B5EF4-FFF2-40B4-BE49-F238E27FC236}">
                <a16:creationId xmlns:a16="http://schemas.microsoft.com/office/drawing/2014/main" id="{5B8A0593-ED1B-413F-B77D-8D5ADF1AF3BE}"/>
              </a:ext>
            </a:extLst>
          </p:cNvPr>
          <p:cNvSpPr>
            <a:spLocks noGrp="1"/>
          </p:cNvSpPr>
          <p:nvPr>
            <p:ph type="body" sz="quarter" idx="13"/>
          </p:nvPr>
        </p:nvSpPr>
        <p:spPr>
          <a:xfrm>
            <a:off x="6164981" y="1220792"/>
            <a:ext cx="5801360" cy="5445125"/>
          </a:xfrm>
          <a:prstGeom prst="rect">
            <a:avLst/>
          </a:prstGeom>
          <a:solidFill>
            <a:schemeClr val="bg2"/>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72523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ayout_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Text Placeholder 11">
            <a:extLst>
              <a:ext uri="{FF2B5EF4-FFF2-40B4-BE49-F238E27FC236}">
                <a16:creationId xmlns:a16="http://schemas.microsoft.com/office/drawing/2014/main" id="{A0A86AED-17D8-429C-954B-D3796F3E15AE}"/>
              </a:ext>
            </a:extLst>
          </p:cNvPr>
          <p:cNvSpPr>
            <a:spLocks noGrp="1"/>
          </p:cNvSpPr>
          <p:nvPr>
            <p:ph type="body" sz="quarter" idx="12"/>
          </p:nvPr>
        </p:nvSpPr>
        <p:spPr>
          <a:xfrm>
            <a:off x="225660" y="1892836"/>
            <a:ext cx="5801360" cy="4773081"/>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1">
            <a:extLst>
              <a:ext uri="{FF2B5EF4-FFF2-40B4-BE49-F238E27FC236}">
                <a16:creationId xmlns:a16="http://schemas.microsoft.com/office/drawing/2014/main" id="{5B8A0593-ED1B-413F-B77D-8D5ADF1AF3BE}"/>
              </a:ext>
            </a:extLst>
          </p:cNvPr>
          <p:cNvSpPr>
            <a:spLocks noGrp="1"/>
          </p:cNvSpPr>
          <p:nvPr>
            <p:ph type="body" sz="quarter" idx="13"/>
          </p:nvPr>
        </p:nvSpPr>
        <p:spPr>
          <a:xfrm>
            <a:off x="6164981" y="1892836"/>
            <a:ext cx="5801360" cy="4773081"/>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CD4BCAD-C0D5-4C0E-A876-1DFB6CC4EF9D}"/>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17060550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Layout_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1923359" y="3553925"/>
            <a:ext cx="1554480" cy="311199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3621059" y="3553925"/>
            <a:ext cx="1554480" cy="311199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5318759" y="3553925"/>
            <a:ext cx="1554480" cy="3111991"/>
          </a:xfrm>
          <a:prstGeom prst="rect">
            <a:avLst/>
          </a:prstGeom>
          <a:solidFill>
            <a:schemeClr val="accent5">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7016459" y="3553925"/>
            <a:ext cx="1554480" cy="3111991"/>
          </a:xfrm>
          <a:prstGeom prst="rect">
            <a:avLst/>
          </a:prstGeom>
          <a:solidFill>
            <a:schemeClr val="bg1">
              <a:lumMod val="95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1923359" y="1950002"/>
            <a:ext cx="1554480"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3621059" y="1950002"/>
            <a:ext cx="1554480"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5318759" y="1950002"/>
            <a:ext cx="1554480" cy="505086"/>
          </a:xfrm>
          <a:prstGeom prst="rect">
            <a:avLst/>
          </a:prstGeom>
          <a:solidFill>
            <a:schemeClr val="accent5">
              <a:lumMod val="50000"/>
            </a:schemeClr>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7016459" y="1950002"/>
            <a:ext cx="1554480" cy="505086"/>
          </a:xfrm>
          <a:prstGeom prst="rect">
            <a:avLst/>
          </a:prstGeom>
          <a:solidFill>
            <a:schemeClr val="accent3">
              <a:lumMod val="50000"/>
            </a:schemeClr>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23187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40164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AD2BEFE6-7384-46D4-8F0E-5285A7E21F4F}"/>
              </a:ext>
            </a:extLst>
          </p:cNvPr>
          <p:cNvSpPr>
            <a:spLocks noGrp="1"/>
          </p:cNvSpPr>
          <p:nvPr>
            <p:ph type="pic" sz="quarter" idx="39"/>
          </p:nvPr>
        </p:nvSpPr>
        <p:spPr>
          <a:xfrm>
            <a:off x="57141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2" name="Picture Placeholder 23">
            <a:extLst>
              <a:ext uri="{FF2B5EF4-FFF2-40B4-BE49-F238E27FC236}">
                <a16:creationId xmlns:a16="http://schemas.microsoft.com/office/drawing/2014/main" id="{F3B61EDB-ADF6-4733-8ABF-235973F105A5}"/>
              </a:ext>
            </a:extLst>
          </p:cNvPr>
          <p:cNvSpPr>
            <a:spLocks noGrp="1"/>
          </p:cNvSpPr>
          <p:nvPr>
            <p:ph type="pic" sz="quarter" idx="40"/>
          </p:nvPr>
        </p:nvSpPr>
        <p:spPr>
          <a:xfrm>
            <a:off x="74118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
        <p:nvSpPr>
          <p:cNvPr id="37" name="Text Placeholder 51">
            <a:extLst>
              <a:ext uri="{FF2B5EF4-FFF2-40B4-BE49-F238E27FC236}">
                <a16:creationId xmlns:a16="http://schemas.microsoft.com/office/drawing/2014/main" id="{0700F924-8D42-44D6-BA28-8FC5BA476995}"/>
              </a:ext>
            </a:extLst>
          </p:cNvPr>
          <p:cNvSpPr>
            <a:spLocks noGrp="1"/>
          </p:cNvSpPr>
          <p:nvPr>
            <p:ph type="body" sz="quarter" idx="41"/>
          </p:nvPr>
        </p:nvSpPr>
        <p:spPr>
          <a:xfrm>
            <a:off x="8714159" y="3553925"/>
            <a:ext cx="1554480" cy="3111991"/>
          </a:xfrm>
          <a:prstGeom prst="rect">
            <a:avLst/>
          </a:prstGeom>
          <a:solidFill>
            <a:schemeClr val="accent6">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8" name="Text Placeholder 30">
            <a:extLst>
              <a:ext uri="{FF2B5EF4-FFF2-40B4-BE49-F238E27FC236}">
                <a16:creationId xmlns:a16="http://schemas.microsoft.com/office/drawing/2014/main" id="{7A694BA8-79FA-47FE-9D4F-1976106AD160}"/>
              </a:ext>
            </a:extLst>
          </p:cNvPr>
          <p:cNvSpPr>
            <a:spLocks noGrp="1"/>
          </p:cNvSpPr>
          <p:nvPr>
            <p:ph type="body" sz="quarter" idx="42"/>
          </p:nvPr>
        </p:nvSpPr>
        <p:spPr>
          <a:xfrm>
            <a:off x="8714159" y="1950002"/>
            <a:ext cx="1554480" cy="505086"/>
          </a:xfrm>
          <a:prstGeom prst="rect">
            <a:avLst/>
          </a:prstGeom>
          <a:solidFill>
            <a:schemeClr val="accent6"/>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9" name="Picture Placeholder 23">
            <a:extLst>
              <a:ext uri="{FF2B5EF4-FFF2-40B4-BE49-F238E27FC236}">
                <a16:creationId xmlns:a16="http://schemas.microsoft.com/office/drawing/2014/main" id="{A0C130CB-DA88-4919-B95D-A77C5057261E}"/>
              </a:ext>
            </a:extLst>
          </p:cNvPr>
          <p:cNvSpPr>
            <a:spLocks noGrp="1"/>
          </p:cNvSpPr>
          <p:nvPr>
            <p:ph type="pic" sz="quarter" idx="43"/>
          </p:nvPr>
        </p:nvSpPr>
        <p:spPr>
          <a:xfrm>
            <a:off x="91095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238540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Layout_9">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2208035" y="3553925"/>
            <a:ext cx="1828800" cy="311199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4190411" y="3553925"/>
            <a:ext cx="1828800" cy="311199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6172787" y="3553925"/>
            <a:ext cx="1828800" cy="3111991"/>
          </a:xfrm>
          <a:prstGeom prst="rect">
            <a:avLst/>
          </a:prstGeom>
          <a:solidFill>
            <a:srgbClr val="E6E7E9"/>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8155163" y="3553925"/>
            <a:ext cx="1828800" cy="3111991"/>
          </a:xfrm>
          <a:prstGeom prst="rect">
            <a:avLst/>
          </a:prstGeom>
          <a:solidFill>
            <a:srgbClr val="FFEDC2"/>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2208035" y="1950002"/>
            <a:ext cx="1828800"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4190411" y="1950002"/>
            <a:ext cx="1828800"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6172787" y="1950002"/>
            <a:ext cx="1828800" cy="505086"/>
          </a:xfrm>
          <a:prstGeom prst="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8155163" y="1950002"/>
            <a:ext cx="1828800"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2740577"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4722953"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AD2BEFE6-7384-46D4-8F0E-5285A7E21F4F}"/>
              </a:ext>
            </a:extLst>
          </p:cNvPr>
          <p:cNvSpPr>
            <a:spLocks noGrp="1"/>
          </p:cNvSpPr>
          <p:nvPr>
            <p:ph type="pic" sz="quarter" idx="39"/>
          </p:nvPr>
        </p:nvSpPr>
        <p:spPr>
          <a:xfrm>
            <a:off x="6705329"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2" name="Picture Placeholder 23">
            <a:extLst>
              <a:ext uri="{FF2B5EF4-FFF2-40B4-BE49-F238E27FC236}">
                <a16:creationId xmlns:a16="http://schemas.microsoft.com/office/drawing/2014/main" id="{F3B61EDB-ADF6-4733-8ABF-235973F105A5}"/>
              </a:ext>
            </a:extLst>
          </p:cNvPr>
          <p:cNvSpPr>
            <a:spLocks noGrp="1"/>
          </p:cNvSpPr>
          <p:nvPr>
            <p:ph type="pic" sz="quarter" idx="40"/>
          </p:nvPr>
        </p:nvSpPr>
        <p:spPr>
          <a:xfrm>
            <a:off x="8687705"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26450931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Layout_10">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1504990" y="3350573"/>
            <a:ext cx="1828800" cy="1740417"/>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3956063" y="3350573"/>
            <a:ext cx="1828800" cy="1740417"/>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6407136" y="3350573"/>
            <a:ext cx="1828800" cy="1740417"/>
          </a:xfrm>
          <a:prstGeom prst="rect">
            <a:avLst/>
          </a:prstGeom>
          <a:solidFill>
            <a:schemeClr val="accent5">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8858210" y="3350573"/>
            <a:ext cx="1828800" cy="1740417"/>
          </a:xfrm>
          <a:prstGeom prst="rect">
            <a:avLst/>
          </a:prstGeom>
          <a:solidFill>
            <a:schemeClr val="bg1">
              <a:lumMod val="95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1504990" y="2658100"/>
            <a:ext cx="1828800"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3956063" y="2658100"/>
            <a:ext cx="1828800"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6407136" y="2658100"/>
            <a:ext cx="1828800" cy="505086"/>
          </a:xfrm>
          <a:prstGeom prst="rect">
            <a:avLst/>
          </a:prstGeom>
          <a:solidFill>
            <a:schemeClr val="accent5"/>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8858210" y="2658100"/>
            <a:ext cx="1828800" cy="505086"/>
          </a:xfrm>
          <a:prstGeom prst="rect">
            <a:avLst/>
          </a:prstGeom>
          <a:solidFill>
            <a:schemeClr val="accent3">
              <a:lumMod val="50000"/>
            </a:schemeClr>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40935855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Layout_1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2" name="Picture Placeholder 23">
            <a:extLst>
              <a:ext uri="{FF2B5EF4-FFF2-40B4-BE49-F238E27FC236}">
                <a16:creationId xmlns:a16="http://schemas.microsoft.com/office/drawing/2014/main" id="{8F4ECF63-4468-4A7F-A894-DFE01289B484}"/>
              </a:ext>
            </a:extLst>
          </p:cNvPr>
          <p:cNvSpPr>
            <a:spLocks noGrp="1"/>
          </p:cNvSpPr>
          <p:nvPr>
            <p:ph type="pic" sz="quarter" idx="13"/>
          </p:nvPr>
        </p:nvSpPr>
        <p:spPr>
          <a:xfrm>
            <a:off x="972629"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8" y="1950002"/>
            <a:ext cx="2257659"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8" y="3553925"/>
            <a:ext cx="2257659" cy="3111991"/>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2596414" y="3553925"/>
            <a:ext cx="2257659" cy="311199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4967170" y="3553925"/>
            <a:ext cx="2257659" cy="311199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7337926" y="3553925"/>
            <a:ext cx="2257659" cy="3111991"/>
          </a:xfrm>
          <a:prstGeom prst="rect">
            <a:avLst/>
          </a:prstGeom>
          <a:solidFill>
            <a:schemeClr val="accent5">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9708682" y="3553925"/>
            <a:ext cx="2257659" cy="3111991"/>
          </a:xfrm>
          <a:prstGeom prst="rect">
            <a:avLst/>
          </a:prstGeom>
          <a:solidFill>
            <a:schemeClr val="bg1">
              <a:lumMod val="95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2596414" y="1950002"/>
            <a:ext cx="2257659" cy="505086"/>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4967170" y="1950002"/>
            <a:ext cx="2257659" cy="505086"/>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7337926" y="1950002"/>
            <a:ext cx="2257659" cy="505086"/>
          </a:xfrm>
          <a:prstGeom prst="rect">
            <a:avLst/>
          </a:prstGeom>
          <a:solidFill>
            <a:schemeClr val="accent5"/>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9708682" y="1950002"/>
            <a:ext cx="2257659" cy="505086"/>
          </a:xfrm>
          <a:prstGeom prst="rect">
            <a:avLst/>
          </a:prstGeom>
          <a:solidFill>
            <a:srgbClr val="121314"/>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3343385"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5714141"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AD2BEFE6-7384-46D4-8F0E-5285A7E21F4F}"/>
              </a:ext>
            </a:extLst>
          </p:cNvPr>
          <p:cNvSpPr>
            <a:spLocks noGrp="1"/>
          </p:cNvSpPr>
          <p:nvPr>
            <p:ph type="pic" sz="quarter" idx="39"/>
          </p:nvPr>
        </p:nvSpPr>
        <p:spPr>
          <a:xfrm>
            <a:off x="8084897"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2" name="Picture Placeholder 23">
            <a:extLst>
              <a:ext uri="{FF2B5EF4-FFF2-40B4-BE49-F238E27FC236}">
                <a16:creationId xmlns:a16="http://schemas.microsoft.com/office/drawing/2014/main" id="{F3B61EDB-ADF6-4733-8ABF-235973F105A5}"/>
              </a:ext>
            </a:extLst>
          </p:cNvPr>
          <p:cNvSpPr>
            <a:spLocks noGrp="1"/>
          </p:cNvSpPr>
          <p:nvPr>
            <p:ph type="pic" sz="quarter" idx="40"/>
          </p:nvPr>
        </p:nvSpPr>
        <p:spPr>
          <a:xfrm>
            <a:off x="10455653" y="2622700"/>
            <a:ext cx="763716" cy="76361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17523794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ayout_1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8" y="1950002"/>
            <a:ext cx="2257659"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8" y="3800475"/>
            <a:ext cx="2257659" cy="2865441"/>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2596414" y="3800475"/>
            <a:ext cx="2257659" cy="2865441"/>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4967170" y="3800475"/>
            <a:ext cx="2257659" cy="2865441"/>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7337926" y="3800475"/>
            <a:ext cx="2257659" cy="2865441"/>
          </a:xfrm>
          <a:prstGeom prst="rect">
            <a:avLst/>
          </a:prstGeom>
          <a:solidFill>
            <a:schemeClr val="accent5">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0" name="Text Placeholder 51">
            <a:extLst>
              <a:ext uri="{FF2B5EF4-FFF2-40B4-BE49-F238E27FC236}">
                <a16:creationId xmlns:a16="http://schemas.microsoft.com/office/drawing/2014/main" id="{003F734F-F965-4D04-8282-647058D16D9B}"/>
              </a:ext>
            </a:extLst>
          </p:cNvPr>
          <p:cNvSpPr>
            <a:spLocks noGrp="1"/>
          </p:cNvSpPr>
          <p:nvPr>
            <p:ph type="body" sz="quarter" idx="32"/>
          </p:nvPr>
        </p:nvSpPr>
        <p:spPr>
          <a:xfrm>
            <a:off x="9708682" y="3800475"/>
            <a:ext cx="2257659" cy="2865441"/>
          </a:xfrm>
          <a:prstGeom prst="rect">
            <a:avLst/>
          </a:prstGeom>
          <a:solidFill>
            <a:schemeClr val="bg1">
              <a:lumMod val="95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2596414" y="1950002"/>
            <a:ext cx="2257659" cy="505086"/>
          </a:xfrm>
          <a:prstGeom prst="rect">
            <a:avLst/>
          </a:prstGeom>
          <a:solidFill>
            <a:schemeClr val="accent2"/>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4967170" y="1950002"/>
            <a:ext cx="2257659" cy="505086"/>
          </a:xfrm>
          <a:prstGeom prst="rect">
            <a:avLst/>
          </a:prstGeom>
          <a:solidFill>
            <a:schemeClr val="accent1"/>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7337926" y="1950002"/>
            <a:ext cx="2257659" cy="505086"/>
          </a:xfrm>
          <a:prstGeom prst="rect">
            <a:avLst/>
          </a:prstGeom>
          <a:solidFill>
            <a:schemeClr val="accent5"/>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4" name="Text Placeholder 30">
            <a:extLst>
              <a:ext uri="{FF2B5EF4-FFF2-40B4-BE49-F238E27FC236}">
                <a16:creationId xmlns:a16="http://schemas.microsoft.com/office/drawing/2014/main" id="{50D875DF-9155-416E-805D-7CCAEC20306D}"/>
              </a:ext>
            </a:extLst>
          </p:cNvPr>
          <p:cNvSpPr>
            <a:spLocks noGrp="1"/>
          </p:cNvSpPr>
          <p:nvPr>
            <p:ph type="body" sz="quarter" idx="36"/>
          </p:nvPr>
        </p:nvSpPr>
        <p:spPr>
          <a:xfrm>
            <a:off x="9708682" y="1950002"/>
            <a:ext cx="2257659" cy="505086"/>
          </a:xfrm>
          <a:prstGeom prst="rect">
            <a:avLst/>
          </a:prstGeom>
          <a:solidFill>
            <a:srgbClr val="121314"/>
          </a:solidFill>
        </p:spPr>
        <p:txBody>
          <a:bodyPr lIns="36000" tIns="36000" rIns="36000" bIns="36000" anchor="ctr">
            <a:noAutofit/>
          </a:bodyPr>
          <a:lstStyle>
            <a:lvl1pPr marL="0" indent="0" algn="ctr">
              <a:buNone/>
              <a:defRPr sz="12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5" name="Text Placeholder 4">
            <a:extLst>
              <a:ext uri="{FF2B5EF4-FFF2-40B4-BE49-F238E27FC236}">
                <a16:creationId xmlns:a16="http://schemas.microsoft.com/office/drawing/2014/main" id="{99F6EBD6-481E-4DE2-9B08-B6F864A307FE}"/>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
        <p:nvSpPr>
          <p:cNvPr id="27" name="Picture Placeholder 23">
            <a:extLst>
              <a:ext uri="{FF2B5EF4-FFF2-40B4-BE49-F238E27FC236}">
                <a16:creationId xmlns:a16="http://schemas.microsoft.com/office/drawing/2014/main" id="{4DD2D93C-3A81-4F3F-9C4E-046E0024EF5D}"/>
              </a:ext>
            </a:extLst>
          </p:cNvPr>
          <p:cNvSpPr>
            <a:spLocks noGrp="1"/>
          </p:cNvSpPr>
          <p:nvPr>
            <p:ph type="pic" sz="quarter" idx="13"/>
          </p:nvPr>
        </p:nvSpPr>
        <p:spPr>
          <a:xfrm>
            <a:off x="959540"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29" name="Picture Placeholder 23">
            <a:extLst>
              <a:ext uri="{FF2B5EF4-FFF2-40B4-BE49-F238E27FC236}">
                <a16:creationId xmlns:a16="http://schemas.microsoft.com/office/drawing/2014/main" id="{210D97CA-106E-4B03-B74F-F5C50ED9076A}"/>
              </a:ext>
            </a:extLst>
          </p:cNvPr>
          <p:cNvSpPr>
            <a:spLocks noGrp="1"/>
          </p:cNvSpPr>
          <p:nvPr>
            <p:ph type="pic" sz="quarter" idx="37"/>
          </p:nvPr>
        </p:nvSpPr>
        <p:spPr>
          <a:xfrm>
            <a:off x="3368930"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1" name="Picture Placeholder 23">
            <a:extLst>
              <a:ext uri="{FF2B5EF4-FFF2-40B4-BE49-F238E27FC236}">
                <a16:creationId xmlns:a16="http://schemas.microsoft.com/office/drawing/2014/main" id="{F22CF457-B9E2-418F-84A6-BA5971136B35}"/>
              </a:ext>
            </a:extLst>
          </p:cNvPr>
          <p:cNvSpPr>
            <a:spLocks noGrp="1"/>
          </p:cNvSpPr>
          <p:nvPr>
            <p:ph type="pic" sz="quarter" idx="38"/>
          </p:nvPr>
        </p:nvSpPr>
        <p:spPr>
          <a:xfrm>
            <a:off x="5778321"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3" name="Picture Placeholder 23">
            <a:extLst>
              <a:ext uri="{FF2B5EF4-FFF2-40B4-BE49-F238E27FC236}">
                <a16:creationId xmlns:a16="http://schemas.microsoft.com/office/drawing/2014/main" id="{B7D355E2-43CB-4500-86E0-4015801E36F7}"/>
              </a:ext>
            </a:extLst>
          </p:cNvPr>
          <p:cNvSpPr>
            <a:spLocks noGrp="1"/>
          </p:cNvSpPr>
          <p:nvPr>
            <p:ph type="pic" sz="quarter" idx="39"/>
          </p:nvPr>
        </p:nvSpPr>
        <p:spPr>
          <a:xfrm>
            <a:off x="8187712"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4" name="Picture Placeholder 23">
            <a:extLst>
              <a:ext uri="{FF2B5EF4-FFF2-40B4-BE49-F238E27FC236}">
                <a16:creationId xmlns:a16="http://schemas.microsoft.com/office/drawing/2014/main" id="{C78ADF31-6994-4008-81BE-B0F342E45255}"/>
              </a:ext>
            </a:extLst>
          </p:cNvPr>
          <p:cNvSpPr>
            <a:spLocks noGrp="1"/>
          </p:cNvSpPr>
          <p:nvPr>
            <p:ph type="pic" sz="quarter" idx="40"/>
          </p:nvPr>
        </p:nvSpPr>
        <p:spPr>
          <a:xfrm>
            <a:off x="10597102"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6" name="Text Placeholder 30">
            <a:extLst>
              <a:ext uri="{FF2B5EF4-FFF2-40B4-BE49-F238E27FC236}">
                <a16:creationId xmlns:a16="http://schemas.microsoft.com/office/drawing/2014/main" id="{DB9CB25F-E0B6-4AA7-8B18-B8768E497698}"/>
              </a:ext>
            </a:extLst>
          </p:cNvPr>
          <p:cNvSpPr>
            <a:spLocks noGrp="1"/>
          </p:cNvSpPr>
          <p:nvPr>
            <p:ph type="body" sz="quarter" idx="41"/>
          </p:nvPr>
        </p:nvSpPr>
        <p:spPr>
          <a:xfrm>
            <a:off x="225658" y="3296206"/>
            <a:ext cx="2257659" cy="456644"/>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7" name="Text Placeholder 30">
            <a:extLst>
              <a:ext uri="{FF2B5EF4-FFF2-40B4-BE49-F238E27FC236}">
                <a16:creationId xmlns:a16="http://schemas.microsoft.com/office/drawing/2014/main" id="{4952AB2C-47D8-47C2-BFFD-85F5CB21967B}"/>
              </a:ext>
            </a:extLst>
          </p:cNvPr>
          <p:cNvSpPr>
            <a:spLocks noGrp="1"/>
          </p:cNvSpPr>
          <p:nvPr>
            <p:ph type="body" sz="quarter" idx="42"/>
          </p:nvPr>
        </p:nvSpPr>
        <p:spPr>
          <a:xfrm>
            <a:off x="2596414" y="3296206"/>
            <a:ext cx="2257659" cy="456644"/>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8" name="Text Placeholder 30">
            <a:extLst>
              <a:ext uri="{FF2B5EF4-FFF2-40B4-BE49-F238E27FC236}">
                <a16:creationId xmlns:a16="http://schemas.microsoft.com/office/drawing/2014/main" id="{86E5C667-2882-4C63-A7C3-57EBAE533A0F}"/>
              </a:ext>
            </a:extLst>
          </p:cNvPr>
          <p:cNvSpPr>
            <a:spLocks noGrp="1"/>
          </p:cNvSpPr>
          <p:nvPr>
            <p:ph type="body" sz="quarter" idx="43"/>
          </p:nvPr>
        </p:nvSpPr>
        <p:spPr>
          <a:xfrm>
            <a:off x="4967170" y="3296206"/>
            <a:ext cx="2257659" cy="456644"/>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9" name="Text Placeholder 30">
            <a:extLst>
              <a:ext uri="{FF2B5EF4-FFF2-40B4-BE49-F238E27FC236}">
                <a16:creationId xmlns:a16="http://schemas.microsoft.com/office/drawing/2014/main" id="{EF5B304C-EFDE-4D9D-B143-18A54AE5AF8F}"/>
              </a:ext>
            </a:extLst>
          </p:cNvPr>
          <p:cNvSpPr>
            <a:spLocks noGrp="1"/>
          </p:cNvSpPr>
          <p:nvPr>
            <p:ph type="body" sz="quarter" idx="44"/>
          </p:nvPr>
        </p:nvSpPr>
        <p:spPr>
          <a:xfrm>
            <a:off x="7337926" y="3296206"/>
            <a:ext cx="2257659" cy="456644"/>
          </a:xfrm>
          <a:prstGeom prst="rect">
            <a:avLst/>
          </a:prstGeom>
          <a:solidFill>
            <a:schemeClr val="accent5"/>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40" name="Text Placeholder 30">
            <a:extLst>
              <a:ext uri="{FF2B5EF4-FFF2-40B4-BE49-F238E27FC236}">
                <a16:creationId xmlns:a16="http://schemas.microsoft.com/office/drawing/2014/main" id="{4A70E18B-14D7-4E3F-8D9A-19CE43521534}"/>
              </a:ext>
            </a:extLst>
          </p:cNvPr>
          <p:cNvSpPr>
            <a:spLocks noGrp="1"/>
          </p:cNvSpPr>
          <p:nvPr>
            <p:ph type="body" sz="quarter" idx="45"/>
          </p:nvPr>
        </p:nvSpPr>
        <p:spPr>
          <a:xfrm>
            <a:off x="9708682" y="3296206"/>
            <a:ext cx="2257659" cy="456644"/>
          </a:xfrm>
          <a:prstGeom prst="rect">
            <a:avLst/>
          </a:prstGeom>
          <a:solidFill>
            <a:srgbClr val="121314"/>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6829963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ayout_1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2" name="Picture Placeholder 23">
            <a:extLst>
              <a:ext uri="{FF2B5EF4-FFF2-40B4-BE49-F238E27FC236}">
                <a16:creationId xmlns:a16="http://schemas.microsoft.com/office/drawing/2014/main" id="{8F4ECF63-4468-4A7F-A894-DFE01289B484}"/>
              </a:ext>
            </a:extLst>
          </p:cNvPr>
          <p:cNvSpPr>
            <a:spLocks noGrp="1"/>
          </p:cNvSpPr>
          <p:nvPr>
            <p:ph type="pic" sz="quarter" idx="13"/>
          </p:nvPr>
        </p:nvSpPr>
        <p:spPr>
          <a:xfrm>
            <a:off x="1325300"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13" name="Text Placeholder 30">
            <a:extLst>
              <a:ext uri="{FF2B5EF4-FFF2-40B4-BE49-F238E27FC236}">
                <a16:creationId xmlns:a16="http://schemas.microsoft.com/office/drawing/2014/main" id="{4AD3AA9A-515E-4AC8-ADFD-A663E93A428F}"/>
              </a:ext>
            </a:extLst>
          </p:cNvPr>
          <p:cNvSpPr>
            <a:spLocks noGrp="1"/>
          </p:cNvSpPr>
          <p:nvPr>
            <p:ph type="body" sz="quarter" idx="22"/>
          </p:nvPr>
        </p:nvSpPr>
        <p:spPr>
          <a:xfrm>
            <a:off x="225659" y="1950002"/>
            <a:ext cx="2834640" cy="505086"/>
          </a:xfrm>
          <a:prstGeom prst="rect">
            <a:avLst/>
          </a:prstGeom>
          <a:solidFill>
            <a:schemeClr val="accent1"/>
          </a:solidFill>
        </p:spPr>
        <p:txBody>
          <a:bodyPr lIns="36000" tIns="36000" rIns="36000" bIns="36000" anchor="ctr">
            <a:noAutofit/>
          </a:bodyPr>
          <a:lstStyle>
            <a:lvl1pPr marL="0" indent="0" algn="ctr">
              <a:buNone/>
              <a:defRPr sz="14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15" name="Text Placeholder 51">
            <a:extLst>
              <a:ext uri="{FF2B5EF4-FFF2-40B4-BE49-F238E27FC236}">
                <a16:creationId xmlns:a16="http://schemas.microsoft.com/office/drawing/2014/main" id="{881B09EC-2C02-407B-B9A3-FE4B86B4A986}"/>
              </a:ext>
            </a:extLst>
          </p:cNvPr>
          <p:cNvSpPr>
            <a:spLocks noGrp="1"/>
          </p:cNvSpPr>
          <p:nvPr>
            <p:ph type="body" sz="quarter" idx="28"/>
          </p:nvPr>
        </p:nvSpPr>
        <p:spPr>
          <a:xfrm>
            <a:off x="225659" y="3808071"/>
            <a:ext cx="2834640" cy="2765247"/>
          </a:xfrm>
          <a:prstGeom prst="rect">
            <a:avLst/>
          </a:prstGeom>
          <a:solidFill>
            <a:schemeClr val="accent1">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7" name="Text Placeholder 51">
            <a:extLst>
              <a:ext uri="{FF2B5EF4-FFF2-40B4-BE49-F238E27FC236}">
                <a16:creationId xmlns:a16="http://schemas.microsoft.com/office/drawing/2014/main" id="{275FFFAC-F009-467B-925E-1D3CDDA377C4}"/>
              </a:ext>
            </a:extLst>
          </p:cNvPr>
          <p:cNvSpPr>
            <a:spLocks noGrp="1"/>
          </p:cNvSpPr>
          <p:nvPr>
            <p:ph type="body" sz="quarter" idx="29"/>
          </p:nvPr>
        </p:nvSpPr>
        <p:spPr>
          <a:xfrm>
            <a:off x="3194340" y="3808071"/>
            <a:ext cx="2834640" cy="2765247"/>
          </a:xfrm>
          <a:prstGeom prst="rect">
            <a:avLst/>
          </a:prstGeom>
          <a:solidFill>
            <a:schemeClr val="tx1">
              <a:lumMod val="10000"/>
              <a:lumOff val="9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E80AA506-B265-44A0-9718-705ABACDB2EA}"/>
              </a:ext>
            </a:extLst>
          </p:cNvPr>
          <p:cNvSpPr>
            <a:spLocks noGrp="1"/>
          </p:cNvSpPr>
          <p:nvPr>
            <p:ph type="body" sz="quarter" idx="30"/>
          </p:nvPr>
        </p:nvSpPr>
        <p:spPr>
          <a:xfrm>
            <a:off x="6163021" y="3808071"/>
            <a:ext cx="2834640" cy="2765247"/>
          </a:xfrm>
          <a:prstGeom prst="rect">
            <a:avLst/>
          </a:prstGeom>
          <a:solidFill>
            <a:schemeClr val="accent4">
              <a:lumMod val="20000"/>
              <a:lumOff val="80000"/>
            </a:schemeClr>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Text Placeholder 51">
            <a:extLst>
              <a:ext uri="{FF2B5EF4-FFF2-40B4-BE49-F238E27FC236}">
                <a16:creationId xmlns:a16="http://schemas.microsoft.com/office/drawing/2014/main" id="{FF6C5D79-AD38-4393-AFF8-FC85F3813B24}"/>
              </a:ext>
            </a:extLst>
          </p:cNvPr>
          <p:cNvSpPr>
            <a:spLocks noGrp="1"/>
          </p:cNvSpPr>
          <p:nvPr>
            <p:ph type="body" sz="quarter" idx="31"/>
          </p:nvPr>
        </p:nvSpPr>
        <p:spPr>
          <a:xfrm>
            <a:off x="9131701" y="3808071"/>
            <a:ext cx="2834640" cy="2765247"/>
          </a:xfrm>
          <a:prstGeom prst="rect">
            <a:avLst/>
          </a:prstGeom>
          <a:solidFill>
            <a:srgbClr val="FFEDC2"/>
          </a:solidFill>
        </p:spPr>
        <p:txBody>
          <a:bodyPr lIns="72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30">
            <a:extLst>
              <a:ext uri="{FF2B5EF4-FFF2-40B4-BE49-F238E27FC236}">
                <a16:creationId xmlns:a16="http://schemas.microsoft.com/office/drawing/2014/main" id="{0561C4CB-0D07-4607-8378-05FCFC751F48}"/>
              </a:ext>
            </a:extLst>
          </p:cNvPr>
          <p:cNvSpPr>
            <a:spLocks noGrp="1"/>
          </p:cNvSpPr>
          <p:nvPr>
            <p:ph type="body" sz="quarter" idx="33"/>
          </p:nvPr>
        </p:nvSpPr>
        <p:spPr>
          <a:xfrm>
            <a:off x="3194340" y="1950002"/>
            <a:ext cx="2834640" cy="505086"/>
          </a:xfrm>
          <a:prstGeom prst="rect">
            <a:avLst/>
          </a:prstGeom>
          <a:solidFill>
            <a:schemeClr val="accent2"/>
          </a:solidFill>
        </p:spPr>
        <p:txBody>
          <a:bodyPr lIns="36000" tIns="36000" rIns="36000" bIns="36000" anchor="ctr">
            <a:noAutofit/>
          </a:bodyPr>
          <a:lstStyle>
            <a:lvl1pPr marL="0" indent="0" algn="ctr">
              <a:buNone/>
              <a:defRPr sz="14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2" name="Text Placeholder 30">
            <a:extLst>
              <a:ext uri="{FF2B5EF4-FFF2-40B4-BE49-F238E27FC236}">
                <a16:creationId xmlns:a16="http://schemas.microsoft.com/office/drawing/2014/main" id="{FA3C0383-570D-4F3B-A3C7-BA702BC4550E}"/>
              </a:ext>
            </a:extLst>
          </p:cNvPr>
          <p:cNvSpPr>
            <a:spLocks noGrp="1"/>
          </p:cNvSpPr>
          <p:nvPr>
            <p:ph type="body" sz="quarter" idx="34"/>
          </p:nvPr>
        </p:nvSpPr>
        <p:spPr>
          <a:xfrm>
            <a:off x="6163021" y="1950002"/>
            <a:ext cx="2834640" cy="505086"/>
          </a:xfrm>
          <a:prstGeom prst="rect">
            <a:avLst/>
          </a:prstGeom>
          <a:solidFill>
            <a:schemeClr val="accent1"/>
          </a:solidFill>
        </p:spPr>
        <p:txBody>
          <a:bodyPr lIns="36000" tIns="36000" rIns="36000" bIns="36000" anchor="ctr">
            <a:noAutofit/>
          </a:bodyPr>
          <a:lstStyle>
            <a:lvl1pPr marL="0" indent="0" algn="ctr">
              <a:buNone/>
              <a:defRPr sz="14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3" name="Text Placeholder 30">
            <a:extLst>
              <a:ext uri="{FF2B5EF4-FFF2-40B4-BE49-F238E27FC236}">
                <a16:creationId xmlns:a16="http://schemas.microsoft.com/office/drawing/2014/main" id="{3C1E138E-C1BA-4BE0-9A20-76B95EEB421F}"/>
              </a:ext>
            </a:extLst>
          </p:cNvPr>
          <p:cNvSpPr>
            <a:spLocks noGrp="1"/>
          </p:cNvSpPr>
          <p:nvPr>
            <p:ph type="body" sz="quarter" idx="35"/>
          </p:nvPr>
        </p:nvSpPr>
        <p:spPr>
          <a:xfrm>
            <a:off x="9131701" y="1950002"/>
            <a:ext cx="2834640" cy="505086"/>
          </a:xfrm>
          <a:prstGeom prst="rect">
            <a:avLst/>
          </a:prstGeom>
          <a:solidFill>
            <a:schemeClr val="tx1"/>
          </a:solidFill>
        </p:spPr>
        <p:txBody>
          <a:bodyPr lIns="36000" tIns="36000" rIns="36000" bIns="36000" anchor="ctr">
            <a:noAutofit/>
          </a:bodyPr>
          <a:lstStyle>
            <a:lvl1pPr marL="0" indent="0" algn="ctr">
              <a:buNone/>
              <a:defRPr sz="14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6" name="Picture Placeholder 23">
            <a:extLst>
              <a:ext uri="{FF2B5EF4-FFF2-40B4-BE49-F238E27FC236}">
                <a16:creationId xmlns:a16="http://schemas.microsoft.com/office/drawing/2014/main" id="{82C2A515-1D46-492E-BE70-28DC273E47E8}"/>
              </a:ext>
            </a:extLst>
          </p:cNvPr>
          <p:cNvSpPr>
            <a:spLocks noGrp="1"/>
          </p:cNvSpPr>
          <p:nvPr>
            <p:ph type="pic" sz="quarter" idx="37"/>
          </p:nvPr>
        </p:nvSpPr>
        <p:spPr>
          <a:xfrm>
            <a:off x="4293981"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65DCDCAA-6868-45EB-9022-FCF2C335E0FE}"/>
              </a:ext>
            </a:extLst>
          </p:cNvPr>
          <p:cNvSpPr>
            <a:spLocks noGrp="1"/>
          </p:cNvSpPr>
          <p:nvPr>
            <p:ph type="pic" sz="quarter" idx="38"/>
          </p:nvPr>
        </p:nvSpPr>
        <p:spPr>
          <a:xfrm>
            <a:off x="7262662"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AD2BEFE6-7384-46D4-8F0E-5285A7E21F4F}"/>
              </a:ext>
            </a:extLst>
          </p:cNvPr>
          <p:cNvSpPr>
            <a:spLocks noGrp="1"/>
          </p:cNvSpPr>
          <p:nvPr>
            <p:ph type="pic" sz="quarter" idx="39"/>
          </p:nvPr>
        </p:nvSpPr>
        <p:spPr>
          <a:xfrm>
            <a:off x="10231342" y="2561556"/>
            <a:ext cx="635358" cy="635274"/>
          </a:xfrm>
          <a:prstGeom prst="rect">
            <a:avLst/>
          </a:prstGeom>
          <a:noFill/>
        </p:spPr>
        <p:txBody>
          <a:bodyPr vert="horz" lIns="36000" tIns="36000" rIns="36000" bIns="36000" anchor="ctr">
            <a:normAutofit/>
          </a:bodyPr>
          <a:lstStyle>
            <a:lvl1pPr marL="0" indent="0" algn="ctr">
              <a:buNone/>
              <a:defRPr sz="900">
                <a:solidFill>
                  <a:schemeClr val="bg1"/>
                </a:solidFill>
                <a:latin typeface="+mn-lt"/>
              </a:defRPr>
            </a:lvl1pPr>
          </a:lstStyle>
          <a:p>
            <a:r>
              <a:rPr lang="en-US"/>
              <a:t>Click icon to add picture</a:t>
            </a:r>
            <a:endParaRPr lang="en-IN" dirty="0"/>
          </a:p>
        </p:txBody>
      </p:sp>
      <p:sp>
        <p:nvSpPr>
          <p:cNvPr id="31" name="Text Placeholder 30">
            <a:extLst>
              <a:ext uri="{FF2B5EF4-FFF2-40B4-BE49-F238E27FC236}">
                <a16:creationId xmlns:a16="http://schemas.microsoft.com/office/drawing/2014/main" id="{964DBC53-E2F7-4AFC-9655-0F95A8C4F7C5}"/>
              </a:ext>
            </a:extLst>
          </p:cNvPr>
          <p:cNvSpPr>
            <a:spLocks noGrp="1"/>
          </p:cNvSpPr>
          <p:nvPr>
            <p:ph type="body" sz="quarter" idx="41"/>
          </p:nvPr>
        </p:nvSpPr>
        <p:spPr>
          <a:xfrm>
            <a:off x="225659" y="3303298"/>
            <a:ext cx="2834640" cy="454880"/>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3" name="Text Placeholder 30">
            <a:extLst>
              <a:ext uri="{FF2B5EF4-FFF2-40B4-BE49-F238E27FC236}">
                <a16:creationId xmlns:a16="http://schemas.microsoft.com/office/drawing/2014/main" id="{9C5577BC-F563-4246-A8BA-342C10024E0E}"/>
              </a:ext>
            </a:extLst>
          </p:cNvPr>
          <p:cNvSpPr>
            <a:spLocks noGrp="1"/>
          </p:cNvSpPr>
          <p:nvPr>
            <p:ph type="body" sz="quarter" idx="42"/>
          </p:nvPr>
        </p:nvSpPr>
        <p:spPr>
          <a:xfrm>
            <a:off x="3194340" y="3303298"/>
            <a:ext cx="2834640" cy="454880"/>
          </a:xfrm>
          <a:prstGeom prst="rect">
            <a:avLst/>
          </a:prstGeo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4" name="Text Placeholder 30">
            <a:extLst>
              <a:ext uri="{FF2B5EF4-FFF2-40B4-BE49-F238E27FC236}">
                <a16:creationId xmlns:a16="http://schemas.microsoft.com/office/drawing/2014/main" id="{503FFEA0-F500-4280-AEB9-0DA2E7924473}"/>
              </a:ext>
            </a:extLst>
          </p:cNvPr>
          <p:cNvSpPr>
            <a:spLocks noGrp="1"/>
          </p:cNvSpPr>
          <p:nvPr>
            <p:ph type="body" sz="quarter" idx="43"/>
          </p:nvPr>
        </p:nvSpPr>
        <p:spPr>
          <a:xfrm>
            <a:off x="6163021" y="3303298"/>
            <a:ext cx="2834640" cy="454880"/>
          </a:xfrm>
          <a:prstGeom prst="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6" name="Text Placeholder 30">
            <a:extLst>
              <a:ext uri="{FF2B5EF4-FFF2-40B4-BE49-F238E27FC236}">
                <a16:creationId xmlns:a16="http://schemas.microsoft.com/office/drawing/2014/main" id="{2F52D586-1F88-4F71-A0EF-A8D7655C3A3C}"/>
              </a:ext>
            </a:extLst>
          </p:cNvPr>
          <p:cNvSpPr>
            <a:spLocks noGrp="1"/>
          </p:cNvSpPr>
          <p:nvPr>
            <p:ph type="body" sz="quarter" idx="44"/>
          </p:nvPr>
        </p:nvSpPr>
        <p:spPr>
          <a:xfrm>
            <a:off x="9131701" y="3303298"/>
            <a:ext cx="2834640" cy="454880"/>
          </a:xfrm>
          <a:prstGeom prst="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8" name="Text Placeholder 4">
            <a:extLst>
              <a:ext uri="{FF2B5EF4-FFF2-40B4-BE49-F238E27FC236}">
                <a16:creationId xmlns:a16="http://schemas.microsoft.com/office/drawing/2014/main" id="{A50CAE69-9B28-46A8-AEF2-08F15504C837}"/>
              </a:ext>
            </a:extLst>
          </p:cNvPr>
          <p:cNvSpPr>
            <a:spLocks noGrp="1"/>
          </p:cNvSpPr>
          <p:nvPr>
            <p:ph type="body" sz="quarter" idx="14"/>
          </p:nvPr>
        </p:nvSpPr>
        <p:spPr>
          <a:xfrm>
            <a:off x="225659" y="1200150"/>
            <a:ext cx="11740682" cy="561975"/>
          </a:xfrm>
          <a:solidFill>
            <a:srgbClr val="EBFAFF"/>
          </a:solidFill>
        </p:spPr>
        <p:txBody>
          <a:bodyPr anchor="ctr">
            <a:normAutofit/>
          </a:bodyPr>
          <a:lstStyle>
            <a:lvl1pPr marL="0" indent="0" algn="ctr">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35273116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_14">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48E63CFD-A92C-40BC-A33B-40A01F3F6C88}"/>
              </a:ext>
            </a:extLst>
          </p:cNvPr>
          <p:cNvSpPr>
            <a:spLocks noGrp="1"/>
          </p:cNvSpPr>
          <p:nvPr>
            <p:ph type="body" sz="quarter" idx="12"/>
          </p:nvPr>
        </p:nvSpPr>
        <p:spPr>
          <a:xfrm>
            <a:off x="225660" y="1947699"/>
            <a:ext cx="3840480" cy="4718218"/>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1">
            <a:extLst>
              <a:ext uri="{FF2B5EF4-FFF2-40B4-BE49-F238E27FC236}">
                <a16:creationId xmlns:a16="http://schemas.microsoft.com/office/drawing/2014/main" id="{53612CF1-5D39-4391-9C2A-E50F23223954}"/>
              </a:ext>
            </a:extLst>
          </p:cNvPr>
          <p:cNvSpPr>
            <a:spLocks noGrp="1"/>
          </p:cNvSpPr>
          <p:nvPr>
            <p:ph type="body" sz="quarter" idx="15"/>
          </p:nvPr>
        </p:nvSpPr>
        <p:spPr>
          <a:xfrm>
            <a:off x="225660" y="1200150"/>
            <a:ext cx="3840480" cy="561975"/>
          </a:xfrm>
          <a:prstGeom prst="rect">
            <a:avLst/>
          </a:prstGeom>
        </p:spPr>
        <p:txBody>
          <a:bodyPr anchor="ctr">
            <a:normAutofit/>
          </a:bodyPr>
          <a:lstStyle>
            <a:lvl1pPr marL="0" indent="0" algn="ctr">
              <a:lnSpc>
                <a:spcPct val="120000"/>
              </a:lnSpc>
              <a:buFont typeface="Arial" panose="020B0604020202020204" pitchFamily="34" charset="0"/>
              <a:buNone/>
              <a:defRPr sz="1600" b="1">
                <a:solidFill>
                  <a:schemeClr val="tx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18" name="Text Placeholder 11">
            <a:extLst>
              <a:ext uri="{FF2B5EF4-FFF2-40B4-BE49-F238E27FC236}">
                <a16:creationId xmlns:a16="http://schemas.microsoft.com/office/drawing/2014/main" id="{715C024A-4389-4725-A4F3-0751DC7281CA}"/>
              </a:ext>
            </a:extLst>
          </p:cNvPr>
          <p:cNvSpPr>
            <a:spLocks noGrp="1"/>
          </p:cNvSpPr>
          <p:nvPr>
            <p:ph type="body" sz="quarter" idx="16"/>
          </p:nvPr>
        </p:nvSpPr>
        <p:spPr>
          <a:xfrm>
            <a:off x="8125860" y="1947699"/>
            <a:ext cx="3840480" cy="4718218"/>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32482D9F-1E2B-4A87-A1C9-C40FDA27AD2E}"/>
              </a:ext>
            </a:extLst>
          </p:cNvPr>
          <p:cNvSpPr>
            <a:spLocks noGrp="1"/>
          </p:cNvSpPr>
          <p:nvPr>
            <p:ph type="body" sz="quarter" idx="17"/>
          </p:nvPr>
        </p:nvSpPr>
        <p:spPr>
          <a:xfrm>
            <a:off x="8125860" y="1200150"/>
            <a:ext cx="3840480" cy="561975"/>
          </a:xfrm>
          <a:prstGeom prst="rect">
            <a:avLst/>
          </a:prstGeom>
        </p:spPr>
        <p:txBody>
          <a:bodyPr anchor="ctr">
            <a:normAutofit/>
          </a:bodyPr>
          <a:lstStyle>
            <a:lvl1pPr marL="0" indent="0" algn="ctr">
              <a:lnSpc>
                <a:spcPct val="120000"/>
              </a:lnSpc>
              <a:buFont typeface="Arial" panose="020B0604020202020204" pitchFamily="34" charset="0"/>
              <a:buNone/>
              <a:defRPr sz="1600" b="1">
                <a:solidFill>
                  <a:schemeClr val="tx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20" name="Text Placeholder 11">
            <a:extLst>
              <a:ext uri="{FF2B5EF4-FFF2-40B4-BE49-F238E27FC236}">
                <a16:creationId xmlns:a16="http://schemas.microsoft.com/office/drawing/2014/main" id="{E701DE78-78DF-4157-B13F-DEAEB0283C73}"/>
              </a:ext>
            </a:extLst>
          </p:cNvPr>
          <p:cNvSpPr>
            <a:spLocks noGrp="1"/>
          </p:cNvSpPr>
          <p:nvPr>
            <p:ph type="body" sz="quarter" idx="18"/>
          </p:nvPr>
        </p:nvSpPr>
        <p:spPr>
          <a:xfrm>
            <a:off x="4175760" y="1947699"/>
            <a:ext cx="3840480" cy="4718218"/>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F4801319-0820-4ECC-992A-5F846E0722FC}"/>
              </a:ext>
            </a:extLst>
          </p:cNvPr>
          <p:cNvSpPr>
            <a:spLocks noGrp="1"/>
          </p:cNvSpPr>
          <p:nvPr>
            <p:ph type="body" sz="quarter" idx="19"/>
          </p:nvPr>
        </p:nvSpPr>
        <p:spPr>
          <a:xfrm>
            <a:off x="4175760" y="1200150"/>
            <a:ext cx="3840480" cy="561975"/>
          </a:xfrm>
          <a:prstGeom prst="rect">
            <a:avLst/>
          </a:prstGeom>
        </p:spPr>
        <p:txBody>
          <a:bodyPr anchor="ctr">
            <a:normAutofit/>
          </a:bodyPr>
          <a:lstStyle>
            <a:lvl1pPr marL="0" indent="0" algn="ctr">
              <a:lnSpc>
                <a:spcPct val="120000"/>
              </a:lnSpc>
              <a:buFont typeface="Arial" panose="020B0604020202020204" pitchFamily="34" charset="0"/>
              <a:buNone/>
              <a:defRPr sz="1600" b="1">
                <a:solidFill>
                  <a:schemeClr val="tx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Tree>
    <p:extLst>
      <p:ext uri="{BB962C8B-B14F-4D97-AF65-F5344CB8AC3E}">
        <p14:creationId xmlns:p14="http://schemas.microsoft.com/office/powerpoint/2010/main" val="33803428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ayout_1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48E63CFD-A92C-40BC-A33B-40A01F3F6C88}"/>
              </a:ext>
            </a:extLst>
          </p:cNvPr>
          <p:cNvSpPr>
            <a:spLocks noGrp="1"/>
          </p:cNvSpPr>
          <p:nvPr>
            <p:ph type="body" sz="quarter" idx="12"/>
          </p:nvPr>
        </p:nvSpPr>
        <p:spPr>
          <a:xfrm>
            <a:off x="225660" y="1947699"/>
            <a:ext cx="3840480" cy="4718218"/>
          </a:xfrm>
          <a:prstGeom prst="rect">
            <a:avLst/>
          </a:prstGeom>
          <a:solidFill>
            <a:schemeClr val="bg1">
              <a:lumMod val="95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1">
            <a:extLst>
              <a:ext uri="{FF2B5EF4-FFF2-40B4-BE49-F238E27FC236}">
                <a16:creationId xmlns:a16="http://schemas.microsoft.com/office/drawing/2014/main" id="{53612CF1-5D39-4391-9C2A-E50F23223954}"/>
              </a:ext>
            </a:extLst>
          </p:cNvPr>
          <p:cNvSpPr>
            <a:spLocks noGrp="1"/>
          </p:cNvSpPr>
          <p:nvPr>
            <p:ph type="body" sz="quarter" idx="15"/>
          </p:nvPr>
        </p:nvSpPr>
        <p:spPr>
          <a:xfrm>
            <a:off x="225660" y="1200150"/>
            <a:ext cx="3840480" cy="561975"/>
          </a:xfrm>
          <a:prstGeom prst="rect">
            <a:avLst/>
          </a:prstGeom>
          <a:solidFill>
            <a:schemeClr val="tx1"/>
          </a:solidFill>
        </p:spPr>
        <p:txBody>
          <a:bodyPr anchor="ctr">
            <a:normAutofit/>
          </a:bodyPr>
          <a:lstStyle>
            <a:lvl1pPr marL="0" indent="0" algn="ctr">
              <a:lnSpc>
                <a:spcPct val="120000"/>
              </a:lnSpc>
              <a:buFont typeface="Arial" panose="020B0604020202020204" pitchFamily="34" charset="0"/>
              <a:buNone/>
              <a:defRPr sz="16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18" name="Text Placeholder 11">
            <a:extLst>
              <a:ext uri="{FF2B5EF4-FFF2-40B4-BE49-F238E27FC236}">
                <a16:creationId xmlns:a16="http://schemas.microsoft.com/office/drawing/2014/main" id="{715C024A-4389-4725-A4F3-0751DC7281CA}"/>
              </a:ext>
            </a:extLst>
          </p:cNvPr>
          <p:cNvSpPr>
            <a:spLocks noGrp="1"/>
          </p:cNvSpPr>
          <p:nvPr>
            <p:ph type="body" sz="quarter" idx="16"/>
          </p:nvPr>
        </p:nvSpPr>
        <p:spPr>
          <a:xfrm>
            <a:off x="8125860" y="1947699"/>
            <a:ext cx="3840480" cy="4718218"/>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1">
            <a:extLst>
              <a:ext uri="{FF2B5EF4-FFF2-40B4-BE49-F238E27FC236}">
                <a16:creationId xmlns:a16="http://schemas.microsoft.com/office/drawing/2014/main" id="{32482D9F-1E2B-4A87-A1C9-C40FDA27AD2E}"/>
              </a:ext>
            </a:extLst>
          </p:cNvPr>
          <p:cNvSpPr>
            <a:spLocks noGrp="1"/>
          </p:cNvSpPr>
          <p:nvPr>
            <p:ph type="body" sz="quarter" idx="17"/>
          </p:nvPr>
        </p:nvSpPr>
        <p:spPr>
          <a:xfrm>
            <a:off x="8125860" y="1200150"/>
            <a:ext cx="3840480" cy="561975"/>
          </a:xfrm>
          <a:prstGeom prst="rect">
            <a:avLst/>
          </a:prstGeom>
          <a:solidFill>
            <a:schemeClr val="accent5"/>
          </a:solidFill>
        </p:spPr>
        <p:txBody>
          <a:bodyPr anchor="ctr">
            <a:normAutofit/>
          </a:bodyPr>
          <a:lstStyle>
            <a:lvl1pPr marL="0" indent="0" algn="ctr">
              <a:lnSpc>
                <a:spcPct val="120000"/>
              </a:lnSpc>
              <a:buFont typeface="Arial" panose="020B0604020202020204" pitchFamily="34" charset="0"/>
              <a:buNone/>
              <a:defRPr sz="16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
        <p:nvSpPr>
          <p:cNvPr id="20" name="Text Placeholder 11">
            <a:extLst>
              <a:ext uri="{FF2B5EF4-FFF2-40B4-BE49-F238E27FC236}">
                <a16:creationId xmlns:a16="http://schemas.microsoft.com/office/drawing/2014/main" id="{E701DE78-78DF-4157-B13F-DEAEB0283C73}"/>
              </a:ext>
            </a:extLst>
          </p:cNvPr>
          <p:cNvSpPr>
            <a:spLocks noGrp="1"/>
          </p:cNvSpPr>
          <p:nvPr>
            <p:ph type="body" sz="quarter" idx="18"/>
          </p:nvPr>
        </p:nvSpPr>
        <p:spPr>
          <a:xfrm>
            <a:off x="4175760" y="1947699"/>
            <a:ext cx="3840480" cy="4718218"/>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F4801319-0820-4ECC-992A-5F846E0722FC}"/>
              </a:ext>
            </a:extLst>
          </p:cNvPr>
          <p:cNvSpPr>
            <a:spLocks noGrp="1"/>
          </p:cNvSpPr>
          <p:nvPr>
            <p:ph type="body" sz="quarter" idx="19"/>
          </p:nvPr>
        </p:nvSpPr>
        <p:spPr>
          <a:xfrm>
            <a:off x="4175760" y="1200150"/>
            <a:ext cx="3840480" cy="561975"/>
          </a:xfrm>
          <a:prstGeom prst="rect">
            <a:avLst/>
          </a:prstGeom>
          <a:solidFill>
            <a:schemeClr val="accent1"/>
          </a:solidFill>
        </p:spPr>
        <p:txBody>
          <a:bodyPr anchor="ctr">
            <a:normAutofit/>
          </a:bodyPr>
          <a:lstStyle>
            <a:lvl1pPr marL="0" indent="0" algn="ctr">
              <a:lnSpc>
                <a:spcPct val="120000"/>
              </a:lnSpc>
              <a:buFont typeface="Arial" panose="020B0604020202020204" pitchFamily="34" charset="0"/>
              <a:buNone/>
              <a:defRPr sz="1600" b="1">
                <a:solidFill>
                  <a:schemeClr val="bg1"/>
                </a:solidFill>
              </a:defRPr>
            </a:lvl1pPr>
            <a:lvl2pPr marL="182880" indent="0" algn="ctr">
              <a:lnSpc>
                <a:spcPct val="120000"/>
              </a:lnSpc>
              <a:buNone/>
              <a:defRPr sz="1200"/>
            </a:lvl2pPr>
            <a:lvl3pPr marL="365760" indent="0" algn="ctr">
              <a:lnSpc>
                <a:spcPct val="120000"/>
              </a:lnSpc>
              <a:buNone/>
              <a:defRPr sz="1100"/>
            </a:lvl3pPr>
            <a:lvl4pPr marL="548640" indent="0" algn="ctr">
              <a:lnSpc>
                <a:spcPct val="120000"/>
              </a:lnSpc>
              <a:buNone/>
              <a:defRPr sz="1050"/>
            </a:lvl4pPr>
            <a:lvl5pPr marL="731520" indent="0" algn="ctr">
              <a:lnSpc>
                <a:spcPct val="120000"/>
              </a:lnSpc>
              <a:buNone/>
              <a:defRPr sz="1000"/>
            </a:lvl5pPr>
          </a:lstStyle>
          <a:p>
            <a:pPr lvl="0"/>
            <a:r>
              <a:rPr lang="en-US"/>
              <a:t>Click to edit Master text styles</a:t>
            </a:r>
          </a:p>
        </p:txBody>
      </p:sp>
    </p:spTree>
    <p:extLst>
      <p:ext uri="{BB962C8B-B14F-4D97-AF65-F5344CB8AC3E}">
        <p14:creationId xmlns:p14="http://schemas.microsoft.com/office/powerpoint/2010/main" val="9834180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yout_16">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0" name="Text Placeholder 11">
            <a:extLst>
              <a:ext uri="{FF2B5EF4-FFF2-40B4-BE49-F238E27FC236}">
                <a16:creationId xmlns:a16="http://schemas.microsoft.com/office/drawing/2014/main" id="{48E63CFD-A92C-40BC-A33B-40A01F3F6C88}"/>
              </a:ext>
            </a:extLst>
          </p:cNvPr>
          <p:cNvSpPr>
            <a:spLocks noGrp="1"/>
          </p:cNvSpPr>
          <p:nvPr>
            <p:ph type="body" sz="quarter" idx="12"/>
          </p:nvPr>
        </p:nvSpPr>
        <p:spPr>
          <a:xfrm>
            <a:off x="225660" y="1220792"/>
            <a:ext cx="3840480" cy="5445125"/>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1">
            <a:extLst>
              <a:ext uri="{FF2B5EF4-FFF2-40B4-BE49-F238E27FC236}">
                <a16:creationId xmlns:a16="http://schemas.microsoft.com/office/drawing/2014/main" id="{86237BDA-FBA5-4295-8598-6B4458C22E48}"/>
              </a:ext>
            </a:extLst>
          </p:cNvPr>
          <p:cNvSpPr>
            <a:spLocks noGrp="1"/>
          </p:cNvSpPr>
          <p:nvPr>
            <p:ph type="body" sz="quarter" idx="13"/>
          </p:nvPr>
        </p:nvSpPr>
        <p:spPr>
          <a:xfrm>
            <a:off x="4175761" y="1220792"/>
            <a:ext cx="3840480" cy="5445125"/>
          </a:xfrm>
          <a:prstGeom prst="rect">
            <a:avLst/>
          </a:prstGeom>
          <a:solidFill>
            <a:schemeClr val="accent4">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1">
            <a:extLst>
              <a:ext uri="{FF2B5EF4-FFF2-40B4-BE49-F238E27FC236}">
                <a16:creationId xmlns:a16="http://schemas.microsoft.com/office/drawing/2014/main" id="{4C08B3EF-51E0-4AC0-821F-414257F3CA80}"/>
              </a:ext>
            </a:extLst>
          </p:cNvPr>
          <p:cNvSpPr>
            <a:spLocks noGrp="1"/>
          </p:cNvSpPr>
          <p:nvPr>
            <p:ph type="body" sz="quarter" idx="14"/>
          </p:nvPr>
        </p:nvSpPr>
        <p:spPr>
          <a:xfrm>
            <a:off x="8125861" y="1220792"/>
            <a:ext cx="3840480" cy="5445125"/>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490074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yout_1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2" name="Text Placeholder 11">
            <a:extLst>
              <a:ext uri="{FF2B5EF4-FFF2-40B4-BE49-F238E27FC236}">
                <a16:creationId xmlns:a16="http://schemas.microsoft.com/office/drawing/2014/main" id="{26974E49-84C0-4186-9A76-B73925239BFB}"/>
              </a:ext>
            </a:extLst>
          </p:cNvPr>
          <p:cNvSpPr>
            <a:spLocks noGrp="1"/>
          </p:cNvSpPr>
          <p:nvPr>
            <p:ph type="body" sz="quarter" idx="13"/>
          </p:nvPr>
        </p:nvSpPr>
        <p:spPr>
          <a:xfrm>
            <a:off x="4175761" y="1220792"/>
            <a:ext cx="3840480" cy="5445125"/>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1">
            <a:extLst>
              <a:ext uri="{FF2B5EF4-FFF2-40B4-BE49-F238E27FC236}">
                <a16:creationId xmlns:a16="http://schemas.microsoft.com/office/drawing/2014/main" id="{139B9F69-B759-4814-9041-165FDB6BFAFD}"/>
              </a:ext>
            </a:extLst>
          </p:cNvPr>
          <p:cNvSpPr>
            <a:spLocks noGrp="1"/>
          </p:cNvSpPr>
          <p:nvPr>
            <p:ph type="body" sz="quarter" idx="14"/>
          </p:nvPr>
        </p:nvSpPr>
        <p:spPr>
          <a:xfrm>
            <a:off x="8125861" y="1220792"/>
            <a:ext cx="3840480" cy="5445125"/>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20788"/>
            <a:ext cx="3840163"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23201732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yout_1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3" name="Text Placeholder 11">
            <a:extLst>
              <a:ext uri="{FF2B5EF4-FFF2-40B4-BE49-F238E27FC236}">
                <a16:creationId xmlns:a16="http://schemas.microsoft.com/office/drawing/2014/main" id="{139B9F69-B759-4814-9041-165FDB6BFAFD}"/>
              </a:ext>
            </a:extLst>
          </p:cNvPr>
          <p:cNvSpPr>
            <a:spLocks noGrp="1"/>
          </p:cNvSpPr>
          <p:nvPr>
            <p:ph type="body" sz="quarter" idx="14"/>
          </p:nvPr>
        </p:nvSpPr>
        <p:spPr>
          <a:xfrm>
            <a:off x="8125861" y="1220792"/>
            <a:ext cx="3840480" cy="5445125"/>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20788"/>
            <a:ext cx="3840163" cy="5445125"/>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4175918" y="1220788"/>
            <a:ext cx="3840163"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37703762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Layout_19">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20788"/>
            <a:ext cx="11740682"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19601566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Layout_20">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4" y="1220788"/>
            <a:ext cx="5824807" cy="5445125"/>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6141534" y="1220788"/>
            <a:ext cx="5824807"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19673259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Layout_2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20788"/>
            <a:ext cx="3840163" cy="5445125"/>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4175918" y="1220788"/>
            <a:ext cx="3840163" cy="5445125"/>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8126178" y="1220788"/>
            <a:ext cx="3840163"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2731414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ayout_2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20788"/>
            <a:ext cx="2863189" cy="5445125"/>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3184667" y="1220788"/>
            <a:ext cx="2863189" cy="5445125"/>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6143909" y="1220788"/>
            <a:ext cx="2863189" cy="5445125"/>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9103152" y="1220788"/>
            <a:ext cx="2863189"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39518221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ayout_2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6" y="1220788"/>
            <a:ext cx="2266678" cy="5445125"/>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2593985" y="1220788"/>
            <a:ext cx="2266678" cy="5445125"/>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4962544" y="1220788"/>
            <a:ext cx="2266678" cy="5445125"/>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7331103" y="1220788"/>
            <a:ext cx="2266678" cy="5445125"/>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9699663" y="1220788"/>
            <a:ext cx="2266678" cy="5445125"/>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33375899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Layout_24">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70ED2CBC-8A1F-4B8E-9189-4DA451484EB5}"/>
              </a:ext>
            </a:extLst>
          </p:cNvPr>
          <p:cNvSpPr>
            <a:spLocks noGrp="1"/>
          </p:cNvSpPr>
          <p:nvPr>
            <p:ph type="pic" sz="quarter" idx="18"/>
          </p:nvPr>
        </p:nvSpPr>
        <p:spPr>
          <a:xfrm>
            <a:off x="7331103" y="1220788"/>
            <a:ext cx="2266678" cy="5445125"/>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67BB7E20-1B5C-4845-BC32-C4F8D2F67EB3}"/>
              </a:ext>
            </a:extLst>
          </p:cNvPr>
          <p:cNvSpPr>
            <a:spLocks noGrp="1"/>
          </p:cNvSpPr>
          <p:nvPr>
            <p:ph type="pic" sz="quarter" idx="19"/>
          </p:nvPr>
        </p:nvSpPr>
        <p:spPr>
          <a:xfrm>
            <a:off x="9699663" y="1220788"/>
            <a:ext cx="2266678" cy="5445125"/>
          </a:xfrm>
        </p:spPr>
        <p:txBody>
          <a:bodyPr>
            <a:normAutofit/>
          </a:bodyPr>
          <a:lstStyle>
            <a:lvl1pPr marL="0" indent="0">
              <a:buNone/>
              <a:defRPr sz="1200"/>
            </a:lvl1pPr>
          </a:lstStyle>
          <a:p>
            <a:r>
              <a:rPr lang="en-US"/>
              <a:t>Click icon to add picture</a:t>
            </a:r>
          </a:p>
        </p:txBody>
      </p:sp>
      <p:sp>
        <p:nvSpPr>
          <p:cNvPr id="18" name="Text Placeholder 11">
            <a:extLst>
              <a:ext uri="{FF2B5EF4-FFF2-40B4-BE49-F238E27FC236}">
                <a16:creationId xmlns:a16="http://schemas.microsoft.com/office/drawing/2014/main" id="{B8D760C6-B4E4-48CC-A21A-A415925016F7}"/>
              </a:ext>
            </a:extLst>
          </p:cNvPr>
          <p:cNvSpPr>
            <a:spLocks noGrp="1"/>
          </p:cNvSpPr>
          <p:nvPr>
            <p:ph type="body" sz="quarter" idx="20"/>
          </p:nvPr>
        </p:nvSpPr>
        <p:spPr>
          <a:xfrm>
            <a:off x="225659" y="1892387"/>
            <a:ext cx="7003562" cy="4773530"/>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CD4BCAD-C0D5-4C0E-A876-1DFB6CC4EF9D}"/>
              </a:ext>
            </a:extLst>
          </p:cNvPr>
          <p:cNvSpPr>
            <a:spLocks noGrp="1"/>
          </p:cNvSpPr>
          <p:nvPr>
            <p:ph type="body" sz="quarter" idx="14"/>
          </p:nvPr>
        </p:nvSpPr>
        <p:spPr>
          <a:xfrm>
            <a:off x="225659" y="1200150"/>
            <a:ext cx="7003562" cy="561975"/>
          </a:xfrm>
          <a:solidFill>
            <a:srgbClr val="EBFAFF"/>
          </a:solidFill>
        </p:spPr>
        <p:txBody>
          <a:bodyPr anchor="ctr">
            <a:normAutofit/>
          </a:bodyPr>
          <a:lstStyle>
            <a:lvl1pPr marL="0" indent="0" algn="l">
              <a:buNone/>
              <a:defRPr sz="1600" b="1">
                <a:solidFill>
                  <a:schemeClr val="accent5"/>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253083511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Layout_25">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70ED2CBC-8A1F-4B8E-9189-4DA451484EB5}"/>
              </a:ext>
            </a:extLst>
          </p:cNvPr>
          <p:cNvSpPr>
            <a:spLocks noGrp="1"/>
          </p:cNvSpPr>
          <p:nvPr>
            <p:ph type="pic" sz="quarter" idx="18"/>
          </p:nvPr>
        </p:nvSpPr>
        <p:spPr>
          <a:xfrm>
            <a:off x="7331103" y="1220788"/>
            <a:ext cx="2266678" cy="5445125"/>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67BB7E20-1B5C-4845-BC32-C4F8D2F67EB3}"/>
              </a:ext>
            </a:extLst>
          </p:cNvPr>
          <p:cNvSpPr>
            <a:spLocks noGrp="1"/>
          </p:cNvSpPr>
          <p:nvPr>
            <p:ph type="pic" sz="quarter" idx="19"/>
          </p:nvPr>
        </p:nvSpPr>
        <p:spPr>
          <a:xfrm>
            <a:off x="9699663" y="1220788"/>
            <a:ext cx="2266678" cy="5445125"/>
          </a:xfrm>
        </p:spPr>
        <p:txBody>
          <a:bodyPr>
            <a:normAutofit/>
          </a:bodyPr>
          <a:lstStyle>
            <a:lvl1pPr marL="0" indent="0">
              <a:buNone/>
              <a:defRPr sz="1200"/>
            </a:lvl1pPr>
          </a:lstStyle>
          <a:p>
            <a:r>
              <a:rPr lang="en-US"/>
              <a:t>Click icon to add picture</a:t>
            </a:r>
          </a:p>
        </p:txBody>
      </p:sp>
      <p:sp>
        <p:nvSpPr>
          <p:cNvPr id="18" name="Text Placeholder 11">
            <a:extLst>
              <a:ext uri="{FF2B5EF4-FFF2-40B4-BE49-F238E27FC236}">
                <a16:creationId xmlns:a16="http://schemas.microsoft.com/office/drawing/2014/main" id="{B8D760C6-B4E4-48CC-A21A-A415925016F7}"/>
              </a:ext>
            </a:extLst>
          </p:cNvPr>
          <p:cNvSpPr>
            <a:spLocks noGrp="1"/>
          </p:cNvSpPr>
          <p:nvPr>
            <p:ph type="body" sz="quarter" idx="20"/>
          </p:nvPr>
        </p:nvSpPr>
        <p:spPr>
          <a:xfrm>
            <a:off x="225659" y="1892387"/>
            <a:ext cx="7003562" cy="4773530"/>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CD4BCAD-C0D5-4C0E-A876-1DFB6CC4EF9D}"/>
              </a:ext>
            </a:extLst>
          </p:cNvPr>
          <p:cNvSpPr>
            <a:spLocks noGrp="1"/>
          </p:cNvSpPr>
          <p:nvPr>
            <p:ph type="body" sz="quarter" idx="14"/>
          </p:nvPr>
        </p:nvSpPr>
        <p:spPr>
          <a:xfrm>
            <a:off x="225659" y="1200150"/>
            <a:ext cx="7003562" cy="561975"/>
          </a:xfrm>
          <a:solidFill>
            <a:schemeClr val="accent1">
              <a:lumMod val="20000"/>
              <a:lumOff val="80000"/>
            </a:schemeClr>
          </a:solidFill>
        </p:spPr>
        <p:txBody>
          <a:bodyPr anchor="ctr">
            <a:normAutofit/>
          </a:bodyPr>
          <a:lstStyle>
            <a:lvl1pPr marL="0" indent="0" algn="l">
              <a:buNone/>
              <a:defRPr sz="1600" b="1">
                <a:solidFill>
                  <a:schemeClr val="tx1"/>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18081762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Layout_26">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70ED2CBC-8A1F-4B8E-9189-4DA451484EB5}"/>
              </a:ext>
            </a:extLst>
          </p:cNvPr>
          <p:cNvSpPr>
            <a:spLocks noGrp="1"/>
          </p:cNvSpPr>
          <p:nvPr>
            <p:ph type="pic" sz="quarter" idx="18"/>
          </p:nvPr>
        </p:nvSpPr>
        <p:spPr>
          <a:xfrm>
            <a:off x="225659" y="1200150"/>
            <a:ext cx="2266678" cy="5465763"/>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67BB7E20-1B5C-4845-BC32-C4F8D2F67EB3}"/>
              </a:ext>
            </a:extLst>
          </p:cNvPr>
          <p:cNvSpPr>
            <a:spLocks noGrp="1"/>
          </p:cNvSpPr>
          <p:nvPr>
            <p:ph type="pic" sz="quarter" idx="19"/>
          </p:nvPr>
        </p:nvSpPr>
        <p:spPr>
          <a:xfrm>
            <a:off x="2594219" y="1200150"/>
            <a:ext cx="2266678" cy="5465763"/>
          </a:xfrm>
        </p:spPr>
        <p:txBody>
          <a:bodyPr>
            <a:normAutofit/>
          </a:bodyPr>
          <a:lstStyle>
            <a:lvl1pPr marL="0" indent="0">
              <a:buNone/>
              <a:defRPr sz="1200"/>
            </a:lvl1pPr>
          </a:lstStyle>
          <a:p>
            <a:r>
              <a:rPr lang="en-US"/>
              <a:t>Click icon to add picture</a:t>
            </a:r>
          </a:p>
        </p:txBody>
      </p:sp>
      <p:sp>
        <p:nvSpPr>
          <p:cNvPr id="18" name="Text Placeholder 11">
            <a:extLst>
              <a:ext uri="{FF2B5EF4-FFF2-40B4-BE49-F238E27FC236}">
                <a16:creationId xmlns:a16="http://schemas.microsoft.com/office/drawing/2014/main" id="{B8D760C6-B4E4-48CC-A21A-A415925016F7}"/>
              </a:ext>
            </a:extLst>
          </p:cNvPr>
          <p:cNvSpPr>
            <a:spLocks noGrp="1"/>
          </p:cNvSpPr>
          <p:nvPr>
            <p:ph type="body" sz="quarter" idx="20"/>
          </p:nvPr>
        </p:nvSpPr>
        <p:spPr>
          <a:xfrm>
            <a:off x="4962779" y="1892387"/>
            <a:ext cx="7003562" cy="4773530"/>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6CD4BCAD-C0D5-4C0E-A876-1DFB6CC4EF9D}"/>
              </a:ext>
            </a:extLst>
          </p:cNvPr>
          <p:cNvSpPr>
            <a:spLocks noGrp="1"/>
          </p:cNvSpPr>
          <p:nvPr>
            <p:ph type="body" sz="quarter" idx="14"/>
          </p:nvPr>
        </p:nvSpPr>
        <p:spPr>
          <a:xfrm>
            <a:off x="4962779" y="1200150"/>
            <a:ext cx="7003562" cy="561975"/>
          </a:xfrm>
          <a:solidFill>
            <a:schemeClr val="accent1">
              <a:lumMod val="20000"/>
              <a:lumOff val="80000"/>
            </a:schemeClr>
          </a:solidFill>
        </p:spPr>
        <p:txBody>
          <a:bodyPr anchor="ctr">
            <a:normAutofit/>
          </a:bodyPr>
          <a:lstStyle>
            <a:lvl1pPr marL="0" indent="0" algn="l">
              <a:buNone/>
              <a:defRPr sz="1600" b="1">
                <a:solidFill>
                  <a:schemeClr val="tx1"/>
                </a:solidFill>
                <a:latin typeface="+mn-lt"/>
              </a:defRPr>
            </a:lvl1pPr>
            <a:lvl2pPr marL="182880" indent="0">
              <a:buNone/>
              <a:defRPr>
                <a:solidFill>
                  <a:schemeClr val="tx1"/>
                </a:solidFill>
              </a:defRPr>
            </a:lvl2pPr>
            <a:lvl3pPr marL="365760" indent="0">
              <a:buNone/>
              <a:defRPr>
                <a:solidFill>
                  <a:schemeClr val="tx1"/>
                </a:solidFill>
              </a:defRPr>
            </a:lvl3pPr>
            <a:lvl4pPr marL="548640" indent="0">
              <a:buNone/>
              <a:defRPr>
                <a:solidFill>
                  <a:schemeClr val="tx1"/>
                </a:solidFill>
              </a:defRPr>
            </a:lvl4pPr>
            <a:lvl5pPr marL="731520" indent="0">
              <a:buNone/>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20372788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ayout_2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7331103" y="1200150"/>
            <a:ext cx="2266678" cy="5465763"/>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9699663" y="1200150"/>
            <a:ext cx="2266678" cy="5465763"/>
          </a:xfrm>
        </p:spPr>
        <p:txBody>
          <a:bodyPr>
            <a:normAutofit/>
          </a:bodyPr>
          <a:lstStyle>
            <a:lvl1pPr marL="0" indent="0">
              <a:buNone/>
              <a:defRPr sz="1200"/>
            </a:lvl1pPr>
          </a:lstStyle>
          <a:p>
            <a:r>
              <a:rPr lang="en-US"/>
              <a:t>Click icon to add picture</a:t>
            </a:r>
          </a:p>
        </p:txBody>
      </p:sp>
      <p:sp>
        <p:nvSpPr>
          <p:cNvPr id="19" name="Text Placeholder 11">
            <a:extLst>
              <a:ext uri="{FF2B5EF4-FFF2-40B4-BE49-F238E27FC236}">
                <a16:creationId xmlns:a16="http://schemas.microsoft.com/office/drawing/2014/main" id="{5B897F62-44C4-4B1F-BFB6-E6FB7CB44682}"/>
              </a:ext>
            </a:extLst>
          </p:cNvPr>
          <p:cNvSpPr>
            <a:spLocks noGrp="1"/>
          </p:cNvSpPr>
          <p:nvPr>
            <p:ph type="body" sz="quarter" idx="12"/>
          </p:nvPr>
        </p:nvSpPr>
        <p:spPr>
          <a:xfrm>
            <a:off x="225659" y="1200154"/>
            <a:ext cx="7003562" cy="5465763"/>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73364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Layout_2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221496" y="1200146"/>
            <a:ext cx="2266678" cy="5465767"/>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2590056" y="1200146"/>
            <a:ext cx="2266678" cy="5465767"/>
          </a:xfrm>
        </p:spPr>
        <p:txBody>
          <a:bodyPr>
            <a:normAutofit/>
          </a:bodyPr>
          <a:lstStyle>
            <a:lvl1pPr marL="0" indent="0">
              <a:buNone/>
              <a:defRPr sz="1200"/>
            </a:lvl1pPr>
          </a:lstStyle>
          <a:p>
            <a:r>
              <a:rPr lang="en-US"/>
              <a:t>Click icon to add picture</a:t>
            </a:r>
          </a:p>
        </p:txBody>
      </p:sp>
      <p:sp>
        <p:nvSpPr>
          <p:cNvPr id="19" name="Text Placeholder 11">
            <a:extLst>
              <a:ext uri="{FF2B5EF4-FFF2-40B4-BE49-F238E27FC236}">
                <a16:creationId xmlns:a16="http://schemas.microsoft.com/office/drawing/2014/main" id="{5B897F62-44C4-4B1F-BFB6-E6FB7CB44682}"/>
              </a:ext>
            </a:extLst>
          </p:cNvPr>
          <p:cNvSpPr>
            <a:spLocks noGrp="1"/>
          </p:cNvSpPr>
          <p:nvPr>
            <p:ph type="body" sz="quarter" idx="12"/>
          </p:nvPr>
        </p:nvSpPr>
        <p:spPr>
          <a:xfrm>
            <a:off x="4962779" y="1200150"/>
            <a:ext cx="7003562" cy="5465767"/>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742251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Layout_29">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221496" y="1200146"/>
            <a:ext cx="2266678" cy="5465767"/>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9699663" y="1200146"/>
            <a:ext cx="2266678" cy="5465767"/>
          </a:xfrm>
        </p:spPr>
        <p:txBody>
          <a:bodyPr>
            <a:normAutofit/>
          </a:bodyPr>
          <a:lstStyle>
            <a:lvl1pPr marL="0" indent="0">
              <a:buNone/>
              <a:defRPr sz="1200"/>
            </a:lvl1pPr>
          </a:lstStyle>
          <a:p>
            <a:r>
              <a:rPr lang="en-US"/>
              <a:t>Click icon to add picture</a:t>
            </a:r>
          </a:p>
        </p:txBody>
      </p:sp>
      <p:sp>
        <p:nvSpPr>
          <p:cNvPr id="19" name="Text Placeholder 11">
            <a:extLst>
              <a:ext uri="{FF2B5EF4-FFF2-40B4-BE49-F238E27FC236}">
                <a16:creationId xmlns:a16="http://schemas.microsoft.com/office/drawing/2014/main" id="{5B897F62-44C4-4B1F-BFB6-E6FB7CB44682}"/>
              </a:ext>
            </a:extLst>
          </p:cNvPr>
          <p:cNvSpPr>
            <a:spLocks noGrp="1"/>
          </p:cNvSpPr>
          <p:nvPr>
            <p:ph type="body" sz="quarter" idx="12"/>
          </p:nvPr>
        </p:nvSpPr>
        <p:spPr>
          <a:xfrm>
            <a:off x="2590056" y="1200150"/>
            <a:ext cx="7003562" cy="5465767"/>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98059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Layout_30">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6" y="1200146"/>
            <a:ext cx="2266678" cy="5465767"/>
          </a:xfrm>
        </p:spPr>
        <p:txBody>
          <a:bodyPr>
            <a:normAutofit/>
          </a:bodyPr>
          <a:lstStyle>
            <a:lvl1pPr marL="0" indent="0">
              <a:buNone/>
              <a:defRPr sz="1200"/>
            </a:lvl1pPr>
          </a:lstStyle>
          <a:p>
            <a:r>
              <a:rPr lang="en-US"/>
              <a:t>Click icon to add picture</a:t>
            </a:r>
          </a:p>
        </p:txBody>
      </p:sp>
      <p:sp>
        <p:nvSpPr>
          <p:cNvPr id="19" name="Text Placeholder 11">
            <a:extLst>
              <a:ext uri="{FF2B5EF4-FFF2-40B4-BE49-F238E27FC236}">
                <a16:creationId xmlns:a16="http://schemas.microsoft.com/office/drawing/2014/main" id="{F9DA2B1A-A3F0-4167-8F5C-05039B229F49}"/>
              </a:ext>
            </a:extLst>
          </p:cNvPr>
          <p:cNvSpPr>
            <a:spLocks noGrp="1"/>
          </p:cNvSpPr>
          <p:nvPr>
            <p:ph type="body" sz="quarter" idx="12"/>
          </p:nvPr>
        </p:nvSpPr>
        <p:spPr>
          <a:xfrm>
            <a:off x="2593985" y="1200150"/>
            <a:ext cx="9372356" cy="5465767"/>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6263826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Layout_3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9699663" y="1200146"/>
            <a:ext cx="2266678" cy="5465767"/>
          </a:xfrm>
        </p:spPr>
        <p:txBody>
          <a:bodyPr>
            <a:normAutofit/>
          </a:bodyPr>
          <a:lstStyle>
            <a:lvl1pPr marL="0" indent="0">
              <a:buNone/>
              <a:defRPr sz="1200"/>
            </a:lvl1pPr>
          </a:lstStyle>
          <a:p>
            <a:r>
              <a:rPr lang="en-US"/>
              <a:t>Click icon to add picture</a:t>
            </a:r>
          </a:p>
        </p:txBody>
      </p:sp>
      <p:sp>
        <p:nvSpPr>
          <p:cNvPr id="19" name="Text Placeholder 11">
            <a:extLst>
              <a:ext uri="{FF2B5EF4-FFF2-40B4-BE49-F238E27FC236}">
                <a16:creationId xmlns:a16="http://schemas.microsoft.com/office/drawing/2014/main" id="{F9DA2B1A-A3F0-4167-8F5C-05039B229F49}"/>
              </a:ext>
            </a:extLst>
          </p:cNvPr>
          <p:cNvSpPr>
            <a:spLocks noGrp="1"/>
          </p:cNvSpPr>
          <p:nvPr>
            <p:ph type="body" sz="quarter" idx="12"/>
          </p:nvPr>
        </p:nvSpPr>
        <p:spPr>
          <a:xfrm>
            <a:off x="225659" y="1200150"/>
            <a:ext cx="9372356" cy="5465767"/>
          </a:xfrm>
          <a:prstGeom prst="rect">
            <a:avLst/>
          </a:prstGeom>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46918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Layout_3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225658" y="1200150"/>
            <a:ext cx="3829244" cy="2672398"/>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4181377" y="1200150"/>
            <a:ext cx="3829244" cy="2672398"/>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8137097" y="1200150"/>
            <a:ext cx="3829244" cy="2672398"/>
          </a:xfrm>
        </p:spPr>
        <p:txBody>
          <a:bodyPr>
            <a:normAutofit/>
          </a:bodyPr>
          <a:lstStyle>
            <a:lvl1pPr marL="0" indent="0">
              <a:buNone/>
              <a:defRPr sz="1200"/>
            </a:lvl1pPr>
          </a:lstStyle>
          <a:p>
            <a:r>
              <a:rPr lang="en-US"/>
              <a:t>Click icon to add picture</a:t>
            </a:r>
          </a:p>
        </p:txBody>
      </p:sp>
      <p:sp>
        <p:nvSpPr>
          <p:cNvPr id="25" name="Picture Placeholder 4">
            <a:extLst>
              <a:ext uri="{FF2B5EF4-FFF2-40B4-BE49-F238E27FC236}">
                <a16:creationId xmlns:a16="http://schemas.microsoft.com/office/drawing/2014/main" id="{5C62EA17-F2A1-4B68-9107-764C2889AD99}"/>
              </a:ext>
            </a:extLst>
          </p:cNvPr>
          <p:cNvSpPr>
            <a:spLocks noGrp="1"/>
          </p:cNvSpPr>
          <p:nvPr>
            <p:ph type="pic" sz="quarter" idx="23"/>
          </p:nvPr>
        </p:nvSpPr>
        <p:spPr>
          <a:xfrm>
            <a:off x="225658" y="4014153"/>
            <a:ext cx="3829244" cy="2651760"/>
          </a:xfrm>
        </p:spPr>
        <p:txBody>
          <a:bodyPr>
            <a:normAutofit/>
          </a:bodyPr>
          <a:lstStyle>
            <a:lvl1pPr marL="0" indent="0">
              <a:buNone/>
              <a:defRPr sz="1200"/>
            </a:lvl1pPr>
          </a:lstStyle>
          <a:p>
            <a:r>
              <a:rPr lang="en-US"/>
              <a:t>Click icon to add picture</a:t>
            </a:r>
          </a:p>
        </p:txBody>
      </p:sp>
      <p:sp>
        <p:nvSpPr>
          <p:cNvPr id="26" name="Picture Placeholder 4">
            <a:extLst>
              <a:ext uri="{FF2B5EF4-FFF2-40B4-BE49-F238E27FC236}">
                <a16:creationId xmlns:a16="http://schemas.microsoft.com/office/drawing/2014/main" id="{8EA7FDA6-C16A-44D5-AE8C-B1362907A763}"/>
              </a:ext>
            </a:extLst>
          </p:cNvPr>
          <p:cNvSpPr>
            <a:spLocks noGrp="1"/>
          </p:cNvSpPr>
          <p:nvPr>
            <p:ph type="pic" sz="quarter" idx="24"/>
          </p:nvPr>
        </p:nvSpPr>
        <p:spPr>
          <a:xfrm>
            <a:off x="4181377" y="4014153"/>
            <a:ext cx="3829244" cy="2651760"/>
          </a:xfrm>
        </p:spPr>
        <p:txBody>
          <a:bodyPr>
            <a:normAutofit/>
          </a:bodyPr>
          <a:lstStyle>
            <a:lvl1pPr marL="0" indent="0">
              <a:buNone/>
              <a:defRPr sz="1200"/>
            </a:lvl1pPr>
          </a:lstStyle>
          <a:p>
            <a:r>
              <a:rPr lang="en-US"/>
              <a:t>Click icon to add picture</a:t>
            </a:r>
          </a:p>
        </p:txBody>
      </p:sp>
      <p:sp>
        <p:nvSpPr>
          <p:cNvPr id="27" name="Picture Placeholder 4">
            <a:extLst>
              <a:ext uri="{FF2B5EF4-FFF2-40B4-BE49-F238E27FC236}">
                <a16:creationId xmlns:a16="http://schemas.microsoft.com/office/drawing/2014/main" id="{460FD3AE-4749-44A1-9B0B-821C0D1223B1}"/>
              </a:ext>
            </a:extLst>
          </p:cNvPr>
          <p:cNvSpPr>
            <a:spLocks noGrp="1"/>
          </p:cNvSpPr>
          <p:nvPr>
            <p:ph type="pic" sz="quarter" idx="25"/>
          </p:nvPr>
        </p:nvSpPr>
        <p:spPr>
          <a:xfrm>
            <a:off x="8137097" y="4014153"/>
            <a:ext cx="3829244" cy="2651760"/>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342733708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Layout_3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225658" y="1200150"/>
            <a:ext cx="3848652" cy="2651760"/>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4171674" y="1200150"/>
            <a:ext cx="3848652" cy="2651760"/>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8117689" y="1200150"/>
            <a:ext cx="3848652" cy="2651760"/>
          </a:xfrm>
        </p:spPr>
        <p:txBody>
          <a:bodyPr>
            <a:normAutofit/>
          </a:bodyPr>
          <a:lstStyle>
            <a:lvl1pPr marL="0" indent="0">
              <a:buNone/>
              <a:defRPr sz="1200"/>
            </a:lvl1pPr>
          </a:lstStyle>
          <a:p>
            <a:r>
              <a:rPr lang="en-US"/>
              <a:t>Click icon to add picture</a:t>
            </a:r>
          </a:p>
        </p:txBody>
      </p:sp>
      <p:sp>
        <p:nvSpPr>
          <p:cNvPr id="25" name="Picture Placeholder 4">
            <a:extLst>
              <a:ext uri="{FF2B5EF4-FFF2-40B4-BE49-F238E27FC236}">
                <a16:creationId xmlns:a16="http://schemas.microsoft.com/office/drawing/2014/main" id="{5C62EA17-F2A1-4B68-9107-764C2889AD99}"/>
              </a:ext>
            </a:extLst>
          </p:cNvPr>
          <p:cNvSpPr>
            <a:spLocks noGrp="1"/>
          </p:cNvSpPr>
          <p:nvPr>
            <p:ph type="pic" sz="quarter" idx="23"/>
          </p:nvPr>
        </p:nvSpPr>
        <p:spPr>
          <a:xfrm>
            <a:off x="225658" y="3985260"/>
            <a:ext cx="2855088" cy="2680653"/>
          </a:xfrm>
        </p:spPr>
        <p:txBody>
          <a:bodyPr>
            <a:normAutofit/>
          </a:bodyPr>
          <a:lstStyle>
            <a:lvl1pPr marL="0" indent="0">
              <a:buNone/>
              <a:defRPr sz="1200"/>
            </a:lvl1pPr>
          </a:lstStyle>
          <a:p>
            <a:r>
              <a:rPr lang="en-US"/>
              <a:t>Click icon to add picture</a:t>
            </a:r>
          </a:p>
        </p:txBody>
      </p:sp>
      <p:sp>
        <p:nvSpPr>
          <p:cNvPr id="26" name="Picture Placeholder 4">
            <a:extLst>
              <a:ext uri="{FF2B5EF4-FFF2-40B4-BE49-F238E27FC236}">
                <a16:creationId xmlns:a16="http://schemas.microsoft.com/office/drawing/2014/main" id="{8EA7FDA6-C16A-44D5-AE8C-B1362907A763}"/>
              </a:ext>
            </a:extLst>
          </p:cNvPr>
          <p:cNvSpPr>
            <a:spLocks noGrp="1"/>
          </p:cNvSpPr>
          <p:nvPr>
            <p:ph type="pic" sz="quarter" idx="24"/>
          </p:nvPr>
        </p:nvSpPr>
        <p:spPr>
          <a:xfrm>
            <a:off x="3187523" y="3985260"/>
            <a:ext cx="2855088" cy="2680653"/>
          </a:xfrm>
        </p:spPr>
        <p:txBody>
          <a:bodyPr>
            <a:normAutofit/>
          </a:bodyPr>
          <a:lstStyle>
            <a:lvl1pPr marL="0" indent="0">
              <a:buNone/>
              <a:defRPr sz="1200"/>
            </a:lvl1pPr>
          </a:lstStyle>
          <a:p>
            <a:r>
              <a:rPr lang="en-US"/>
              <a:t>Click icon to add picture</a:t>
            </a:r>
          </a:p>
        </p:txBody>
      </p:sp>
      <p:sp>
        <p:nvSpPr>
          <p:cNvPr id="27" name="Picture Placeholder 4">
            <a:extLst>
              <a:ext uri="{FF2B5EF4-FFF2-40B4-BE49-F238E27FC236}">
                <a16:creationId xmlns:a16="http://schemas.microsoft.com/office/drawing/2014/main" id="{460FD3AE-4749-44A1-9B0B-821C0D1223B1}"/>
              </a:ext>
            </a:extLst>
          </p:cNvPr>
          <p:cNvSpPr>
            <a:spLocks noGrp="1"/>
          </p:cNvSpPr>
          <p:nvPr>
            <p:ph type="pic" sz="quarter" idx="25"/>
          </p:nvPr>
        </p:nvSpPr>
        <p:spPr>
          <a:xfrm>
            <a:off x="6149388" y="3985260"/>
            <a:ext cx="2855088" cy="2680653"/>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7C907B21-C42F-4E67-90D1-7C7D6654F780}"/>
              </a:ext>
            </a:extLst>
          </p:cNvPr>
          <p:cNvSpPr>
            <a:spLocks noGrp="1"/>
          </p:cNvSpPr>
          <p:nvPr>
            <p:ph type="pic" sz="quarter" idx="26"/>
          </p:nvPr>
        </p:nvSpPr>
        <p:spPr>
          <a:xfrm>
            <a:off x="9111253" y="3985260"/>
            <a:ext cx="2855088" cy="2680653"/>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148018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Layout_34">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6" y="1200150"/>
            <a:ext cx="2235298" cy="2651760"/>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2601830" y="1200150"/>
            <a:ext cx="2235298" cy="2651760"/>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4978234" y="1200150"/>
            <a:ext cx="2235298" cy="2651760"/>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7354638" y="1200150"/>
            <a:ext cx="2235298" cy="2651760"/>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9731043" y="1200150"/>
            <a:ext cx="2235298" cy="2651760"/>
          </a:xfrm>
        </p:spPr>
        <p:txBody>
          <a:bodyPr>
            <a:normAutofit/>
          </a:bodyPr>
          <a:lstStyle>
            <a:lvl1pPr marL="0" indent="0">
              <a:buNone/>
              <a:defRPr sz="1200"/>
            </a:lvl1pPr>
          </a:lstStyle>
          <a:p>
            <a:r>
              <a:rPr lang="en-US"/>
              <a:t>Click icon to add picture</a:t>
            </a:r>
          </a:p>
        </p:txBody>
      </p:sp>
      <p:sp>
        <p:nvSpPr>
          <p:cNvPr id="21" name="Picture Placeholder 4">
            <a:extLst>
              <a:ext uri="{FF2B5EF4-FFF2-40B4-BE49-F238E27FC236}">
                <a16:creationId xmlns:a16="http://schemas.microsoft.com/office/drawing/2014/main" id="{902391E8-6949-42D8-8DF2-F04EF5273926}"/>
              </a:ext>
            </a:extLst>
          </p:cNvPr>
          <p:cNvSpPr>
            <a:spLocks noGrp="1"/>
          </p:cNvSpPr>
          <p:nvPr>
            <p:ph type="pic" sz="quarter" idx="22"/>
          </p:nvPr>
        </p:nvSpPr>
        <p:spPr>
          <a:xfrm>
            <a:off x="2601830" y="4014153"/>
            <a:ext cx="2235298" cy="2651760"/>
          </a:xfrm>
        </p:spPr>
        <p:txBody>
          <a:bodyPr>
            <a:normAutofit/>
          </a:bodyPr>
          <a:lstStyle>
            <a:lvl1pPr marL="0" indent="0">
              <a:buNone/>
              <a:defRPr sz="1200"/>
            </a:lvl1pPr>
          </a:lstStyle>
          <a:p>
            <a:r>
              <a:rPr lang="en-US"/>
              <a:t>Click icon to add picture</a:t>
            </a:r>
          </a:p>
        </p:txBody>
      </p:sp>
      <p:sp>
        <p:nvSpPr>
          <p:cNvPr id="22" name="Picture Placeholder 4">
            <a:extLst>
              <a:ext uri="{FF2B5EF4-FFF2-40B4-BE49-F238E27FC236}">
                <a16:creationId xmlns:a16="http://schemas.microsoft.com/office/drawing/2014/main" id="{2FCD7CFD-7FF9-4247-9C64-8503CD396564}"/>
              </a:ext>
            </a:extLst>
          </p:cNvPr>
          <p:cNvSpPr>
            <a:spLocks noGrp="1"/>
          </p:cNvSpPr>
          <p:nvPr>
            <p:ph type="pic" sz="quarter" idx="23"/>
          </p:nvPr>
        </p:nvSpPr>
        <p:spPr>
          <a:xfrm>
            <a:off x="4978234" y="4014153"/>
            <a:ext cx="2235298" cy="2651760"/>
          </a:xfrm>
        </p:spPr>
        <p:txBody>
          <a:bodyPr>
            <a:normAutofit/>
          </a:bodyPr>
          <a:lstStyle>
            <a:lvl1pPr marL="0" indent="0">
              <a:buNone/>
              <a:defRPr sz="1200"/>
            </a:lvl1pPr>
          </a:lstStyle>
          <a:p>
            <a:r>
              <a:rPr lang="en-US"/>
              <a:t>Click icon to add picture</a:t>
            </a:r>
          </a:p>
        </p:txBody>
      </p:sp>
      <p:sp>
        <p:nvSpPr>
          <p:cNvPr id="23" name="Picture Placeholder 4">
            <a:extLst>
              <a:ext uri="{FF2B5EF4-FFF2-40B4-BE49-F238E27FC236}">
                <a16:creationId xmlns:a16="http://schemas.microsoft.com/office/drawing/2014/main" id="{14B1DD2A-C54E-4838-A644-5A9B115EF6F9}"/>
              </a:ext>
            </a:extLst>
          </p:cNvPr>
          <p:cNvSpPr>
            <a:spLocks noGrp="1"/>
          </p:cNvSpPr>
          <p:nvPr>
            <p:ph type="pic" sz="quarter" idx="24"/>
          </p:nvPr>
        </p:nvSpPr>
        <p:spPr>
          <a:xfrm>
            <a:off x="7354638" y="4014153"/>
            <a:ext cx="2235298" cy="2651760"/>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20655313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Layout_3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6" y="1200150"/>
            <a:ext cx="2797215" cy="2672398"/>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3206659" y="1200150"/>
            <a:ext cx="2797215" cy="2672398"/>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6187892" y="1200150"/>
            <a:ext cx="2797215" cy="2672398"/>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9169126" y="1200150"/>
            <a:ext cx="2797215" cy="2672398"/>
          </a:xfrm>
        </p:spPr>
        <p:txBody>
          <a:bodyPr>
            <a:normAutofit/>
          </a:bodyPr>
          <a:lstStyle>
            <a:lvl1pPr marL="0" indent="0">
              <a:buNone/>
              <a:defRPr sz="1200"/>
            </a:lvl1pPr>
          </a:lstStyle>
          <a:p>
            <a:r>
              <a:rPr lang="en-US"/>
              <a:t>Click icon to add picture</a:t>
            </a:r>
          </a:p>
        </p:txBody>
      </p:sp>
      <p:sp>
        <p:nvSpPr>
          <p:cNvPr id="25" name="Picture Placeholder 4">
            <a:extLst>
              <a:ext uri="{FF2B5EF4-FFF2-40B4-BE49-F238E27FC236}">
                <a16:creationId xmlns:a16="http://schemas.microsoft.com/office/drawing/2014/main" id="{8E1C959A-9A20-4E05-9AAA-6F4A99BC55E2}"/>
              </a:ext>
            </a:extLst>
          </p:cNvPr>
          <p:cNvSpPr>
            <a:spLocks noGrp="1"/>
          </p:cNvSpPr>
          <p:nvPr>
            <p:ph type="pic" sz="quarter" idx="25"/>
          </p:nvPr>
        </p:nvSpPr>
        <p:spPr>
          <a:xfrm>
            <a:off x="225426" y="4014153"/>
            <a:ext cx="2797215" cy="2651760"/>
          </a:xfrm>
        </p:spPr>
        <p:txBody>
          <a:bodyPr>
            <a:normAutofit/>
          </a:bodyPr>
          <a:lstStyle>
            <a:lvl1pPr marL="0" indent="0">
              <a:buNone/>
              <a:defRPr sz="1200"/>
            </a:lvl1pPr>
          </a:lstStyle>
          <a:p>
            <a:r>
              <a:rPr lang="en-US"/>
              <a:t>Click icon to add picture</a:t>
            </a:r>
          </a:p>
        </p:txBody>
      </p:sp>
      <p:sp>
        <p:nvSpPr>
          <p:cNvPr id="26" name="Picture Placeholder 4">
            <a:extLst>
              <a:ext uri="{FF2B5EF4-FFF2-40B4-BE49-F238E27FC236}">
                <a16:creationId xmlns:a16="http://schemas.microsoft.com/office/drawing/2014/main" id="{52029BCF-3B28-419D-80EA-563EFCEEEA8D}"/>
              </a:ext>
            </a:extLst>
          </p:cNvPr>
          <p:cNvSpPr>
            <a:spLocks noGrp="1"/>
          </p:cNvSpPr>
          <p:nvPr>
            <p:ph type="pic" sz="quarter" idx="26"/>
          </p:nvPr>
        </p:nvSpPr>
        <p:spPr>
          <a:xfrm>
            <a:off x="3206659" y="4014153"/>
            <a:ext cx="2797215" cy="2651760"/>
          </a:xfrm>
        </p:spPr>
        <p:txBody>
          <a:bodyPr>
            <a:normAutofit/>
          </a:bodyPr>
          <a:lstStyle>
            <a:lvl1pPr marL="0" indent="0">
              <a:buNone/>
              <a:defRPr sz="1200"/>
            </a:lvl1pPr>
          </a:lstStyle>
          <a:p>
            <a:r>
              <a:rPr lang="en-US"/>
              <a:t>Click icon to add picture</a:t>
            </a:r>
          </a:p>
        </p:txBody>
      </p:sp>
      <p:sp>
        <p:nvSpPr>
          <p:cNvPr id="27" name="Picture Placeholder 4">
            <a:extLst>
              <a:ext uri="{FF2B5EF4-FFF2-40B4-BE49-F238E27FC236}">
                <a16:creationId xmlns:a16="http://schemas.microsoft.com/office/drawing/2014/main" id="{C63B053E-E8DC-4741-AB59-865832BDEAAC}"/>
              </a:ext>
            </a:extLst>
          </p:cNvPr>
          <p:cNvSpPr>
            <a:spLocks noGrp="1"/>
          </p:cNvSpPr>
          <p:nvPr>
            <p:ph type="pic" sz="quarter" idx="27"/>
          </p:nvPr>
        </p:nvSpPr>
        <p:spPr>
          <a:xfrm>
            <a:off x="6187892" y="4014153"/>
            <a:ext cx="2797215" cy="2651760"/>
          </a:xfrm>
        </p:spPr>
        <p:txBody>
          <a:bodyPr>
            <a:normAutofit/>
          </a:bodyPr>
          <a:lstStyle>
            <a:lvl1pPr marL="0" indent="0">
              <a:buNone/>
              <a:defRPr sz="1200"/>
            </a:lvl1pPr>
          </a:lstStyle>
          <a:p>
            <a:r>
              <a:rPr lang="en-US"/>
              <a:t>Click icon to add picture</a:t>
            </a:r>
          </a:p>
        </p:txBody>
      </p:sp>
      <p:sp>
        <p:nvSpPr>
          <p:cNvPr id="28" name="Picture Placeholder 4">
            <a:extLst>
              <a:ext uri="{FF2B5EF4-FFF2-40B4-BE49-F238E27FC236}">
                <a16:creationId xmlns:a16="http://schemas.microsoft.com/office/drawing/2014/main" id="{C24012AD-4C79-4AD7-A24F-86252EDD7C39}"/>
              </a:ext>
            </a:extLst>
          </p:cNvPr>
          <p:cNvSpPr>
            <a:spLocks noGrp="1"/>
          </p:cNvSpPr>
          <p:nvPr>
            <p:ph type="pic" sz="quarter" idx="28"/>
          </p:nvPr>
        </p:nvSpPr>
        <p:spPr>
          <a:xfrm>
            <a:off x="9169126" y="4014153"/>
            <a:ext cx="2797215" cy="2651760"/>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42853206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Layout_36">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6" y="1200150"/>
            <a:ext cx="2265778" cy="2651760"/>
          </a:xfrm>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2594210" y="1200150"/>
            <a:ext cx="2265778" cy="2651760"/>
          </a:xfrm>
        </p:spPr>
        <p:txBody>
          <a:bodyPr>
            <a:normAutofit/>
          </a:bodyPr>
          <a:lstStyle>
            <a:lvl1pPr marL="0" indent="0">
              <a:buNone/>
              <a:defRPr sz="1200"/>
            </a:lvl1pPr>
          </a:lstStyle>
          <a:p>
            <a:r>
              <a:rPr lang="en-US"/>
              <a:t>Click icon to add picture</a:t>
            </a:r>
          </a:p>
        </p:txBody>
      </p:sp>
      <p:sp>
        <p:nvSpPr>
          <p:cNvPr id="17" name="Picture Placeholder 4">
            <a:extLst>
              <a:ext uri="{FF2B5EF4-FFF2-40B4-BE49-F238E27FC236}">
                <a16:creationId xmlns:a16="http://schemas.microsoft.com/office/drawing/2014/main" id="{DA3CA754-D817-4D5C-AA7B-5A6D434C103F}"/>
              </a:ext>
            </a:extLst>
          </p:cNvPr>
          <p:cNvSpPr>
            <a:spLocks noGrp="1"/>
          </p:cNvSpPr>
          <p:nvPr>
            <p:ph type="pic" sz="quarter" idx="17"/>
          </p:nvPr>
        </p:nvSpPr>
        <p:spPr>
          <a:xfrm>
            <a:off x="4962994" y="1200150"/>
            <a:ext cx="2265778" cy="2651760"/>
          </a:xfrm>
        </p:spPr>
        <p:txBody>
          <a:bodyPr>
            <a:normAutofit/>
          </a:bodyPr>
          <a:lstStyle>
            <a:lvl1pPr marL="0" indent="0">
              <a:buNone/>
              <a:defRPr sz="1200"/>
            </a:lvl1pPr>
          </a:lstStyle>
          <a:p>
            <a:r>
              <a:rPr lang="en-US"/>
              <a:t>Click icon to add picture</a:t>
            </a:r>
          </a:p>
        </p:txBody>
      </p:sp>
      <p:sp>
        <p:nvSpPr>
          <p:cNvPr id="13" name="Picture Placeholder 4">
            <a:extLst>
              <a:ext uri="{FF2B5EF4-FFF2-40B4-BE49-F238E27FC236}">
                <a16:creationId xmlns:a16="http://schemas.microsoft.com/office/drawing/2014/main" id="{6BEF6230-291C-4218-9035-E8C5E750AC8C}"/>
              </a:ext>
            </a:extLst>
          </p:cNvPr>
          <p:cNvSpPr>
            <a:spLocks noGrp="1"/>
          </p:cNvSpPr>
          <p:nvPr>
            <p:ph type="pic" sz="quarter" idx="18"/>
          </p:nvPr>
        </p:nvSpPr>
        <p:spPr>
          <a:xfrm>
            <a:off x="7331778" y="1200150"/>
            <a:ext cx="2265778" cy="2651760"/>
          </a:xfrm>
        </p:spPr>
        <p:txBody>
          <a:bodyPr>
            <a:normAutofit/>
          </a:bodyPr>
          <a:lstStyle>
            <a:lvl1pPr marL="0" indent="0">
              <a:buNone/>
              <a:defRPr sz="1200"/>
            </a:lvl1pPr>
          </a:lstStyle>
          <a:p>
            <a:r>
              <a:rPr lang="en-US"/>
              <a:t>Click icon to add picture</a:t>
            </a:r>
          </a:p>
        </p:txBody>
      </p:sp>
      <p:sp>
        <p:nvSpPr>
          <p:cNvPr id="18" name="Picture Placeholder 4">
            <a:extLst>
              <a:ext uri="{FF2B5EF4-FFF2-40B4-BE49-F238E27FC236}">
                <a16:creationId xmlns:a16="http://schemas.microsoft.com/office/drawing/2014/main" id="{4B7894CC-67CC-42AD-A14D-3CC288550602}"/>
              </a:ext>
            </a:extLst>
          </p:cNvPr>
          <p:cNvSpPr>
            <a:spLocks noGrp="1"/>
          </p:cNvSpPr>
          <p:nvPr>
            <p:ph type="pic" sz="quarter" idx="19"/>
          </p:nvPr>
        </p:nvSpPr>
        <p:spPr>
          <a:xfrm>
            <a:off x="9700563" y="1200150"/>
            <a:ext cx="2265778" cy="2651760"/>
          </a:xfrm>
        </p:spPr>
        <p:txBody>
          <a:bodyPr>
            <a:normAutofit/>
          </a:bodyPr>
          <a:lstStyle>
            <a:lvl1pPr marL="0" indent="0">
              <a:buNone/>
              <a:defRPr sz="1200"/>
            </a:lvl1pPr>
          </a:lstStyle>
          <a:p>
            <a:r>
              <a:rPr lang="en-US"/>
              <a:t>Click icon to add picture</a:t>
            </a:r>
          </a:p>
        </p:txBody>
      </p:sp>
      <p:sp>
        <p:nvSpPr>
          <p:cNvPr id="20" name="Picture Placeholder 4">
            <a:extLst>
              <a:ext uri="{FF2B5EF4-FFF2-40B4-BE49-F238E27FC236}">
                <a16:creationId xmlns:a16="http://schemas.microsoft.com/office/drawing/2014/main" id="{EE039B2F-9557-4158-B059-78A8404054BD}"/>
              </a:ext>
            </a:extLst>
          </p:cNvPr>
          <p:cNvSpPr>
            <a:spLocks noGrp="1"/>
          </p:cNvSpPr>
          <p:nvPr>
            <p:ph type="pic" sz="quarter" idx="21"/>
          </p:nvPr>
        </p:nvSpPr>
        <p:spPr>
          <a:xfrm>
            <a:off x="225426" y="4014153"/>
            <a:ext cx="2265778" cy="2651760"/>
          </a:xfrm>
        </p:spPr>
        <p:txBody>
          <a:bodyPr>
            <a:normAutofit/>
          </a:bodyPr>
          <a:lstStyle>
            <a:lvl1pPr marL="0" indent="0">
              <a:buNone/>
              <a:defRPr sz="1200"/>
            </a:lvl1pPr>
          </a:lstStyle>
          <a:p>
            <a:r>
              <a:rPr lang="en-US"/>
              <a:t>Click icon to add picture</a:t>
            </a:r>
          </a:p>
        </p:txBody>
      </p:sp>
      <p:sp>
        <p:nvSpPr>
          <p:cNvPr id="21" name="Picture Placeholder 4">
            <a:extLst>
              <a:ext uri="{FF2B5EF4-FFF2-40B4-BE49-F238E27FC236}">
                <a16:creationId xmlns:a16="http://schemas.microsoft.com/office/drawing/2014/main" id="{902391E8-6949-42D8-8DF2-F04EF5273926}"/>
              </a:ext>
            </a:extLst>
          </p:cNvPr>
          <p:cNvSpPr>
            <a:spLocks noGrp="1"/>
          </p:cNvSpPr>
          <p:nvPr>
            <p:ph type="pic" sz="quarter" idx="22"/>
          </p:nvPr>
        </p:nvSpPr>
        <p:spPr>
          <a:xfrm>
            <a:off x="2594210" y="4014153"/>
            <a:ext cx="2265778" cy="2651760"/>
          </a:xfrm>
        </p:spPr>
        <p:txBody>
          <a:bodyPr>
            <a:normAutofit/>
          </a:bodyPr>
          <a:lstStyle>
            <a:lvl1pPr marL="0" indent="0">
              <a:buNone/>
              <a:defRPr sz="1200"/>
            </a:lvl1pPr>
          </a:lstStyle>
          <a:p>
            <a:r>
              <a:rPr lang="en-US"/>
              <a:t>Click icon to add picture</a:t>
            </a:r>
          </a:p>
        </p:txBody>
      </p:sp>
      <p:sp>
        <p:nvSpPr>
          <p:cNvPr id="22" name="Picture Placeholder 4">
            <a:extLst>
              <a:ext uri="{FF2B5EF4-FFF2-40B4-BE49-F238E27FC236}">
                <a16:creationId xmlns:a16="http://schemas.microsoft.com/office/drawing/2014/main" id="{2FCD7CFD-7FF9-4247-9C64-8503CD396564}"/>
              </a:ext>
            </a:extLst>
          </p:cNvPr>
          <p:cNvSpPr>
            <a:spLocks noGrp="1"/>
          </p:cNvSpPr>
          <p:nvPr>
            <p:ph type="pic" sz="quarter" idx="23"/>
          </p:nvPr>
        </p:nvSpPr>
        <p:spPr>
          <a:xfrm>
            <a:off x="4962994" y="4014153"/>
            <a:ext cx="2265778" cy="2651760"/>
          </a:xfrm>
        </p:spPr>
        <p:txBody>
          <a:bodyPr>
            <a:normAutofit/>
          </a:bodyPr>
          <a:lstStyle>
            <a:lvl1pPr marL="0" indent="0">
              <a:buNone/>
              <a:defRPr sz="1200"/>
            </a:lvl1pPr>
          </a:lstStyle>
          <a:p>
            <a:r>
              <a:rPr lang="en-US"/>
              <a:t>Click icon to add picture</a:t>
            </a:r>
          </a:p>
        </p:txBody>
      </p:sp>
      <p:sp>
        <p:nvSpPr>
          <p:cNvPr id="23" name="Picture Placeholder 4">
            <a:extLst>
              <a:ext uri="{FF2B5EF4-FFF2-40B4-BE49-F238E27FC236}">
                <a16:creationId xmlns:a16="http://schemas.microsoft.com/office/drawing/2014/main" id="{14B1DD2A-C54E-4838-A644-5A9B115EF6F9}"/>
              </a:ext>
            </a:extLst>
          </p:cNvPr>
          <p:cNvSpPr>
            <a:spLocks noGrp="1"/>
          </p:cNvSpPr>
          <p:nvPr>
            <p:ph type="pic" sz="quarter" idx="24"/>
          </p:nvPr>
        </p:nvSpPr>
        <p:spPr>
          <a:xfrm>
            <a:off x="7331778" y="4014153"/>
            <a:ext cx="2265778" cy="2651760"/>
          </a:xfrm>
        </p:spPr>
        <p:txBody>
          <a:bodyPr>
            <a:normAutofit/>
          </a:bodyPr>
          <a:lstStyle>
            <a:lvl1pPr marL="0" indent="0">
              <a:buNone/>
              <a:defRPr sz="1200"/>
            </a:lvl1pPr>
          </a:lstStyle>
          <a:p>
            <a:r>
              <a:rPr lang="en-US"/>
              <a:t>Click icon to add picture</a:t>
            </a:r>
          </a:p>
        </p:txBody>
      </p:sp>
      <p:sp>
        <p:nvSpPr>
          <p:cNvPr id="24" name="Picture Placeholder 4">
            <a:extLst>
              <a:ext uri="{FF2B5EF4-FFF2-40B4-BE49-F238E27FC236}">
                <a16:creationId xmlns:a16="http://schemas.microsoft.com/office/drawing/2014/main" id="{EB1F0453-5F1F-4B12-9067-6881905D5530}"/>
              </a:ext>
            </a:extLst>
          </p:cNvPr>
          <p:cNvSpPr>
            <a:spLocks noGrp="1"/>
          </p:cNvSpPr>
          <p:nvPr>
            <p:ph type="pic" sz="quarter" idx="25"/>
          </p:nvPr>
        </p:nvSpPr>
        <p:spPr>
          <a:xfrm>
            <a:off x="9700563" y="4014153"/>
            <a:ext cx="2265778" cy="2651760"/>
          </a:xfrm>
        </p:spPr>
        <p:txBody>
          <a:bodyPr>
            <a:normAutofit/>
          </a:bodyPr>
          <a:lstStyle>
            <a:lvl1pPr marL="0" indent="0">
              <a:buNone/>
              <a:defRPr sz="1200"/>
            </a:lvl1pPr>
          </a:lstStyle>
          <a:p>
            <a:r>
              <a:rPr lang="en-US"/>
              <a:t>Click icon to add picture</a:t>
            </a:r>
          </a:p>
        </p:txBody>
      </p:sp>
    </p:spTree>
    <p:extLst>
      <p:ext uri="{BB962C8B-B14F-4D97-AF65-F5344CB8AC3E}">
        <p14:creationId xmlns:p14="http://schemas.microsoft.com/office/powerpoint/2010/main" val="16239038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Layout_3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3" name="Text Placeholder 11">
            <a:extLst>
              <a:ext uri="{FF2B5EF4-FFF2-40B4-BE49-F238E27FC236}">
                <a16:creationId xmlns:a16="http://schemas.microsoft.com/office/drawing/2014/main" id="{139B9F69-B759-4814-9041-165FDB6BFAFD}"/>
              </a:ext>
            </a:extLst>
          </p:cNvPr>
          <p:cNvSpPr>
            <a:spLocks noGrp="1"/>
          </p:cNvSpPr>
          <p:nvPr>
            <p:ph type="body" sz="quarter" idx="14"/>
          </p:nvPr>
        </p:nvSpPr>
        <p:spPr>
          <a:xfrm>
            <a:off x="4175643" y="1200150"/>
            <a:ext cx="3840480" cy="2708910"/>
          </a:xfrm>
          <a:prstGeom prst="rect">
            <a:avLst/>
          </a:prstGeom>
          <a:solidFill>
            <a:schemeClr val="bg1">
              <a:lumMod val="95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00150"/>
            <a:ext cx="3840163" cy="5465763"/>
          </a:xfrm>
          <a:ln>
            <a:solidFill>
              <a:schemeClr val="tx1"/>
            </a:solidFill>
          </a:ln>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8126178" y="1200150"/>
            <a:ext cx="3840163" cy="5465763"/>
          </a:xfrm>
          <a:ln>
            <a:solidFill>
              <a:schemeClr val="accent1"/>
            </a:solidFill>
          </a:ln>
        </p:spPr>
        <p:txBody>
          <a:bodyPr>
            <a:normAutofit/>
          </a:bodyPr>
          <a:lstStyle>
            <a:lvl1pPr marL="0" indent="0">
              <a:buNone/>
              <a:defRPr sz="1200"/>
            </a:lvl1pPr>
          </a:lstStyle>
          <a:p>
            <a:r>
              <a:rPr lang="en-US"/>
              <a:t>Click icon to add picture</a:t>
            </a:r>
          </a:p>
        </p:txBody>
      </p:sp>
      <p:sp>
        <p:nvSpPr>
          <p:cNvPr id="17" name="Text Placeholder 11">
            <a:extLst>
              <a:ext uri="{FF2B5EF4-FFF2-40B4-BE49-F238E27FC236}">
                <a16:creationId xmlns:a16="http://schemas.microsoft.com/office/drawing/2014/main" id="{7138C39E-C0E4-49FA-8B8F-87668653304B}"/>
              </a:ext>
            </a:extLst>
          </p:cNvPr>
          <p:cNvSpPr>
            <a:spLocks noGrp="1"/>
          </p:cNvSpPr>
          <p:nvPr>
            <p:ph type="body" sz="quarter" idx="17"/>
          </p:nvPr>
        </p:nvSpPr>
        <p:spPr>
          <a:xfrm>
            <a:off x="4175643" y="3977641"/>
            <a:ext cx="3840480" cy="2688272"/>
          </a:xfrm>
          <a:prstGeom prst="rect">
            <a:avLst/>
          </a:prstGeom>
          <a:solidFill>
            <a:schemeClr val="bg2"/>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392709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Layout_3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3" name="Text Placeholder 11">
            <a:extLst>
              <a:ext uri="{FF2B5EF4-FFF2-40B4-BE49-F238E27FC236}">
                <a16:creationId xmlns:a16="http://schemas.microsoft.com/office/drawing/2014/main" id="{139B9F69-B759-4814-9041-165FDB6BFAFD}"/>
              </a:ext>
            </a:extLst>
          </p:cNvPr>
          <p:cNvSpPr>
            <a:spLocks noGrp="1"/>
          </p:cNvSpPr>
          <p:nvPr>
            <p:ph type="body" sz="quarter" idx="14"/>
          </p:nvPr>
        </p:nvSpPr>
        <p:spPr>
          <a:xfrm>
            <a:off x="4175643" y="1783110"/>
            <a:ext cx="3840480" cy="2125950"/>
          </a:xfrm>
          <a:prstGeom prst="rect">
            <a:avLst/>
          </a:prstGeom>
          <a:solidFill>
            <a:schemeClr val="bg1">
              <a:lumMod val="95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6BD08FA7-0E64-405D-9EAF-7BAE20B9174C}"/>
              </a:ext>
            </a:extLst>
          </p:cNvPr>
          <p:cNvSpPr>
            <a:spLocks noGrp="1"/>
          </p:cNvSpPr>
          <p:nvPr>
            <p:ph type="pic" sz="quarter" idx="15"/>
          </p:nvPr>
        </p:nvSpPr>
        <p:spPr>
          <a:xfrm>
            <a:off x="225425" y="1200150"/>
            <a:ext cx="3840163" cy="5465763"/>
          </a:xfrm>
          <a:ln>
            <a:solidFill>
              <a:schemeClr val="tx1"/>
            </a:solidFill>
          </a:ln>
        </p:spPr>
        <p:txBody>
          <a:bodyPr>
            <a:normAutofit/>
          </a:bodyPr>
          <a:lstStyle>
            <a:lvl1pPr marL="0" indent="0">
              <a:buNone/>
              <a:defRPr sz="1200"/>
            </a:lvl1pPr>
          </a:lstStyle>
          <a:p>
            <a:r>
              <a:rPr lang="en-US"/>
              <a:t>Click icon to add picture</a:t>
            </a:r>
          </a:p>
        </p:txBody>
      </p:sp>
      <p:sp>
        <p:nvSpPr>
          <p:cNvPr id="15" name="Picture Placeholder 4">
            <a:extLst>
              <a:ext uri="{FF2B5EF4-FFF2-40B4-BE49-F238E27FC236}">
                <a16:creationId xmlns:a16="http://schemas.microsoft.com/office/drawing/2014/main" id="{600577C4-2AED-4F03-9C5C-E580506C2216}"/>
              </a:ext>
            </a:extLst>
          </p:cNvPr>
          <p:cNvSpPr>
            <a:spLocks noGrp="1"/>
          </p:cNvSpPr>
          <p:nvPr>
            <p:ph type="pic" sz="quarter" idx="16"/>
          </p:nvPr>
        </p:nvSpPr>
        <p:spPr>
          <a:xfrm>
            <a:off x="8126178" y="1200150"/>
            <a:ext cx="3840163" cy="5465763"/>
          </a:xfrm>
          <a:ln>
            <a:solidFill>
              <a:schemeClr val="accent1"/>
            </a:solidFill>
          </a:ln>
        </p:spPr>
        <p:txBody>
          <a:bodyPr>
            <a:normAutofit/>
          </a:bodyPr>
          <a:lstStyle>
            <a:lvl1pPr marL="0" indent="0">
              <a:buNone/>
              <a:defRPr sz="1200"/>
            </a:lvl1pPr>
          </a:lstStyle>
          <a:p>
            <a:r>
              <a:rPr lang="en-US"/>
              <a:t>Click icon to add picture</a:t>
            </a:r>
          </a:p>
        </p:txBody>
      </p:sp>
      <p:sp>
        <p:nvSpPr>
          <p:cNvPr id="17" name="Text Placeholder 11">
            <a:extLst>
              <a:ext uri="{FF2B5EF4-FFF2-40B4-BE49-F238E27FC236}">
                <a16:creationId xmlns:a16="http://schemas.microsoft.com/office/drawing/2014/main" id="{7138C39E-C0E4-49FA-8B8F-87668653304B}"/>
              </a:ext>
            </a:extLst>
          </p:cNvPr>
          <p:cNvSpPr>
            <a:spLocks noGrp="1"/>
          </p:cNvSpPr>
          <p:nvPr>
            <p:ph type="body" sz="quarter" idx="17"/>
          </p:nvPr>
        </p:nvSpPr>
        <p:spPr>
          <a:xfrm>
            <a:off x="4175643" y="4539963"/>
            <a:ext cx="3840480" cy="2125950"/>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1">
            <a:extLst>
              <a:ext uri="{FF2B5EF4-FFF2-40B4-BE49-F238E27FC236}">
                <a16:creationId xmlns:a16="http://schemas.microsoft.com/office/drawing/2014/main" id="{353F9068-062E-4030-89AB-2D5DC6D79FE3}"/>
              </a:ext>
            </a:extLst>
          </p:cNvPr>
          <p:cNvSpPr>
            <a:spLocks noGrp="1"/>
          </p:cNvSpPr>
          <p:nvPr>
            <p:ph type="body" sz="quarter" idx="18"/>
          </p:nvPr>
        </p:nvSpPr>
        <p:spPr>
          <a:xfrm>
            <a:off x="4175643" y="1200150"/>
            <a:ext cx="3840480" cy="483597"/>
          </a:xfrm>
          <a:prstGeom prst="rect">
            <a:avLst/>
          </a:prstGeom>
          <a:solidFill>
            <a:schemeClr val="bg1">
              <a:lumMod val="95000"/>
            </a:schemeClr>
          </a:solidFill>
        </p:spPr>
        <p:txBody>
          <a:bodyPr anchor="ctr">
            <a:normAutofit/>
          </a:bodyPr>
          <a:lstStyle>
            <a:lvl1pPr marL="0" indent="0" algn="ctr">
              <a:lnSpc>
                <a:spcPct val="120000"/>
              </a:lnSpc>
              <a:buFont typeface="Arial" panose="020B0604020202020204" pitchFamily="34" charset="0"/>
              <a:buNone/>
              <a:defRPr sz="1400" b="1">
                <a:solidFill>
                  <a:schemeClr val="tx1"/>
                </a:solidFill>
              </a:defRPr>
            </a:lvl1pPr>
            <a:lvl2pPr marL="182880" indent="0">
              <a:lnSpc>
                <a:spcPct val="120000"/>
              </a:lnSpc>
              <a:buNone/>
              <a:defRPr sz="1200"/>
            </a:lvl2pPr>
            <a:lvl3pPr marL="365760" indent="0">
              <a:lnSpc>
                <a:spcPct val="120000"/>
              </a:lnSpc>
              <a:buNone/>
              <a:defRPr sz="1100"/>
            </a:lvl3pPr>
            <a:lvl4pPr marL="548640" indent="0">
              <a:lnSpc>
                <a:spcPct val="120000"/>
              </a:lnSpc>
              <a:buNone/>
              <a:defRPr sz="1050"/>
            </a:lvl4pPr>
            <a:lvl5pPr marL="731520" indent="0">
              <a:lnSpc>
                <a:spcPct val="120000"/>
              </a:lnSpc>
              <a:buNone/>
              <a:defRPr sz="1000"/>
            </a:lvl5pPr>
          </a:lstStyle>
          <a:p>
            <a:pPr lvl="0"/>
            <a:r>
              <a:rPr lang="en-US"/>
              <a:t>Click to edit Master text styles</a:t>
            </a:r>
          </a:p>
        </p:txBody>
      </p:sp>
      <p:sp>
        <p:nvSpPr>
          <p:cNvPr id="19" name="Text Placeholder 11">
            <a:extLst>
              <a:ext uri="{FF2B5EF4-FFF2-40B4-BE49-F238E27FC236}">
                <a16:creationId xmlns:a16="http://schemas.microsoft.com/office/drawing/2014/main" id="{E42E8E1E-6E75-4CC1-934E-6CFCE947F977}"/>
              </a:ext>
            </a:extLst>
          </p:cNvPr>
          <p:cNvSpPr>
            <a:spLocks noGrp="1"/>
          </p:cNvSpPr>
          <p:nvPr>
            <p:ph type="body" sz="quarter" idx="19"/>
          </p:nvPr>
        </p:nvSpPr>
        <p:spPr>
          <a:xfrm>
            <a:off x="4175643" y="3987800"/>
            <a:ext cx="3840480" cy="483597"/>
          </a:xfrm>
          <a:prstGeom prst="rect">
            <a:avLst/>
          </a:prstGeom>
          <a:solidFill>
            <a:schemeClr val="accent1">
              <a:lumMod val="20000"/>
              <a:lumOff val="80000"/>
            </a:schemeClr>
          </a:solidFill>
        </p:spPr>
        <p:txBody>
          <a:bodyPr anchor="ctr">
            <a:normAutofit/>
          </a:bodyPr>
          <a:lstStyle>
            <a:lvl1pPr marL="0" indent="0" algn="ctr">
              <a:lnSpc>
                <a:spcPct val="120000"/>
              </a:lnSpc>
              <a:buFont typeface="Arial" panose="020B0604020202020204" pitchFamily="34" charset="0"/>
              <a:buNone/>
              <a:defRPr sz="1400" b="1">
                <a:solidFill>
                  <a:schemeClr val="tx1"/>
                </a:solidFill>
              </a:defRPr>
            </a:lvl1pPr>
            <a:lvl2pPr marL="182880" indent="0">
              <a:lnSpc>
                <a:spcPct val="120000"/>
              </a:lnSpc>
              <a:buNone/>
              <a:defRPr sz="1200"/>
            </a:lvl2pPr>
            <a:lvl3pPr marL="365760" indent="0">
              <a:lnSpc>
                <a:spcPct val="120000"/>
              </a:lnSpc>
              <a:buNone/>
              <a:defRPr sz="1100"/>
            </a:lvl3pPr>
            <a:lvl4pPr marL="548640" indent="0">
              <a:lnSpc>
                <a:spcPct val="120000"/>
              </a:lnSpc>
              <a:buNone/>
              <a:defRPr sz="1050"/>
            </a:lvl4pPr>
            <a:lvl5pPr marL="731520" indent="0">
              <a:lnSpc>
                <a:spcPct val="120000"/>
              </a:lnSpc>
              <a:buNone/>
              <a:defRPr sz="1000"/>
            </a:lvl5pPr>
          </a:lstStyle>
          <a:p>
            <a:pPr lvl="0"/>
            <a:r>
              <a:rPr lang="en-US"/>
              <a:t>Click to edit Master text styles</a:t>
            </a:r>
          </a:p>
        </p:txBody>
      </p:sp>
    </p:spTree>
    <p:extLst>
      <p:ext uri="{BB962C8B-B14F-4D97-AF65-F5344CB8AC3E}">
        <p14:creationId xmlns:p14="http://schemas.microsoft.com/office/powerpoint/2010/main" val="3432268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Layout_39">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7" name="Text Placeholder 11">
            <a:extLst>
              <a:ext uri="{FF2B5EF4-FFF2-40B4-BE49-F238E27FC236}">
                <a16:creationId xmlns:a16="http://schemas.microsoft.com/office/drawing/2014/main" id="{7138C39E-C0E4-49FA-8B8F-87668653304B}"/>
              </a:ext>
            </a:extLst>
          </p:cNvPr>
          <p:cNvSpPr>
            <a:spLocks noGrp="1"/>
          </p:cNvSpPr>
          <p:nvPr>
            <p:ph type="body" sz="quarter" idx="17"/>
          </p:nvPr>
        </p:nvSpPr>
        <p:spPr>
          <a:xfrm>
            <a:off x="4175643" y="3977641"/>
            <a:ext cx="3840480" cy="2688272"/>
          </a:xfrm>
          <a:prstGeom prst="rect">
            <a:avLst/>
          </a:prstGeom>
          <a:solidFill>
            <a:schemeClr val="bg2"/>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hart Placeholder 8">
            <a:extLst>
              <a:ext uri="{FF2B5EF4-FFF2-40B4-BE49-F238E27FC236}">
                <a16:creationId xmlns:a16="http://schemas.microsoft.com/office/drawing/2014/main" id="{BD3376BE-BEAD-46E7-8D8C-2C9457AAD068}"/>
              </a:ext>
            </a:extLst>
          </p:cNvPr>
          <p:cNvSpPr>
            <a:spLocks noGrp="1"/>
          </p:cNvSpPr>
          <p:nvPr>
            <p:ph type="chart" sz="quarter" idx="18"/>
          </p:nvPr>
        </p:nvSpPr>
        <p:spPr>
          <a:xfrm>
            <a:off x="225425" y="1200150"/>
            <a:ext cx="3840163" cy="2688271"/>
          </a:xfrm>
          <a:ln>
            <a:noFill/>
          </a:ln>
        </p:spPr>
        <p:txBody>
          <a:bodyPr>
            <a:normAutofit/>
          </a:bodyPr>
          <a:lstStyle>
            <a:lvl1pPr marL="0" indent="0">
              <a:buNone/>
              <a:defRPr sz="1200"/>
            </a:lvl1pPr>
          </a:lstStyle>
          <a:p>
            <a:r>
              <a:rPr lang="en-US"/>
              <a:t>Click icon to add chart</a:t>
            </a:r>
            <a:endParaRPr lang="en-US" dirty="0"/>
          </a:p>
        </p:txBody>
      </p:sp>
      <p:sp>
        <p:nvSpPr>
          <p:cNvPr id="18" name="Chart Placeholder 8">
            <a:extLst>
              <a:ext uri="{FF2B5EF4-FFF2-40B4-BE49-F238E27FC236}">
                <a16:creationId xmlns:a16="http://schemas.microsoft.com/office/drawing/2014/main" id="{E228F02A-1B92-4470-85C6-62E74260303D}"/>
              </a:ext>
            </a:extLst>
          </p:cNvPr>
          <p:cNvSpPr>
            <a:spLocks noGrp="1"/>
          </p:cNvSpPr>
          <p:nvPr>
            <p:ph type="chart" sz="quarter" idx="19"/>
          </p:nvPr>
        </p:nvSpPr>
        <p:spPr>
          <a:xfrm>
            <a:off x="4175919" y="1200150"/>
            <a:ext cx="3840163" cy="2688271"/>
          </a:xfrm>
          <a:ln>
            <a:noFill/>
          </a:ln>
        </p:spPr>
        <p:txBody>
          <a:bodyPr>
            <a:normAutofit/>
          </a:bodyPr>
          <a:lstStyle>
            <a:lvl1pPr marL="0" indent="0">
              <a:buNone/>
              <a:defRPr sz="1200"/>
            </a:lvl1pPr>
          </a:lstStyle>
          <a:p>
            <a:r>
              <a:rPr lang="en-US"/>
              <a:t>Click icon to add chart</a:t>
            </a:r>
            <a:endParaRPr lang="en-US" dirty="0"/>
          </a:p>
        </p:txBody>
      </p:sp>
      <p:sp>
        <p:nvSpPr>
          <p:cNvPr id="19" name="Chart Placeholder 8">
            <a:extLst>
              <a:ext uri="{FF2B5EF4-FFF2-40B4-BE49-F238E27FC236}">
                <a16:creationId xmlns:a16="http://schemas.microsoft.com/office/drawing/2014/main" id="{4AF4B466-966D-4059-91DB-9B93ACB85205}"/>
              </a:ext>
            </a:extLst>
          </p:cNvPr>
          <p:cNvSpPr>
            <a:spLocks noGrp="1"/>
          </p:cNvSpPr>
          <p:nvPr>
            <p:ph type="chart" sz="quarter" idx="20"/>
          </p:nvPr>
        </p:nvSpPr>
        <p:spPr>
          <a:xfrm>
            <a:off x="8126178" y="1200150"/>
            <a:ext cx="3840163" cy="2688271"/>
          </a:xfrm>
          <a:ln>
            <a:noFill/>
          </a:ln>
        </p:spPr>
        <p:txBody>
          <a:bodyPr>
            <a:normAutofit/>
          </a:bodyPr>
          <a:lstStyle>
            <a:lvl1pPr marL="0" indent="0">
              <a:buNone/>
              <a:defRPr sz="1200"/>
            </a:lvl1pPr>
          </a:lstStyle>
          <a:p>
            <a:r>
              <a:rPr lang="en-US"/>
              <a:t>Click icon to add chart</a:t>
            </a:r>
            <a:endParaRPr lang="en-US" dirty="0"/>
          </a:p>
        </p:txBody>
      </p:sp>
      <p:sp>
        <p:nvSpPr>
          <p:cNvPr id="20" name="Text Placeholder 11">
            <a:extLst>
              <a:ext uri="{FF2B5EF4-FFF2-40B4-BE49-F238E27FC236}">
                <a16:creationId xmlns:a16="http://schemas.microsoft.com/office/drawing/2014/main" id="{40E2B43B-D464-47D6-BBBB-E3781383A904}"/>
              </a:ext>
            </a:extLst>
          </p:cNvPr>
          <p:cNvSpPr>
            <a:spLocks noGrp="1"/>
          </p:cNvSpPr>
          <p:nvPr>
            <p:ph type="body" sz="quarter" idx="21"/>
          </p:nvPr>
        </p:nvSpPr>
        <p:spPr>
          <a:xfrm>
            <a:off x="8125861" y="3977641"/>
            <a:ext cx="3840480" cy="2688272"/>
          </a:xfrm>
          <a:prstGeom prst="rect">
            <a:avLst/>
          </a:prstGeom>
          <a:solidFill>
            <a:schemeClr val="bg2"/>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a:extLst>
              <a:ext uri="{FF2B5EF4-FFF2-40B4-BE49-F238E27FC236}">
                <a16:creationId xmlns:a16="http://schemas.microsoft.com/office/drawing/2014/main" id="{24207FA1-4E3F-4292-B997-ADADB61860F6}"/>
              </a:ext>
            </a:extLst>
          </p:cNvPr>
          <p:cNvSpPr>
            <a:spLocks noGrp="1"/>
          </p:cNvSpPr>
          <p:nvPr>
            <p:ph type="body" sz="quarter" idx="22"/>
          </p:nvPr>
        </p:nvSpPr>
        <p:spPr>
          <a:xfrm>
            <a:off x="225425" y="3977641"/>
            <a:ext cx="3840480" cy="2688272"/>
          </a:xfrm>
          <a:prstGeom prst="rect">
            <a:avLst/>
          </a:prstGeom>
          <a:solidFill>
            <a:schemeClr val="bg2"/>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769786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Layout_40">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17" name="Text Placeholder 11">
            <a:extLst>
              <a:ext uri="{FF2B5EF4-FFF2-40B4-BE49-F238E27FC236}">
                <a16:creationId xmlns:a16="http://schemas.microsoft.com/office/drawing/2014/main" id="{7138C39E-C0E4-49FA-8B8F-87668653304B}"/>
              </a:ext>
            </a:extLst>
          </p:cNvPr>
          <p:cNvSpPr>
            <a:spLocks noGrp="1"/>
          </p:cNvSpPr>
          <p:nvPr>
            <p:ph type="body" sz="quarter" idx="17"/>
          </p:nvPr>
        </p:nvSpPr>
        <p:spPr>
          <a:xfrm>
            <a:off x="6163563" y="3977641"/>
            <a:ext cx="5802778" cy="2688272"/>
          </a:xfrm>
          <a:prstGeom prst="rect">
            <a:avLst/>
          </a:prstGeom>
          <a:solidFill>
            <a:schemeClr val="accent5">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hart Placeholder 8">
            <a:extLst>
              <a:ext uri="{FF2B5EF4-FFF2-40B4-BE49-F238E27FC236}">
                <a16:creationId xmlns:a16="http://schemas.microsoft.com/office/drawing/2014/main" id="{BD3376BE-BEAD-46E7-8D8C-2C9457AAD068}"/>
              </a:ext>
            </a:extLst>
          </p:cNvPr>
          <p:cNvSpPr>
            <a:spLocks noGrp="1"/>
          </p:cNvSpPr>
          <p:nvPr>
            <p:ph type="chart" sz="quarter" idx="18"/>
          </p:nvPr>
        </p:nvSpPr>
        <p:spPr>
          <a:xfrm>
            <a:off x="225425" y="1200151"/>
            <a:ext cx="5802299" cy="2708908"/>
          </a:xfrm>
          <a:ln>
            <a:noFill/>
          </a:ln>
        </p:spPr>
        <p:txBody>
          <a:bodyPr>
            <a:normAutofit/>
          </a:bodyPr>
          <a:lstStyle>
            <a:lvl1pPr marL="0" indent="0">
              <a:buNone/>
              <a:defRPr sz="1200"/>
            </a:lvl1pPr>
          </a:lstStyle>
          <a:p>
            <a:r>
              <a:rPr lang="en-US"/>
              <a:t>Click icon to add chart</a:t>
            </a:r>
            <a:endParaRPr lang="en-US" dirty="0"/>
          </a:p>
        </p:txBody>
      </p:sp>
      <p:sp>
        <p:nvSpPr>
          <p:cNvPr id="18" name="Chart Placeholder 8">
            <a:extLst>
              <a:ext uri="{FF2B5EF4-FFF2-40B4-BE49-F238E27FC236}">
                <a16:creationId xmlns:a16="http://schemas.microsoft.com/office/drawing/2014/main" id="{E228F02A-1B92-4470-85C6-62E74260303D}"/>
              </a:ext>
            </a:extLst>
          </p:cNvPr>
          <p:cNvSpPr>
            <a:spLocks noGrp="1"/>
          </p:cNvSpPr>
          <p:nvPr>
            <p:ph type="chart" sz="quarter" idx="19"/>
          </p:nvPr>
        </p:nvSpPr>
        <p:spPr>
          <a:xfrm>
            <a:off x="6164042" y="1200151"/>
            <a:ext cx="5802299" cy="2708908"/>
          </a:xfrm>
          <a:ln>
            <a:noFill/>
          </a:ln>
        </p:spPr>
        <p:txBody>
          <a:bodyPr>
            <a:normAutofit/>
          </a:bodyPr>
          <a:lstStyle>
            <a:lvl1pPr marL="0" indent="0">
              <a:buNone/>
              <a:defRPr sz="1200"/>
            </a:lvl1pPr>
          </a:lstStyle>
          <a:p>
            <a:r>
              <a:rPr lang="en-US"/>
              <a:t>Click icon to add chart</a:t>
            </a:r>
            <a:endParaRPr lang="en-US" dirty="0"/>
          </a:p>
        </p:txBody>
      </p:sp>
      <p:sp>
        <p:nvSpPr>
          <p:cNvPr id="21" name="Text Placeholder 11">
            <a:extLst>
              <a:ext uri="{FF2B5EF4-FFF2-40B4-BE49-F238E27FC236}">
                <a16:creationId xmlns:a16="http://schemas.microsoft.com/office/drawing/2014/main" id="{24207FA1-4E3F-4292-B997-ADADB61860F6}"/>
              </a:ext>
            </a:extLst>
          </p:cNvPr>
          <p:cNvSpPr>
            <a:spLocks noGrp="1"/>
          </p:cNvSpPr>
          <p:nvPr>
            <p:ph type="body" sz="quarter" idx="22"/>
          </p:nvPr>
        </p:nvSpPr>
        <p:spPr>
          <a:xfrm>
            <a:off x="225425" y="3977641"/>
            <a:ext cx="5802778" cy="2688272"/>
          </a:xfrm>
          <a:prstGeom prst="rect">
            <a:avLst/>
          </a:prstGeom>
          <a:solidFill>
            <a:schemeClr val="accent1">
              <a:lumMod val="20000"/>
              <a:lumOff val="80000"/>
            </a:schemeClr>
          </a:solidFill>
        </p:spPr>
        <p:txBody>
          <a:bodyPr>
            <a:normAutofit/>
          </a:bodyPr>
          <a:lstStyle>
            <a:lvl1pPr marL="0" indent="-182880">
              <a:lnSpc>
                <a:spcPct val="120000"/>
              </a:lnSpc>
              <a:buFont typeface="Arial" panose="020B0604020202020204" pitchFamily="34" charset="0"/>
              <a:buChar char="•"/>
              <a:defRPr sz="1400">
                <a:solidFill>
                  <a:schemeClr val="tx1"/>
                </a:solidFill>
              </a:defRPr>
            </a:lvl1pPr>
            <a:lvl2pPr>
              <a:lnSpc>
                <a:spcPct val="120000"/>
              </a:lnSpc>
              <a:defRPr sz="1200"/>
            </a:lvl2pPr>
            <a:lvl3pPr>
              <a:lnSpc>
                <a:spcPct val="120000"/>
              </a:lnSpc>
              <a:defRPr sz="1100"/>
            </a:lvl3pPr>
            <a:lvl4pPr>
              <a:lnSpc>
                <a:spcPct val="120000"/>
              </a:lnSpc>
              <a:defRPr sz="1050"/>
            </a:lvl4pPr>
            <a:lvl5pPr>
              <a:lnSpc>
                <a:spcPct val="120000"/>
              </a:lnSpc>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505229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Infog_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97" name="Group 96">
            <a:extLst>
              <a:ext uri="{FF2B5EF4-FFF2-40B4-BE49-F238E27FC236}">
                <a16:creationId xmlns:a16="http://schemas.microsoft.com/office/drawing/2014/main" id="{FB337F42-D960-C1F7-C9A0-DC89DF50A4D9}"/>
              </a:ext>
            </a:extLst>
          </p:cNvPr>
          <p:cNvGrpSpPr>
            <a:grpSpLocks noChangeAspect="1"/>
          </p:cNvGrpSpPr>
          <p:nvPr/>
        </p:nvGrpSpPr>
        <p:grpSpPr>
          <a:xfrm>
            <a:off x="7687027" y="2036362"/>
            <a:ext cx="3925724" cy="3937565"/>
            <a:chOff x="6935688" y="1578089"/>
            <a:chExt cx="4619764" cy="4633699"/>
          </a:xfrm>
        </p:grpSpPr>
        <p:sp>
          <p:nvSpPr>
            <p:cNvPr id="53" name="Freeform 6">
              <a:extLst>
                <a:ext uri="{FF2B5EF4-FFF2-40B4-BE49-F238E27FC236}">
                  <a16:creationId xmlns:a16="http://schemas.microsoft.com/office/drawing/2014/main" id="{EDEBF672-116E-4E54-372F-E3C263E9DF74}"/>
                </a:ext>
              </a:extLst>
            </p:cNvPr>
            <p:cNvSpPr/>
            <p:nvPr/>
          </p:nvSpPr>
          <p:spPr>
            <a:xfrm>
              <a:off x="8734752" y="1578089"/>
              <a:ext cx="2299929" cy="1822172"/>
            </a:xfrm>
            <a:custGeom>
              <a:avLst/>
              <a:gdLst>
                <a:gd name="connsiteX0" fmla="*/ 78812 w 4600457"/>
                <a:gd name="connsiteY0" fmla="*/ 325179 h 3644819"/>
                <a:gd name="connsiteX1" fmla="*/ 1109242 w 4600457"/>
                <a:gd name="connsiteY1" fmla="*/ 1334873 h 3644819"/>
                <a:gd name="connsiteX2" fmla="*/ 1963996 w 4600457"/>
                <a:gd name="connsiteY2" fmla="*/ 3066270 h 3644819"/>
                <a:gd name="connsiteX3" fmla="*/ 2520394 w 4600457"/>
                <a:gd name="connsiteY3" fmla="*/ 3470033 h 3644819"/>
                <a:gd name="connsiteX4" fmla="*/ 3697121 w 4600457"/>
                <a:gd name="connsiteY4" fmla="*/ 3641098 h 3644819"/>
                <a:gd name="connsiteX5" fmla="*/ 4004119 w 4600457"/>
                <a:gd name="connsiteY5" fmla="*/ 3541454 h 3644819"/>
                <a:gd name="connsiteX6" fmla="*/ 4515590 w 4600457"/>
                <a:gd name="connsiteY6" fmla="*/ 1803721 h 3644819"/>
                <a:gd name="connsiteX7" fmla="*/ 4338764 w 4600457"/>
                <a:gd name="connsiteY7" fmla="*/ 1418390 h 3644819"/>
                <a:gd name="connsiteX8" fmla="*/ 3409707 w 4600457"/>
                <a:gd name="connsiteY8" fmla="*/ 672495 h 3644819"/>
                <a:gd name="connsiteX9" fmla="*/ 100700 w 4600457"/>
                <a:gd name="connsiteY9" fmla="*/ 86147 h 3644819"/>
                <a:gd name="connsiteX10" fmla="*/ 78812 w 4600457"/>
                <a:gd name="connsiteY10" fmla="*/ 325179 h 3644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00457" h="3644819">
                  <a:moveTo>
                    <a:pt x="78812" y="325179"/>
                  </a:moveTo>
                  <a:cubicBezTo>
                    <a:pt x="462415" y="470902"/>
                    <a:pt x="853506" y="764652"/>
                    <a:pt x="1109242" y="1334873"/>
                  </a:cubicBezTo>
                  <a:lnTo>
                    <a:pt x="1963996" y="3066270"/>
                  </a:lnTo>
                  <a:cubicBezTo>
                    <a:pt x="2071129" y="3283991"/>
                    <a:pt x="2279058" y="3434898"/>
                    <a:pt x="2520394" y="3470033"/>
                  </a:cubicBezTo>
                  <a:lnTo>
                    <a:pt x="3697121" y="3641098"/>
                  </a:lnTo>
                  <a:cubicBezTo>
                    <a:pt x="3809438" y="3657226"/>
                    <a:pt x="3922906" y="3620363"/>
                    <a:pt x="4004119" y="3541454"/>
                  </a:cubicBezTo>
                  <a:cubicBezTo>
                    <a:pt x="4691264" y="2919971"/>
                    <a:pt x="4661313" y="2253562"/>
                    <a:pt x="4515590" y="1803721"/>
                  </a:cubicBezTo>
                  <a:cubicBezTo>
                    <a:pt x="4451080" y="1605584"/>
                    <a:pt x="4369867" y="1467348"/>
                    <a:pt x="4338764" y="1418390"/>
                  </a:cubicBezTo>
                  <a:cubicBezTo>
                    <a:pt x="4062293" y="1130976"/>
                    <a:pt x="3768543" y="894824"/>
                    <a:pt x="3409707" y="672495"/>
                  </a:cubicBezTo>
                  <a:cubicBezTo>
                    <a:pt x="3394156" y="661552"/>
                    <a:pt x="1971484" y="-284784"/>
                    <a:pt x="100700" y="86147"/>
                  </a:cubicBezTo>
                  <a:cubicBezTo>
                    <a:pt x="-21408" y="110338"/>
                    <a:pt x="-36960" y="280829"/>
                    <a:pt x="78812" y="325179"/>
                  </a:cubicBezTo>
                  <a:close/>
                </a:path>
              </a:pathLst>
            </a:custGeom>
            <a:solidFill>
              <a:schemeClr val="tx1">
                <a:lumMod val="75000"/>
                <a:lumOff val="25000"/>
              </a:schemeClr>
            </a:solidFill>
            <a:ln w="5757" cap="flat">
              <a:noFill/>
              <a:prstDash val="solid"/>
              <a:miter/>
            </a:ln>
          </p:spPr>
          <p:txBody>
            <a:bodyPr rtlCol="0" anchor="ctr"/>
            <a:lstStyle/>
            <a:p>
              <a:endParaRPr lang="en-RS" sz="450"/>
            </a:p>
          </p:txBody>
        </p:sp>
        <p:sp>
          <p:nvSpPr>
            <p:cNvPr id="54" name="Freeform 7">
              <a:extLst>
                <a:ext uri="{FF2B5EF4-FFF2-40B4-BE49-F238E27FC236}">
                  <a16:creationId xmlns:a16="http://schemas.microsoft.com/office/drawing/2014/main" id="{1CE6997A-C0E7-86C3-ED52-1100CC17A6CD}"/>
                </a:ext>
              </a:extLst>
            </p:cNvPr>
            <p:cNvSpPr/>
            <p:nvPr/>
          </p:nvSpPr>
          <p:spPr>
            <a:xfrm>
              <a:off x="6935688" y="1793353"/>
              <a:ext cx="2265283" cy="1903732"/>
            </a:xfrm>
            <a:custGeom>
              <a:avLst/>
              <a:gdLst>
                <a:gd name="connsiteX0" fmla="*/ 221526 w 4531155"/>
                <a:gd name="connsiteY0" fmla="*/ 3762305 h 3807960"/>
                <a:gd name="connsiteX1" fmla="*/ 1500203 w 4531155"/>
                <a:gd name="connsiteY1" fmla="*/ 3094167 h 3807960"/>
                <a:gd name="connsiteX2" fmla="*/ 3411306 w 4531155"/>
                <a:gd name="connsiteY2" fmla="*/ 2816545 h 3807960"/>
                <a:gd name="connsiteX3" fmla="*/ 3967127 w 4531155"/>
                <a:gd name="connsiteY3" fmla="*/ 2412206 h 3807960"/>
                <a:gd name="connsiteX4" fmla="*/ 4493573 w 4531155"/>
                <a:gd name="connsiteY4" fmla="*/ 1346066 h 3807960"/>
                <a:gd name="connsiteX5" fmla="*/ 4493573 w 4531155"/>
                <a:gd name="connsiteY5" fmla="*/ 1022941 h 3807960"/>
                <a:gd name="connsiteX6" fmla="*/ 2998904 w 4531155"/>
                <a:gd name="connsiteY6" fmla="*/ 0 h 3807960"/>
                <a:gd name="connsiteX7" fmla="*/ 2577862 w 4531155"/>
                <a:gd name="connsiteY7" fmla="*/ 48958 h 3807960"/>
                <a:gd name="connsiteX8" fmla="*/ 1581416 w 4531155"/>
                <a:gd name="connsiteY8" fmla="*/ 702120 h 3807960"/>
                <a:gd name="connsiteX9" fmla="*/ 925 w 4531155"/>
                <a:gd name="connsiteY9" fmla="*/ 3667844 h 3807960"/>
                <a:gd name="connsiteX10" fmla="*/ 221526 w 4531155"/>
                <a:gd name="connsiteY10" fmla="*/ 3762305 h 3807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31155" h="3807960">
                  <a:moveTo>
                    <a:pt x="221526" y="3762305"/>
                  </a:moveTo>
                  <a:cubicBezTo>
                    <a:pt x="478989" y="3442635"/>
                    <a:pt x="879296" y="3160981"/>
                    <a:pt x="1500203" y="3094167"/>
                  </a:cubicBezTo>
                  <a:lnTo>
                    <a:pt x="3411306" y="2816545"/>
                  </a:lnTo>
                  <a:cubicBezTo>
                    <a:pt x="3651490" y="2781986"/>
                    <a:pt x="3859419" y="2630503"/>
                    <a:pt x="3967127" y="2412206"/>
                  </a:cubicBezTo>
                  <a:lnTo>
                    <a:pt x="4493573" y="1346066"/>
                  </a:lnTo>
                  <a:cubicBezTo>
                    <a:pt x="4543684" y="1244118"/>
                    <a:pt x="4543684" y="1124890"/>
                    <a:pt x="4493573" y="1022941"/>
                  </a:cubicBezTo>
                  <a:cubicBezTo>
                    <a:pt x="4114578" y="177402"/>
                    <a:pt x="3471784" y="0"/>
                    <a:pt x="2998904" y="0"/>
                  </a:cubicBezTo>
                  <a:cubicBezTo>
                    <a:pt x="2790399" y="0"/>
                    <a:pt x="2633732" y="34559"/>
                    <a:pt x="2577862" y="48958"/>
                  </a:cubicBezTo>
                  <a:cubicBezTo>
                    <a:pt x="2219602" y="222328"/>
                    <a:pt x="1903965" y="429105"/>
                    <a:pt x="1581416" y="702120"/>
                  </a:cubicBezTo>
                  <a:cubicBezTo>
                    <a:pt x="1566440" y="713640"/>
                    <a:pt x="226710" y="1774020"/>
                    <a:pt x="925" y="3667844"/>
                  </a:cubicBezTo>
                  <a:cubicBezTo>
                    <a:pt x="-13474" y="3791104"/>
                    <a:pt x="143769" y="3858493"/>
                    <a:pt x="221526" y="3762305"/>
                  </a:cubicBezTo>
                  <a:close/>
                </a:path>
              </a:pathLst>
            </a:custGeom>
            <a:solidFill>
              <a:schemeClr val="accent1">
                <a:lumMod val="75000"/>
              </a:schemeClr>
            </a:solidFill>
            <a:ln w="5757" cap="flat">
              <a:noFill/>
              <a:prstDash val="solid"/>
              <a:miter/>
            </a:ln>
          </p:spPr>
          <p:txBody>
            <a:bodyPr rtlCol="0" anchor="ctr"/>
            <a:lstStyle/>
            <a:p>
              <a:endParaRPr lang="en-RS" sz="450"/>
            </a:p>
          </p:txBody>
        </p:sp>
        <p:sp>
          <p:nvSpPr>
            <p:cNvPr id="55" name="Freeform 8">
              <a:extLst>
                <a:ext uri="{FF2B5EF4-FFF2-40B4-BE49-F238E27FC236}">
                  <a16:creationId xmlns:a16="http://schemas.microsoft.com/office/drawing/2014/main" id="{B86D73CF-1806-E00A-8973-AA18523020CC}"/>
                </a:ext>
              </a:extLst>
            </p:cNvPr>
            <p:cNvSpPr/>
            <p:nvPr/>
          </p:nvSpPr>
          <p:spPr>
            <a:xfrm>
              <a:off x="6949972" y="3458164"/>
              <a:ext cx="1450055" cy="2552821"/>
            </a:xfrm>
            <a:custGeom>
              <a:avLst/>
              <a:gdLst>
                <a:gd name="connsiteX0" fmla="*/ 2803297 w 2900488"/>
                <a:gd name="connsiteY0" fmla="*/ 4913952 h 5106306"/>
                <a:gd name="connsiteX1" fmla="*/ 2563113 w 2900488"/>
                <a:gd name="connsiteY1" fmla="*/ 3491280 h 5106306"/>
                <a:gd name="connsiteX2" fmla="*/ 2889694 w 2900488"/>
                <a:gd name="connsiteY2" fmla="*/ 1588241 h 5106306"/>
                <a:gd name="connsiteX3" fmla="*/ 2676581 w 2900488"/>
                <a:gd name="connsiteY3" fmla="*/ 934503 h 5106306"/>
                <a:gd name="connsiteX4" fmla="*/ 1825282 w 2900488"/>
                <a:gd name="connsiteY4" fmla="*/ 103939 h 5106306"/>
                <a:gd name="connsiteX5" fmla="*/ 1518285 w 2900488"/>
                <a:gd name="connsiteY5" fmla="*/ 3719 h 5106306"/>
                <a:gd name="connsiteX6" fmla="*/ 83517 w 2900488"/>
                <a:gd name="connsiteY6" fmla="*/ 1109025 h 5106306"/>
                <a:gd name="connsiteX7" fmla="*/ 0 w 2900488"/>
                <a:gd name="connsiteY7" fmla="*/ 1524883 h 5106306"/>
                <a:gd name="connsiteX8" fmla="*/ 313333 w 2900488"/>
                <a:gd name="connsiteY8" fmla="*/ 2674540 h 5106306"/>
                <a:gd name="connsiteX9" fmla="*/ 2646054 w 2900488"/>
                <a:gd name="connsiteY9" fmla="*/ 5094234 h 5106306"/>
                <a:gd name="connsiteX10" fmla="*/ 2803297 w 2900488"/>
                <a:gd name="connsiteY10" fmla="*/ 4913952 h 5106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0488" h="5106306">
                  <a:moveTo>
                    <a:pt x="2803297" y="4913952"/>
                  </a:moveTo>
                  <a:cubicBezTo>
                    <a:pt x="2578664" y="4570668"/>
                    <a:pt x="2434669" y="4102971"/>
                    <a:pt x="2563113" y="3491280"/>
                  </a:cubicBezTo>
                  <a:lnTo>
                    <a:pt x="2889694" y="1588241"/>
                  </a:lnTo>
                  <a:cubicBezTo>
                    <a:pt x="2931165" y="1348633"/>
                    <a:pt x="2851679" y="1104417"/>
                    <a:pt x="2676581" y="934503"/>
                  </a:cubicBezTo>
                  <a:lnTo>
                    <a:pt x="1825282" y="103939"/>
                  </a:lnTo>
                  <a:cubicBezTo>
                    <a:pt x="1744069" y="24454"/>
                    <a:pt x="1630601" y="-12409"/>
                    <a:pt x="1518285" y="3719"/>
                  </a:cubicBezTo>
                  <a:cubicBezTo>
                    <a:pt x="596716" y="102787"/>
                    <a:pt x="229240" y="659761"/>
                    <a:pt x="83517" y="1109025"/>
                  </a:cubicBezTo>
                  <a:cubicBezTo>
                    <a:pt x="19007" y="1307162"/>
                    <a:pt x="3456" y="1467285"/>
                    <a:pt x="0" y="1524883"/>
                  </a:cubicBezTo>
                  <a:cubicBezTo>
                    <a:pt x="54718" y="1920005"/>
                    <a:pt x="153787" y="2284025"/>
                    <a:pt x="313333" y="2674540"/>
                  </a:cubicBezTo>
                  <a:cubicBezTo>
                    <a:pt x="319669" y="2692396"/>
                    <a:pt x="914081" y="4294197"/>
                    <a:pt x="2646054" y="5094234"/>
                  </a:cubicBezTo>
                  <a:cubicBezTo>
                    <a:pt x="2758370" y="5146648"/>
                    <a:pt x="2871263" y="5017629"/>
                    <a:pt x="2803297" y="4913952"/>
                  </a:cubicBezTo>
                  <a:close/>
                </a:path>
              </a:pathLst>
            </a:custGeom>
            <a:solidFill>
              <a:schemeClr val="accent5">
                <a:lumMod val="75000"/>
              </a:schemeClr>
            </a:solidFill>
            <a:ln w="5757" cap="flat">
              <a:noFill/>
              <a:prstDash val="solid"/>
              <a:miter/>
            </a:ln>
          </p:spPr>
          <p:txBody>
            <a:bodyPr rtlCol="0" anchor="ctr"/>
            <a:lstStyle/>
            <a:p>
              <a:endParaRPr lang="en-RS" sz="450"/>
            </a:p>
          </p:txBody>
        </p:sp>
        <p:sp>
          <p:nvSpPr>
            <p:cNvPr id="56" name="Freeform 9">
              <a:extLst>
                <a:ext uri="{FF2B5EF4-FFF2-40B4-BE49-F238E27FC236}">
                  <a16:creationId xmlns:a16="http://schemas.microsoft.com/office/drawing/2014/main" id="{587C9ED0-3EBF-C56A-CF98-3D7F0151F25A}"/>
                </a:ext>
              </a:extLst>
            </p:cNvPr>
            <p:cNvSpPr/>
            <p:nvPr/>
          </p:nvSpPr>
          <p:spPr>
            <a:xfrm>
              <a:off x="8328979" y="4768696"/>
              <a:ext cx="2635018" cy="1443092"/>
            </a:xfrm>
            <a:custGeom>
              <a:avLst/>
              <a:gdLst>
                <a:gd name="connsiteX0" fmla="*/ 5114128 w 5270722"/>
                <a:gd name="connsiteY0" fmla="*/ 1194728 h 2886559"/>
                <a:gd name="connsiteX1" fmla="*/ 3686849 w 5270722"/>
                <a:gd name="connsiteY1" fmla="*/ 983343 h 2886559"/>
                <a:gd name="connsiteX2" fmla="*/ 1977914 w 5270722"/>
                <a:gd name="connsiteY2" fmla="*/ 84813 h 2886559"/>
                <a:gd name="connsiteX3" fmla="*/ 1290770 w 5270722"/>
                <a:gd name="connsiteY3" fmla="*/ 85390 h 2886559"/>
                <a:gd name="connsiteX4" fmla="*/ 237877 w 5270722"/>
                <a:gd name="connsiteY4" fmla="*/ 638907 h 2886559"/>
                <a:gd name="connsiteX5" fmla="*/ 47804 w 5270722"/>
                <a:gd name="connsiteY5" fmla="*/ 900402 h 2886559"/>
                <a:gd name="connsiteX6" fmla="*/ 655463 w 5270722"/>
                <a:gd name="connsiteY6" fmla="*/ 2606456 h 2886559"/>
                <a:gd name="connsiteX7" fmla="*/ 1024667 w 5270722"/>
                <a:gd name="connsiteY7" fmla="*/ 2814385 h 2886559"/>
                <a:gd name="connsiteX8" fmla="*/ 2215219 w 5270722"/>
                <a:gd name="connsiteY8" fmla="*/ 2871983 h 2886559"/>
                <a:gd name="connsiteX9" fmla="*/ 5237388 w 5270722"/>
                <a:gd name="connsiteY9" fmla="*/ 1401505 h 2886559"/>
                <a:gd name="connsiteX10" fmla="*/ 5114128 w 5270722"/>
                <a:gd name="connsiteY10" fmla="*/ 1194728 h 2886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70722" h="2886559">
                  <a:moveTo>
                    <a:pt x="5114128" y="1194728"/>
                  </a:moveTo>
                  <a:cubicBezTo>
                    <a:pt x="4717854" y="1302436"/>
                    <a:pt x="4228846" y="1294372"/>
                    <a:pt x="3686849" y="983343"/>
                  </a:cubicBezTo>
                  <a:lnTo>
                    <a:pt x="1977914" y="84813"/>
                  </a:lnTo>
                  <a:cubicBezTo>
                    <a:pt x="1763074" y="-28654"/>
                    <a:pt x="1506187" y="-28079"/>
                    <a:pt x="1290770" y="85390"/>
                  </a:cubicBezTo>
                  <a:lnTo>
                    <a:pt x="237877" y="638907"/>
                  </a:lnTo>
                  <a:cubicBezTo>
                    <a:pt x="137657" y="691897"/>
                    <a:pt x="67387" y="788086"/>
                    <a:pt x="47804" y="900402"/>
                  </a:cubicBezTo>
                  <a:cubicBezTo>
                    <a:pt x="-142846" y="1807572"/>
                    <a:pt x="273012" y="2328834"/>
                    <a:pt x="655463" y="2606456"/>
                  </a:cubicBezTo>
                  <a:cubicBezTo>
                    <a:pt x="824226" y="2729140"/>
                    <a:pt x="971677" y="2793074"/>
                    <a:pt x="1024667" y="2814385"/>
                  </a:cubicBezTo>
                  <a:cubicBezTo>
                    <a:pt x="1416910" y="2884655"/>
                    <a:pt x="1794177" y="2903086"/>
                    <a:pt x="2215219" y="2871983"/>
                  </a:cubicBezTo>
                  <a:cubicBezTo>
                    <a:pt x="2234226" y="2871407"/>
                    <a:pt x="3941432" y="2801138"/>
                    <a:pt x="5237388" y="1401505"/>
                  </a:cubicBezTo>
                  <a:cubicBezTo>
                    <a:pt x="5321481" y="1309924"/>
                    <a:pt x="5233932" y="1162473"/>
                    <a:pt x="5114128" y="1194728"/>
                  </a:cubicBezTo>
                  <a:close/>
                </a:path>
              </a:pathLst>
            </a:custGeom>
            <a:solidFill>
              <a:schemeClr val="accent4">
                <a:lumMod val="75000"/>
              </a:schemeClr>
            </a:solidFill>
            <a:ln w="5757" cap="flat">
              <a:noFill/>
              <a:prstDash val="solid"/>
              <a:miter/>
            </a:ln>
          </p:spPr>
          <p:txBody>
            <a:bodyPr rtlCol="0" anchor="ctr"/>
            <a:lstStyle/>
            <a:p>
              <a:endParaRPr lang="en-RS" sz="450"/>
            </a:p>
          </p:txBody>
        </p:sp>
        <p:sp>
          <p:nvSpPr>
            <p:cNvPr id="57" name="Freeform 10">
              <a:extLst>
                <a:ext uri="{FF2B5EF4-FFF2-40B4-BE49-F238E27FC236}">
                  <a16:creationId xmlns:a16="http://schemas.microsoft.com/office/drawing/2014/main" id="{A29E144E-F7A0-5CF3-039B-B84FFC8B9814}"/>
                </a:ext>
              </a:extLst>
            </p:cNvPr>
            <p:cNvSpPr/>
            <p:nvPr/>
          </p:nvSpPr>
          <p:spPr>
            <a:xfrm>
              <a:off x="10023075" y="2727705"/>
              <a:ext cx="1532377" cy="2552503"/>
            </a:xfrm>
            <a:custGeom>
              <a:avLst/>
              <a:gdLst>
                <a:gd name="connsiteX0" fmla="*/ 2247909 w 3065154"/>
                <a:gd name="connsiteY0" fmla="*/ 117034 h 5105671"/>
                <a:gd name="connsiteX1" fmla="*/ 1605691 w 3065154"/>
                <a:gd name="connsiteY1" fmla="*/ 1408958 h 5105671"/>
                <a:gd name="connsiteX2" fmla="*/ 222762 w 3065154"/>
                <a:gd name="connsiteY2" fmla="*/ 2756752 h 5105671"/>
                <a:gd name="connsiteX3" fmla="*/ 10801 w 3065154"/>
                <a:gd name="connsiteY3" fmla="*/ 3410490 h 5105671"/>
                <a:gd name="connsiteX4" fmla="*/ 211818 w 3065154"/>
                <a:gd name="connsiteY4" fmla="*/ 4582611 h 5105671"/>
                <a:gd name="connsiteX5" fmla="*/ 401316 w 3065154"/>
                <a:gd name="connsiteY5" fmla="*/ 4844105 h 5105671"/>
                <a:gd name="connsiteX6" fmla="*/ 2212198 w 3065154"/>
                <a:gd name="connsiteY6" fmla="*/ 4793419 h 5105671"/>
                <a:gd name="connsiteX7" fmla="*/ 2523804 w 3065154"/>
                <a:gd name="connsiteY7" fmla="*/ 4506005 h 5105671"/>
                <a:gd name="connsiteX8" fmla="*/ 2946573 w 3065154"/>
                <a:gd name="connsiteY8" fmla="*/ 3391483 h 5105671"/>
                <a:gd name="connsiteX9" fmla="*/ 2481757 w 3065154"/>
                <a:gd name="connsiteY9" fmla="*/ 62892 h 5105671"/>
                <a:gd name="connsiteX10" fmla="*/ 2247909 w 3065154"/>
                <a:gd name="connsiteY10" fmla="*/ 117034 h 5105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65154" h="5105671">
                  <a:moveTo>
                    <a:pt x="2247909" y="117034"/>
                  </a:moveTo>
                  <a:cubicBezTo>
                    <a:pt x="2227750" y="527132"/>
                    <a:pt x="2069355" y="989644"/>
                    <a:pt x="1605691" y="1408958"/>
                  </a:cubicBezTo>
                  <a:lnTo>
                    <a:pt x="222762" y="2756752"/>
                  </a:lnTo>
                  <a:cubicBezTo>
                    <a:pt x="48816" y="2926091"/>
                    <a:pt x="-30669" y="3170882"/>
                    <a:pt x="10801" y="3410490"/>
                  </a:cubicBezTo>
                  <a:lnTo>
                    <a:pt x="211818" y="4582611"/>
                  </a:lnTo>
                  <a:cubicBezTo>
                    <a:pt x="230825" y="4694350"/>
                    <a:pt x="301095" y="4791115"/>
                    <a:pt x="401316" y="4844105"/>
                  </a:cubicBezTo>
                  <a:cubicBezTo>
                    <a:pt x="1204809" y="5305466"/>
                    <a:pt x="1829748" y="5071042"/>
                    <a:pt x="2212198" y="4793419"/>
                  </a:cubicBezTo>
                  <a:cubicBezTo>
                    <a:pt x="2380961" y="4670735"/>
                    <a:pt x="2487517" y="4550355"/>
                    <a:pt x="2523804" y="4506005"/>
                  </a:cubicBezTo>
                  <a:cubicBezTo>
                    <a:pt x="2711574" y="4154657"/>
                    <a:pt x="2845777" y="3801581"/>
                    <a:pt x="2946573" y="3391483"/>
                  </a:cubicBezTo>
                  <a:cubicBezTo>
                    <a:pt x="2951757" y="3373052"/>
                    <a:pt x="3412542" y="1728051"/>
                    <a:pt x="2481757" y="62892"/>
                  </a:cubicBezTo>
                  <a:cubicBezTo>
                    <a:pt x="2421279" y="-44241"/>
                    <a:pt x="2254245" y="-6802"/>
                    <a:pt x="2247909" y="117034"/>
                  </a:cubicBezTo>
                  <a:close/>
                </a:path>
              </a:pathLst>
            </a:custGeom>
            <a:solidFill>
              <a:schemeClr val="accent3">
                <a:lumMod val="65000"/>
              </a:schemeClr>
            </a:solidFill>
            <a:ln w="5757" cap="flat">
              <a:noFill/>
              <a:prstDash val="solid"/>
              <a:miter/>
            </a:ln>
          </p:spPr>
          <p:txBody>
            <a:bodyPr rtlCol="0" anchor="ctr"/>
            <a:lstStyle/>
            <a:p>
              <a:endParaRPr lang="en-RS" sz="450"/>
            </a:p>
          </p:txBody>
        </p:sp>
        <p:sp>
          <p:nvSpPr>
            <p:cNvPr id="46" name="Freeform 49">
              <a:extLst>
                <a:ext uri="{FF2B5EF4-FFF2-40B4-BE49-F238E27FC236}">
                  <a16:creationId xmlns:a16="http://schemas.microsoft.com/office/drawing/2014/main" id="{E18E4EA3-9425-14CE-CAAE-7521FBA57F62}"/>
                </a:ext>
              </a:extLst>
            </p:cNvPr>
            <p:cNvSpPr/>
            <p:nvPr/>
          </p:nvSpPr>
          <p:spPr>
            <a:xfrm>
              <a:off x="8043294" y="2145066"/>
              <a:ext cx="701655" cy="701909"/>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47" name="Freeform 50">
              <a:extLst>
                <a:ext uri="{FF2B5EF4-FFF2-40B4-BE49-F238E27FC236}">
                  <a16:creationId xmlns:a16="http://schemas.microsoft.com/office/drawing/2014/main" id="{89DC618F-DA73-83F9-23C0-78280B63EDF6}"/>
                </a:ext>
              </a:extLst>
            </p:cNvPr>
            <p:cNvSpPr/>
            <p:nvPr/>
          </p:nvSpPr>
          <p:spPr>
            <a:xfrm rot="17073275">
              <a:off x="8094950" y="2196977"/>
              <a:ext cx="597987" cy="597994"/>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48" name="Freeform 51">
              <a:extLst>
                <a:ext uri="{FF2B5EF4-FFF2-40B4-BE49-F238E27FC236}">
                  <a16:creationId xmlns:a16="http://schemas.microsoft.com/office/drawing/2014/main" id="{666B9241-B236-F054-206D-DA2CB276D9BD}"/>
                </a:ext>
              </a:extLst>
            </p:cNvPr>
            <p:cNvSpPr/>
            <p:nvPr/>
          </p:nvSpPr>
          <p:spPr>
            <a:xfrm rot="20037154">
              <a:off x="8127832" y="2229701"/>
              <a:ext cx="532404" cy="532399"/>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grpSp>
          <p:nvGrpSpPr>
            <p:cNvPr id="49" name="Group 48">
              <a:extLst>
                <a:ext uri="{FF2B5EF4-FFF2-40B4-BE49-F238E27FC236}">
                  <a16:creationId xmlns:a16="http://schemas.microsoft.com/office/drawing/2014/main" id="{A1F9EE52-F8D9-02B1-5A75-C5B850A89AEF}"/>
                </a:ext>
              </a:extLst>
            </p:cNvPr>
            <p:cNvGrpSpPr>
              <a:grpSpLocks noChangeAspect="1"/>
            </p:cNvGrpSpPr>
            <p:nvPr/>
          </p:nvGrpSpPr>
          <p:grpSpPr>
            <a:xfrm>
              <a:off x="8197222" y="2301456"/>
              <a:ext cx="389974" cy="389970"/>
              <a:chOff x="5730616" y="2182971"/>
              <a:chExt cx="844932" cy="844931"/>
            </a:xfrm>
          </p:grpSpPr>
          <p:sp>
            <p:nvSpPr>
              <p:cNvPr id="50" name="Oval 49">
                <a:extLst>
                  <a:ext uri="{FF2B5EF4-FFF2-40B4-BE49-F238E27FC236}">
                    <a16:creationId xmlns:a16="http://schemas.microsoft.com/office/drawing/2014/main" id="{FB4AA5D0-F77F-91B1-2782-E92CECB4277B}"/>
                  </a:ext>
                </a:extLst>
              </p:cNvPr>
              <p:cNvSpPr/>
              <p:nvPr/>
            </p:nvSpPr>
            <p:spPr>
              <a:xfrm>
                <a:off x="5730616" y="2182971"/>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51" name="Oval 50">
                <a:extLst>
                  <a:ext uri="{FF2B5EF4-FFF2-40B4-BE49-F238E27FC236}">
                    <a16:creationId xmlns:a16="http://schemas.microsoft.com/office/drawing/2014/main" id="{0B92E425-D635-0EA4-1EED-72C14DC819F5}"/>
                  </a:ext>
                </a:extLst>
              </p:cNvPr>
              <p:cNvSpPr/>
              <p:nvPr/>
            </p:nvSpPr>
            <p:spPr>
              <a:xfrm>
                <a:off x="5795926" y="2251206"/>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sp>
          <p:nvSpPr>
            <p:cNvPr id="39" name="Freeform 57">
              <a:extLst>
                <a:ext uri="{FF2B5EF4-FFF2-40B4-BE49-F238E27FC236}">
                  <a16:creationId xmlns:a16="http://schemas.microsoft.com/office/drawing/2014/main" id="{79C38D3E-F5A6-5B77-6760-D20B353FFC58}"/>
                </a:ext>
              </a:extLst>
            </p:cNvPr>
            <p:cNvSpPr/>
            <p:nvPr/>
          </p:nvSpPr>
          <p:spPr>
            <a:xfrm>
              <a:off x="10017081" y="2387565"/>
              <a:ext cx="701831" cy="701909"/>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40" name="Freeform 58">
              <a:extLst>
                <a:ext uri="{FF2B5EF4-FFF2-40B4-BE49-F238E27FC236}">
                  <a16:creationId xmlns:a16="http://schemas.microsoft.com/office/drawing/2014/main" id="{4685BA16-F28A-DD57-9CA6-73AD8BB90963}"/>
                </a:ext>
              </a:extLst>
            </p:cNvPr>
            <p:cNvSpPr/>
            <p:nvPr/>
          </p:nvSpPr>
          <p:spPr>
            <a:xfrm rot="16751011">
              <a:off x="10068807" y="2439670"/>
              <a:ext cx="598004" cy="598012"/>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41" name="Freeform 59">
              <a:extLst>
                <a:ext uri="{FF2B5EF4-FFF2-40B4-BE49-F238E27FC236}">
                  <a16:creationId xmlns:a16="http://schemas.microsoft.com/office/drawing/2014/main" id="{A32A6648-4338-7C46-B243-833C960F8F91}"/>
                </a:ext>
              </a:extLst>
            </p:cNvPr>
            <p:cNvSpPr/>
            <p:nvPr/>
          </p:nvSpPr>
          <p:spPr>
            <a:xfrm rot="17762846">
              <a:off x="10101627" y="2472628"/>
              <a:ext cx="532399" cy="532406"/>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grpSp>
          <p:nvGrpSpPr>
            <p:cNvPr id="42" name="Group 41">
              <a:extLst>
                <a:ext uri="{FF2B5EF4-FFF2-40B4-BE49-F238E27FC236}">
                  <a16:creationId xmlns:a16="http://schemas.microsoft.com/office/drawing/2014/main" id="{ECEF304E-0163-B8E2-CA70-89B3EA3C0EAD}"/>
                </a:ext>
              </a:extLst>
            </p:cNvPr>
            <p:cNvGrpSpPr>
              <a:grpSpLocks noChangeAspect="1"/>
            </p:cNvGrpSpPr>
            <p:nvPr/>
          </p:nvGrpSpPr>
          <p:grpSpPr>
            <a:xfrm>
              <a:off x="10172821" y="2544215"/>
              <a:ext cx="389975" cy="389970"/>
              <a:chOff x="8894154" y="2185109"/>
              <a:chExt cx="844932" cy="844931"/>
            </a:xfrm>
          </p:grpSpPr>
          <p:sp>
            <p:nvSpPr>
              <p:cNvPr id="43" name="Oval 42">
                <a:extLst>
                  <a:ext uri="{FF2B5EF4-FFF2-40B4-BE49-F238E27FC236}">
                    <a16:creationId xmlns:a16="http://schemas.microsoft.com/office/drawing/2014/main" id="{A3E5E654-A4BC-FD07-08C2-1E214B3BBD84}"/>
                  </a:ext>
                </a:extLst>
              </p:cNvPr>
              <p:cNvSpPr/>
              <p:nvPr/>
            </p:nvSpPr>
            <p:spPr>
              <a:xfrm>
                <a:off x="8894154" y="2185109"/>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44" name="Oval 43">
                <a:extLst>
                  <a:ext uri="{FF2B5EF4-FFF2-40B4-BE49-F238E27FC236}">
                    <a16:creationId xmlns:a16="http://schemas.microsoft.com/office/drawing/2014/main" id="{E120C614-6447-F275-CE7D-8828044602F3}"/>
                  </a:ext>
                </a:extLst>
              </p:cNvPr>
              <p:cNvSpPr/>
              <p:nvPr/>
            </p:nvSpPr>
            <p:spPr>
              <a:xfrm>
                <a:off x="8960934" y="225120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sp>
          <p:nvSpPr>
            <p:cNvPr id="31" name="Freeform 65">
              <a:extLst>
                <a:ext uri="{FF2B5EF4-FFF2-40B4-BE49-F238E27FC236}">
                  <a16:creationId xmlns:a16="http://schemas.microsoft.com/office/drawing/2014/main" id="{A0E407F7-0AEA-3F9C-B4F4-395E3377C3D1}"/>
                </a:ext>
              </a:extLst>
            </p:cNvPr>
            <p:cNvSpPr/>
            <p:nvPr/>
          </p:nvSpPr>
          <p:spPr>
            <a:xfrm rot="18900000">
              <a:off x="10408077" y="4152380"/>
              <a:ext cx="701909" cy="701909"/>
            </a:xfrm>
            <a:custGeom>
              <a:avLst/>
              <a:gdLst>
                <a:gd name="connsiteX0" fmla="*/ 1711944 w 1711943"/>
                <a:gd name="connsiteY0" fmla="*/ 855972 h 1711943"/>
                <a:gd name="connsiteX1" fmla="*/ 855972 w 1711943"/>
                <a:gd name="connsiteY1" fmla="*/ 1711943 h 1711943"/>
                <a:gd name="connsiteX2" fmla="*/ -1 w 1711943"/>
                <a:gd name="connsiteY2" fmla="*/ 855972 h 1711943"/>
                <a:gd name="connsiteX3" fmla="*/ 855972 w 1711943"/>
                <a:gd name="connsiteY3" fmla="*/ 0 h 1711943"/>
                <a:gd name="connsiteX4" fmla="*/ 1711944 w 1711943"/>
                <a:gd name="connsiteY4" fmla="*/ 855972 h 171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943" h="1711943">
                  <a:moveTo>
                    <a:pt x="1711944" y="855972"/>
                  </a:moveTo>
                  <a:cubicBezTo>
                    <a:pt x="1711944" y="1328712"/>
                    <a:pt x="1328712" y="1711943"/>
                    <a:pt x="855972" y="1711943"/>
                  </a:cubicBezTo>
                  <a:cubicBezTo>
                    <a:pt x="383231" y="1711943"/>
                    <a:pt x="-1" y="1328712"/>
                    <a:pt x="-1" y="855972"/>
                  </a:cubicBezTo>
                  <a:cubicBezTo>
                    <a:pt x="-1" y="383231"/>
                    <a:pt x="383231" y="0"/>
                    <a:pt x="855972" y="0"/>
                  </a:cubicBezTo>
                  <a:cubicBezTo>
                    <a:pt x="1328712" y="0"/>
                    <a:pt x="1711944" y="383232"/>
                    <a:pt x="1711944" y="855972"/>
                  </a:cubicBezTo>
                  <a:close/>
                </a:path>
              </a:pathLst>
            </a:custGeom>
            <a:solidFill>
              <a:schemeClr val="accent3"/>
            </a:solidFill>
            <a:ln w="6350" cap="flat">
              <a:noFill/>
              <a:prstDash val="solid"/>
              <a:miter/>
            </a:ln>
          </p:spPr>
          <p:txBody>
            <a:bodyPr rtlCol="0" anchor="ctr"/>
            <a:lstStyle/>
            <a:p>
              <a:endParaRPr lang="en-RS" sz="450"/>
            </a:p>
          </p:txBody>
        </p:sp>
        <p:grpSp>
          <p:nvGrpSpPr>
            <p:cNvPr id="32" name="Group 31">
              <a:extLst>
                <a:ext uri="{FF2B5EF4-FFF2-40B4-BE49-F238E27FC236}">
                  <a16:creationId xmlns:a16="http://schemas.microsoft.com/office/drawing/2014/main" id="{0CB2455B-145E-3565-6636-5077684D0D48}"/>
                </a:ext>
              </a:extLst>
            </p:cNvPr>
            <p:cNvGrpSpPr/>
            <p:nvPr/>
          </p:nvGrpSpPr>
          <p:grpSpPr>
            <a:xfrm>
              <a:off x="10459893" y="4204150"/>
              <a:ext cx="598295" cy="598295"/>
              <a:chOff x="8611178" y="6769427"/>
              <a:chExt cx="1987332" cy="1987331"/>
            </a:xfrm>
          </p:grpSpPr>
          <p:sp>
            <p:nvSpPr>
              <p:cNvPr id="33" name="Freeform 67">
                <a:extLst>
                  <a:ext uri="{FF2B5EF4-FFF2-40B4-BE49-F238E27FC236}">
                    <a16:creationId xmlns:a16="http://schemas.microsoft.com/office/drawing/2014/main" id="{C8662D12-A293-B0A4-50CB-862FFD327D83}"/>
                  </a:ext>
                </a:extLst>
              </p:cNvPr>
              <p:cNvSpPr/>
              <p:nvPr/>
            </p:nvSpPr>
            <p:spPr>
              <a:xfrm>
                <a:off x="8611178" y="6769427"/>
                <a:ext cx="1987332" cy="1987331"/>
              </a:xfrm>
              <a:custGeom>
                <a:avLst/>
                <a:gdLst>
                  <a:gd name="connsiteX0" fmla="*/ 1459230 w 1459230"/>
                  <a:gd name="connsiteY0" fmla="*/ 729615 h 1459229"/>
                  <a:gd name="connsiteX1" fmla="*/ 729615 w 1459230"/>
                  <a:gd name="connsiteY1" fmla="*/ 1459230 h 1459229"/>
                  <a:gd name="connsiteX2" fmla="*/ 0 w 1459230"/>
                  <a:gd name="connsiteY2" fmla="*/ 729615 h 1459229"/>
                  <a:gd name="connsiteX3" fmla="*/ 729615 w 1459230"/>
                  <a:gd name="connsiteY3" fmla="*/ 0 h 1459229"/>
                  <a:gd name="connsiteX4" fmla="*/ 1459230 w 1459230"/>
                  <a:gd name="connsiteY4" fmla="*/ 729615 h 1459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30" h="1459229">
                    <a:moveTo>
                      <a:pt x="1459230" y="729615"/>
                    </a:moveTo>
                    <a:cubicBezTo>
                      <a:pt x="1459230" y="1132570"/>
                      <a:pt x="1132570" y="1459230"/>
                      <a:pt x="729615" y="1459230"/>
                    </a:cubicBezTo>
                    <a:cubicBezTo>
                      <a:pt x="326659" y="1459230"/>
                      <a:pt x="0" y="1132570"/>
                      <a:pt x="0" y="729615"/>
                    </a:cubicBezTo>
                    <a:cubicBezTo>
                      <a:pt x="0" y="326660"/>
                      <a:pt x="326659" y="0"/>
                      <a:pt x="729615" y="0"/>
                    </a:cubicBezTo>
                    <a:cubicBezTo>
                      <a:pt x="1132570" y="0"/>
                      <a:pt x="1459230" y="326660"/>
                      <a:pt x="1459230" y="729615"/>
                    </a:cubicBezTo>
                    <a:close/>
                  </a:path>
                </a:pathLst>
              </a:custGeom>
              <a:solidFill>
                <a:schemeClr val="accent3">
                  <a:lumMod val="75000"/>
                </a:schemeClr>
              </a:solidFill>
              <a:ln w="6350" cap="flat">
                <a:noFill/>
                <a:prstDash val="solid"/>
                <a:miter/>
              </a:ln>
            </p:spPr>
            <p:txBody>
              <a:bodyPr rtlCol="0" anchor="ctr"/>
              <a:lstStyle/>
              <a:p>
                <a:endParaRPr lang="en-RS" sz="450"/>
              </a:p>
            </p:txBody>
          </p:sp>
          <p:sp>
            <p:nvSpPr>
              <p:cNvPr id="34" name="Freeform 68">
                <a:extLst>
                  <a:ext uri="{FF2B5EF4-FFF2-40B4-BE49-F238E27FC236}">
                    <a16:creationId xmlns:a16="http://schemas.microsoft.com/office/drawing/2014/main" id="{BE3AFD40-C397-E239-74DC-01BD4E0F899D}"/>
                  </a:ext>
                </a:extLst>
              </p:cNvPr>
              <p:cNvSpPr/>
              <p:nvPr/>
            </p:nvSpPr>
            <p:spPr>
              <a:xfrm rot="18900000">
                <a:off x="8720123" y="6878525"/>
                <a:ext cx="1769383" cy="1769383"/>
              </a:xfrm>
              <a:custGeom>
                <a:avLst/>
                <a:gdLst>
                  <a:gd name="connsiteX0" fmla="*/ 1299198 w 1299197"/>
                  <a:gd name="connsiteY0" fmla="*/ 649599 h 1299197"/>
                  <a:gd name="connsiteX1" fmla="*/ 649598 w 1299197"/>
                  <a:gd name="connsiteY1" fmla="*/ 1299197 h 1299197"/>
                  <a:gd name="connsiteX2" fmla="*/ -1 w 1299197"/>
                  <a:gd name="connsiteY2" fmla="*/ 649599 h 1299197"/>
                  <a:gd name="connsiteX3" fmla="*/ 649598 w 1299197"/>
                  <a:gd name="connsiteY3" fmla="*/ 0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2" y="1299197"/>
                      <a:pt x="649598" y="1299197"/>
                    </a:cubicBezTo>
                    <a:cubicBezTo>
                      <a:pt x="290835" y="1299197"/>
                      <a:pt x="-1" y="1008362"/>
                      <a:pt x="-1" y="649599"/>
                    </a:cubicBezTo>
                    <a:cubicBezTo>
                      <a:pt x="-1" y="290835"/>
                      <a:pt x="290835" y="0"/>
                      <a:pt x="649598" y="0"/>
                    </a:cubicBezTo>
                    <a:cubicBezTo>
                      <a:pt x="1008362" y="0"/>
                      <a:pt x="1299198" y="290835"/>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35" name="Group 34">
                <a:extLst>
                  <a:ext uri="{FF2B5EF4-FFF2-40B4-BE49-F238E27FC236}">
                    <a16:creationId xmlns:a16="http://schemas.microsoft.com/office/drawing/2014/main" id="{029AB576-21C8-151B-CCAF-79F718DE062A}"/>
                  </a:ext>
                </a:extLst>
              </p:cNvPr>
              <p:cNvGrpSpPr>
                <a:grpSpLocks noChangeAspect="1"/>
              </p:cNvGrpSpPr>
              <p:nvPr/>
            </p:nvGrpSpPr>
            <p:grpSpPr>
              <a:xfrm>
                <a:off x="8955453" y="7110567"/>
                <a:ext cx="1296002" cy="1296000"/>
                <a:chOff x="5738342" y="3286296"/>
                <a:chExt cx="844932" cy="844931"/>
              </a:xfrm>
            </p:grpSpPr>
            <p:sp>
              <p:nvSpPr>
                <p:cNvPr id="36" name="Oval 35">
                  <a:extLst>
                    <a:ext uri="{FF2B5EF4-FFF2-40B4-BE49-F238E27FC236}">
                      <a16:creationId xmlns:a16="http://schemas.microsoft.com/office/drawing/2014/main" id="{9AD46E8E-3176-2CC9-405F-01BD46D693B6}"/>
                    </a:ext>
                  </a:extLst>
                </p:cNvPr>
                <p:cNvSpPr/>
                <p:nvPr/>
              </p:nvSpPr>
              <p:spPr>
                <a:xfrm>
                  <a:off x="5738342" y="3286296"/>
                  <a:ext cx="844932" cy="844931"/>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37" name="Oval 36">
                  <a:extLst>
                    <a:ext uri="{FF2B5EF4-FFF2-40B4-BE49-F238E27FC236}">
                      <a16:creationId xmlns:a16="http://schemas.microsoft.com/office/drawing/2014/main" id="{E0948310-D5EC-5A19-0EB3-5B5E95202CA5}"/>
                    </a:ext>
                  </a:extLst>
                </p:cNvPr>
                <p:cNvSpPr/>
                <p:nvPr/>
              </p:nvSpPr>
              <p:spPr>
                <a:xfrm>
                  <a:off x="5806578" y="3356328"/>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sp>
          <p:nvSpPr>
            <p:cNvPr id="24" name="Freeform 74">
              <a:extLst>
                <a:ext uri="{FF2B5EF4-FFF2-40B4-BE49-F238E27FC236}">
                  <a16:creationId xmlns:a16="http://schemas.microsoft.com/office/drawing/2014/main" id="{761C7DE1-0802-CFC1-DB99-D495EF1551F3}"/>
                </a:ext>
              </a:extLst>
            </p:cNvPr>
            <p:cNvSpPr/>
            <p:nvPr/>
          </p:nvSpPr>
          <p:spPr>
            <a:xfrm>
              <a:off x="8733246" y="5134628"/>
              <a:ext cx="701616" cy="701909"/>
            </a:xfrm>
            <a:custGeom>
              <a:avLst/>
              <a:gdLst>
                <a:gd name="connsiteX0" fmla="*/ 1597872 w 1712736"/>
                <a:gd name="connsiteY0" fmla="*/ 428202 h 1713441"/>
                <a:gd name="connsiteX1" fmla="*/ 1077807 w 1712736"/>
                <a:gd name="connsiteY1" fmla="*/ 29422 h 1713441"/>
                <a:gd name="connsiteX2" fmla="*/ 428202 w 1712736"/>
                <a:gd name="connsiteY2" fmla="*/ 115147 h 1713441"/>
                <a:gd name="connsiteX3" fmla="*/ 29422 w 1712736"/>
                <a:gd name="connsiteY3" fmla="*/ 635211 h 1713441"/>
                <a:gd name="connsiteX4" fmla="*/ 115147 w 1712736"/>
                <a:gd name="connsiteY4" fmla="*/ 1284817 h 1713441"/>
                <a:gd name="connsiteX5" fmla="*/ 635211 w 1712736"/>
                <a:gd name="connsiteY5" fmla="*/ 1683596 h 1713441"/>
                <a:gd name="connsiteX6" fmla="*/ 858097 w 1712736"/>
                <a:gd name="connsiteY6" fmla="*/ 1713442 h 1713441"/>
                <a:gd name="connsiteX7" fmla="*/ 1284817 w 1712736"/>
                <a:gd name="connsiteY7" fmla="*/ 1598507 h 1713441"/>
                <a:gd name="connsiteX8" fmla="*/ 1683597 w 1712736"/>
                <a:gd name="connsiteY8" fmla="*/ 1078442 h 1713441"/>
                <a:gd name="connsiteX9" fmla="*/ 1597872 w 1712736"/>
                <a:gd name="connsiteY9" fmla="*/ 428202 h 171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2736" h="1713441">
                  <a:moveTo>
                    <a:pt x="1597872" y="428202"/>
                  </a:moveTo>
                  <a:cubicBezTo>
                    <a:pt x="1483572" y="230081"/>
                    <a:pt x="1298786" y="88477"/>
                    <a:pt x="1077807" y="29422"/>
                  </a:cubicBezTo>
                  <a:cubicBezTo>
                    <a:pt x="856827" y="-29633"/>
                    <a:pt x="626322" y="847"/>
                    <a:pt x="428202" y="115147"/>
                  </a:cubicBezTo>
                  <a:cubicBezTo>
                    <a:pt x="230082" y="229447"/>
                    <a:pt x="88477" y="414231"/>
                    <a:pt x="29422" y="635211"/>
                  </a:cubicBezTo>
                  <a:cubicBezTo>
                    <a:pt x="-29633" y="856192"/>
                    <a:pt x="847" y="1086697"/>
                    <a:pt x="115147" y="1284817"/>
                  </a:cubicBezTo>
                  <a:cubicBezTo>
                    <a:pt x="229447" y="1482936"/>
                    <a:pt x="414232" y="1624542"/>
                    <a:pt x="635211" y="1683596"/>
                  </a:cubicBezTo>
                  <a:cubicBezTo>
                    <a:pt x="708872" y="1703282"/>
                    <a:pt x="783802" y="1713442"/>
                    <a:pt x="858097" y="1713442"/>
                  </a:cubicBezTo>
                  <a:cubicBezTo>
                    <a:pt x="1006686" y="1713442"/>
                    <a:pt x="1152736" y="1674707"/>
                    <a:pt x="1284817" y="1598507"/>
                  </a:cubicBezTo>
                  <a:cubicBezTo>
                    <a:pt x="1482936" y="1484207"/>
                    <a:pt x="1624542" y="1299422"/>
                    <a:pt x="1683597" y="1078442"/>
                  </a:cubicBezTo>
                  <a:cubicBezTo>
                    <a:pt x="1742017" y="856827"/>
                    <a:pt x="1712172" y="626322"/>
                    <a:pt x="1597872" y="428202"/>
                  </a:cubicBezTo>
                  <a:close/>
                </a:path>
              </a:pathLst>
            </a:custGeom>
            <a:solidFill>
              <a:schemeClr val="accent4"/>
            </a:solidFill>
            <a:ln w="6350" cap="flat">
              <a:noFill/>
              <a:prstDash val="solid"/>
              <a:miter/>
            </a:ln>
          </p:spPr>
          <p:txBody>
            <a:bodyPr rtlCol="0" anchor="ctr"/>
            <a:lstStyle/>
            <a:p>
              <a:endParaRPr lang="en-RS" sz="450"/>
            </a:p>
          </p:txBody>
        </p:sp>
        <p:sp>
          <p:nvSpPr>
            <p:cNvPr id="25" name="Freeform 75">
              <a:extLst>
                <a:ext uri="{FF2B5EF4-FFF2-40B4-BE49-F238E27FC236}">
                  <a16:creationId xmlns:a16="http://schemas.microsoft.com/office/drawing/2014/main" id="{7BC95FF6-E43D-8BE0-4CA7-B58F89DF7D06}"/>
                </a:ext>
              </a:extLst>
            </p:cNvPr>
            <p:cNvSpPr/>
            <p:nvPr/>
          </p:nvSpPr>
          <p:spPr>
            <a:xfrm rot="18900000">
              <a:off x="8784974" y="5186468"/>
              <a:ext cx="597762" cy="597766"/>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4">
                <a:lumMod val="75000"/>
              </a:schemeClr>
            </a:solidFill>
            <a:ln w="6350" cap="flat">
              <a:noFill/>
              <a:prstDash val="solid"/>
              <a:miter/>
            </a:ln>
          </p:spPr>
          <p:txBody>
            <a:bodyPr rtlCol="0" anchor="ctr"/>
            <a:lstStyle/>
            <a:p>
              <a:endParaRPr lang="en-RS" sz="450"/>
            </a:p>
          </p:txBody>
        </p:sp>
        <p:sp>
          <p:nvSpPr>
            <p:cNvPr id="26" name="Freeform 76">
              <a:extLst>
                <a:ext uri="{FF2B5EF4-FFF2-40B4-BE49-F238E27FC236}">
                  <a16:creationId xmlns:a16="http://schemas.microsoft.com/office/drawing/2014/main" id="{10A5490D-9604-BBF0-85B8-38BA06453052}"/>
                </a:ext>
              </a:extLst>
            </p:cNvPr>
            <p:cNvSpPr/>
            <p:nvPr/>
          </p:nvSpPr>
          <p:spPr>
            <a:xfrm rot="18900000">
              <a:off x="8817749" y="5219244"/>
              <a:ext cx="532211" cy="532215"/>
            </a:xfrm>
            <a:custGeom>
              <a:avLst/>
              <a:gdLst>
                <a:gd name="connsiteX0" fmla="*/ 1299198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3" y="1299198"/>
                    <a:pt x="649599" y="1299198"/>
                  </a:cubicBezTo>
                  <a:cubicBezTo>
                    <a:pt x="290835" y="1299198"/>
                    <a:pt x="0" y="1008363"/>
                    <a:pt x="0" y="649599"/>
                  </a:cubicBezTo>
                  <a:cubicBezTo>
                    <a:pt x="0" y="290836"/>
                    <a:pt x="290835" y="1"/>
                    <a:pt x="649599" y="1"/>
                  </a:cubicBezTo>
                  <a:cubicBezTo>
                    <a:pt x="1008363" y="1"/>
                    <a:pt x="1299198" y="290836"/>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27" name="Group 26">
              <a:extLst>
                <a:ext uri="{FF2B5EF4-FFF2-40B4-BE49-F238E27FC236}">
                  <a16:creationId xmlns:a16="http://schemas.microsoft.com/office/drawing/2014/main" id="{C8C60FEB-AE44-4E88-04AF-513B9F3BEBC9}"/>
                </a:ext>
              </a:extLst>
            </p:cNvPr>
            <p:cNvGrpSpPr>
              <a:grpSpLocks noChangeAspect="1"/>
            </p:cNvGrpSpPr>
            <p:nvPr/>
          </p:nvGrpSpPr>
          <p:grpSpPr>
            <a:xfrm>
              <a:off x="8895176" y="5291959"/>
              <a:ext cx="389824" cy="389825"/>
              <a:chOff x="8869992" y="3328355"/>
              <a:chExt cx="844932" cy="844931"/>
            </a:xfrm>
          </p:grpSpPr>
          <p:sp>
            <p:nvSpPr>
              <p:cNvPr id="28" name="Oval 27">
                <a:extLst>
                  <a:ext uri="{FF2B5EF4-FFF2-40B4-BE49-F238E27FC236}">
                    <a16:creationId xmlns:a16="http://schemas.microsoft.com/office/drawing/2014/main" id="{2E2ADE08-09F3-E981-19A5-84BD4B3FB4CF}"/>
                  </a:ext>
                </a:extLst>
              </p:cNvPr>
              <p:cNvSpPr/>
              <p:nvPr/>
            </p:nvSpPr>
            <p:spPr>
              <a:xfrm>
                <a:off x="8869992" y="3328355"/>
                <a:ext cx="844932" cy="844931"/>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29" name="Oval 28">
                <a:extLst>
                  <a:ext uri="{FF2B5EF4-FFF2-40B4-BE49-F238E27FC236}">
                    <a16:creationId xmlns:a16="http://schemas.microsoft.com/office/drawing/2014/main" id="{792B43E2-E81C-0F2D-ADEB-5DD6694E2F94}"/>
                  </a:ext>
                </a:extLst>
              </p:cNvPr>
              <p:cNvSpPr/>
              <p:nvPr/>
            </p:nvSpPr>
            <p:spPr>
              <a:xfrm>
                <a:off x="8938228" y="3396590"/>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sp>
          <p:nvSpPr>
            <p:cNvPr id="17" name="Freeform 82">
              <a:extLst>
                <a:ext uri="{FF2B5EF4-FFF2-40B4-BE49-F238E27FC236}">
                  <a16:creationId xmlns:a16="http://schemas.microsoft.com/office/drawing/2014/main" id="{B6DDF237-5496-B2A3-74C9-0BECF56B18B1}"/>
                </a:ext>
              </a:extLst>
            </p:cNvPr>
            <p:cNvSpPr/>
            <p:nvPr/>
          </p:nvSpPr>
          <p:spPr>
            <a:xfrm>
              <a:off x="7284793" y="3853196"/>
              <a:ext cx="702162" cy="701909"/>
            </a:xfrm>
            <a:custGeom>
              <a:avLst/>
              <a:gdLst>
                <a:gd name="connsiteX0" fmla="*/ 1683597 w 1713441"/>
                <a:gd name="connsiteY0" fmla="*/ 635212 h 1712806"/>
                <a:gd name="connsiteX1" fmla="*/ 1284817 w 1713441"/>
                <a:gd name="connsiteY1" fmla="*/ 115147 h 1712806"/>
                <a:gd name="connsiteX2" fmla="*/ 635211 w 1713441"/>
                <a:gd name="connsiteY2" fmla="*/ 29422 h 1712806"/>
                <a:gd name="connsiteX3" fmla="*/ 115147 w 1713441"/>
                <a:gd name="connsiteY3" fmla="*/ 428202 h 1712806"/>
                <a:gd name="connsiteX4" fmla="*/ 29422 w 1713441"/>
                <a:gd name="connsiteY4" fmla="*/ 1077807 h 1712806"/>
                <a:gd name="connsiteX5" fmla="*/ 428202 w 1713441"/>
                <a:gd name="connsiteY5" fmla="*/ 1597872 h 1712806"/>
                <a:gd name="connsiteX6" fmla="*/ 854922 w 1713441"/>
                <a:gd name="connsiteY6" fmla="*/ 1712807 h 1712806"/>
                <a:gd name="connsiteX7" fmla="*/ 1077807 w 1713441"/>
                <a:gd name="connsiteY7" fmla="*/ 1682962 h 1712806"/>
                <a:gd name="connsiteX8" fmla="*/ 1597872 w 1713441"/>
                <a:gd name="connsiteY8" fmla="*/ 1284182 h 1712806"/>
                <a:gd name="connsiteX9" fmla="*/ 1683597 w 1713441"/>
                <a:gd name="connsiteY9"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441" h="1712806">
                  <a:moveTo>
                    <a:pt x="1683597" y="635212"/>
                  </a:moveTo>
                  <a:cubicBezTo>
                    <a:pt x="1624542" y="414232"/>
                    <a:pt x="1482936" y="229447"/>
                    <a:pt x="1284817" y="115147"/>
                  </a:cubicBezTo>
                  <a:cubicBezTo>
                    <a:pt x="1086697" y="847"/>
                    <a:pt x="856192" y="-29633"/>
                    <a:pt x="635211" y="29422"/>
                  </a:cubicBezTo>
                  <a:cubicBezTo>
                    <a:pt x="414231" y="88477"/>
                    <a:pt x="229447" y="230082"/>
                    <a:pt x="115147" y="428202"/>
                  </a:cubicBezTo>
                  <a:cubicBezTo>
                    <a:pt x="847" y="626322"/>
                    <a:pt x="-29633" y="856827"/>
                    <a:pt x="29422" y="1077807"/>
                  </a:cubicBezTo>
                  <a:cubicBezTo>
                    <a:pt x="88477" y="1298787"/>
                    <a:pt x="230081" y="1483572"/>
                    <a:pt x="428202" y="1597872"/>
                  </a:cubicBezTo>
                  <a:cubicBezTo>
                    <a:pt x="560282" y="1674072"/>
                    <a:pt x="706332" y="1712807"/>
                    <a:pt x="854922" y="1712807"/>
                  </a:cubicBezTo>
                  <a:cubicBezTo>
                    <a:pt x="929217" y="1712807"/>
                    <a:pt x="1004147" y="1703282"/>
                    <a:pt x="1077807" y="1682962"/>
                  </a:cubicBezTo>
                  <a:cubicBezTo>
                    <a:pt x="1298786" y="1623907"/>
                    <a:pt x="1483572" y="1482302"/>
                    <a:pt x="1597872" y="1284182"/>
                  </a:cubicBezTo>
                  <a:cubicBezTo>
                    <a:pt x="1712807" y="1087332"/>
                    <a:pt x="1743286" y="856192"/>
                    <a:pt x="1683597" y="635212"/>
                  </a:cubicBezTo>
                  <a:close/>
                </a:path>
              </a:pathLst>
            </a:custGeom>
            <a:solidFill>
              <a:schemeClr val="accent5"/>
            </a:solidFill>
            <a:ln w="6350" cap="flat">
              <a:noFill/>
              <a:prstDash val="solid"/>
              <a:miter/>
            </a:ln>
          </p:spPr>
          <p:txBody>
            <a:bodyPr rtlCol="0" anchor="ctr"/>
            <a:lstStyle/>
            <a:p>
              <a:endParaRPr lang="en-RS" sz="450"/>
            </a:p>
          </p:txBody>
        </p:sp>
        <p:sp>
          <p:nvSpPr>
            <p:cNvPr id="18" name="Freeform 83">
              <a:extLst>
                <a:ext uri="{FF2B5EF4-FFF2-40B4-BE49-F238E27FC236}">
                  <a16:creationId xmlns:a16="http://schemas.microsoft.com/office/drawing/2014/main" id="{C1F9ABA0-89D1-1AC7-74C6-817C89CFCB23}"/>
                </a:ext>
              </a:extLst>
            </p:cNvPr>
            <p:cNvSpPr/>
            <p:nvPr/>
          </p:nvSpPr>
          <p:spPr>
            <a:xfrm rot="18900000">
              <a:off x="7336819" y="3905338"/>
              <a:ext cx="597982" cy="597987"/>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5">
                <a:lumMod val="75000"/>
              </a:schemeClr>
            </a:solidFill>
            <a:ln w="6350" cap="flat">
              <a:noFill/>
              <a:prstDash val="solid"/>
              <a:miter/>
            </a:ln>
          </p:spPr>
          <p:txBody>
            <a:bodyPr rtlCol="0" anchor="ctr"/>
            <a:lstStyle/>
            <a:p>
              <a:endParaRPr lang="en-RS" sz="450"/>
            </a:p>
          </p:txBody>
        </p:sp>
        <p:sp>
          <p:nvSpPr>
            <p:cNvPr id="19" name="Freeform 84">
              <a:extLst>
                <a:ext uri="{FF2B5EF4-FFF2-40B4-BE49-F238E27FC236}">
                  <a16:creationId xmlns:a16="http://schemas.microsoft.com/office/drawing/2014/main" id="{0A344769-2F60-DBC0-1473-4386A76FED46}"/>
                </a:ext>
              </a:extLst>
            </p:cNvPr>
            <p:cNvSpPr/>
            <p:nvPr/>
          </p:nvSpPr>
          <p:spPr>
            <a:xfrm rot="18900000">
              <a:off x="7369607" y="3938126"/>
              <a:ext cx="532407" cy="532412"/>
            </a:xfrm>
            <a:custGeom>
              <a:avLst/>
              <a:gdLst>
                <a:gd name="connsiteX0" fmla="*/ 1299197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7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7" y="649599"/>
                  </a:moveTo>
                  <a:cubicBezTo>
                    <a:pt x="1299197" y="1008362"/>
                    <a:pt x="1008362" y="1299198"/>
                    <a:pt x="649599" y="1299198"/>
                  </a:cubicBezTo>
                  <a:cubicBezTo>
                    <a:pt x="290835" y="1299198"/>
                    <a:pt x="0" y="1008363"/>
                    <a:pt x="0" y="649599"/>
                  </a:cubicBezTo>
                  <a:cubicBezTo>
                    <a:pt x="0" y="290836"/>
                    <a:pt x="290835" y="1"/>
                    <a:pt x="649599" y="1"/>
                  </a:cubicBezTo>
                  <a:cubicBezTo>
                    <a:pt x="1008362" y="1"/>
                    <a:pt x="1299197" y="290836"/>
                    <a:pt x="1299197" y="649599"/>
                  </a:cubicBezTo>
                  <a:close/>
                </a:path>
              </a:pathLst>
            </a:custGeom>
            <a:solidFill>
              <a:srgbClr val="FFFFFF"/>
            </a:solidFill>
            <a:ln w="6350" cap="flat">
              <a:noFill/>
              <a:prstDash val="solid"/>
              <a:miter/>
            </a:ln>
          </p:spPr>
          <p:txBody>
            <a:bodyPr rtlCol="0" anchor="ctr"/>
            <a:lstStyle/>
            <a:p>
              <a:endParaRPr lang="en-RS" sz="450"/>
            </a:p>
          </p:txBody>
        </p:sp>
        <p:grpSp>
          <p:nvGrpSpPr>
            <p:cNvPr id="20" name="Group 19">
              <a:extLst>
                <a:ext uri="{FF2B5EF4-FFF2-40B4-BE49-F238E27FC236}">
                  <a16:creationId xmlns:a16="http://schemas.microsoft.com/office/drawing/2014/main" id="{51AB4163-18ED-6111-B0DF-FCDEE6D69F66}"/>
                </a:ext>
              </a:extLst>
            </p:cNvPr>
            <p:cNvGrpSpPr>
              <a:grpSpLocks noChangeAspect="1"/>
            </p:cNvGrpSpPr>
            <p:nvPr/>
          </p:nvGrpSpPr>
          <p:grpSpPr>
            <a:xfrm>
              <a:off x="7435412" y="4012518"/>
              <a:ext cx="389966" cy="389970"/>
              <a:chOff x="5730616" y="4486650"/>
              <a:chExt cx="844932" cy="844931"/>
            </a:xfrm>
          </p:grpSpPr>
          <p:sp>
            <p:nvSpPr>
              <p:cNvPr id="21" name="Oval 20">
                <a:extLst>
                  <a:ext uri="{FF2B5EF4-FFF2-40B4-BE49-F238E27FC236}">
                    <a16:creationId xmlns:a16="http://schemas.microsoft.com/office/drawing/2014/main" id="{07C465D0-F1B4-8CB4-B3EF-AAD50DC920F4}"/>
                  </a:ext>
                </a:extLst>
              </p:cNvPr>
              <p:cNvSpPr/>
              <p:nvPr/>
            </p:nvSpPr>
            <p:spPr>
              <a:xfrm>
                <a:off x="5730616" y="4486650"/>
                <a:ext cx="844932" cy="844931"/>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22" name="Oval 21">
                <a:extLst>
                  <a:ext uri="{FF2B5EF4-FFF2-40B4-BE49-F238E27FC236}">
                    <a16:creationId xmlns:a16="http://schemas.microsoft.com/office/drawing/2014/main" id="{41FD752C-ECB6-6A04-B6BA-58654FD081CE}"/>
                  </a:ext>
                </a:extLst>
              </p:cNvPr>
              <p:cNvSpPr/>
              <p:nvPr/>
            </p:nvSpPr>
            <p:spPr>
              <a:xfrm>
                <a:off x="5798852" y="4553260"/>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sp>
        <p:nvSpPr>
          <p:cNvPr id="2" name="Text Placeholder 51">
            <a:extLst>
              <a:ext uri="{FF2B5EF4-FFF2-40B4-BE49-F238E27FC236}">
                <a16:creationId xmlns:a16="http://schemas.microsoft.com/office/drawing/2014/main" id="{38278A7F-5984-968E-0728-ECBD939C2533}"/>
              </a:ext>
            </a:extLst>
          </p:cNvPr>
          <p:cNvSpPr>
            <a:spLocks noGrp="1"/>
          </p:cNvSpPr>
          <p:nvPr>
            <p:ph type="body" sz="quarter" idx="66"/>
          </p:nvPr>
        </p:nvSpPr>
        <p:spPr>
          <a:xfrm>
            <a:off x="222118" y="1783110"/>
            <a:ext cx="3344866" cy="1276026"/>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Text Placeholder 51">
            <a:extLst>
              <a:ext uri="{FF2B5EF4-FFF2-40B4-BE49-F238E27FC236}">
                <a16:creationId xmlns:a16="http://schemas.microsoft.com/office/drawing/2014/main" id="{76A660A1-98DD-27A7-D05B-EA12B552954D}"/>
              </a:ext>
            </a:extLst>
          </p:cNvPr>
          <p:cNvSpPr>
            <a:spLocks noGrp="1"/>
          </p:cNvSpPr>
          <p:nvPr>
            <p:ph type="body" sz="quarter" idx="67"/>
          </p:nvPr>
        </p:nvSpPr>
        <p:spPr>
          <a:xfrm>
            <a:off x="3843323" y="1783110"/>
            <a:ext cx="3344866"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ext Placeholder 51">
            <a:extLst>
              <a:ext uri="{FF2B5EF4-FFF2-40B4-BE49-F238E27FC236}">
                <a16:creationId xmlns:a16="http://schemas.microsoft.com/office/drawing/2014/main" id="{408C6EAA-2E06-DD12-BE94-28D9BFEF1F7A}"/>
              </a:ext>
            </a:extLst>
          </p:cNvPr>
          <p:cNvSpPr>
            <a:spLocks noGrp="1"/>
          </p:cNvSpPr>
          <p:nvPr>
            <p:ph type="body" sz="quarter" idx="68"/>
          </p:nvPr>
        </p:nvSpPr>
        <p:spPr>
          <a:xfrm>
            <a:off x="222118" y="3367132"/>
            <a:ext cx="3344866"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ext Placeholder 51">
            <a:extLst>
              <a:ext uri="{FF2B5EF4-FFF2-40B4-BE49-F238E27FC236}">
                <a16:creationId xmlns:a16="http://schemas.microsoft.com/office/drawing/2014/main" id="{2E13F6FA-24C2-9832-D4A5-6766A848CC62}"/>
              </a:ext>
            </a:extLst>
          </p:cNvPr>
          <p:cNvSpPr>
            <a:spLocks noGrp="1"/>
          </p:cNvSpPr>
          <p:nvPr>
            <p:ph type="body" sz="quarter" idx="69"/>
          </p:nvPr>
        </p:nvSpPr>
        <p:spPr>
          <a:xfrm>
            <a:off x="3843323" y="3367132"/>
            <a:ext cx="3344866" cy="1276026"/>
          </a:xfrm>
          <a:prstGeom prst="rect">
            <a:avLst/>
          </a:prstGeom>
          <a:solidFill>
            <a:schemeClr val="accent4">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2" name="Text Placeholder 51">
            <a:extLst>
              <a:ext uri="{FF2B5EF4-FFF2-40B4-BE49-F238E27FC236}">
                <a16:creationId xmlns:a16="http://schemas.microsoft.com/office/drawing/2014/main" id="{B81EE2B0-8F6D-9BC9-6FC9-43D38F073D00}"/>
              </a:ext>
            </a:extLst>
          </p:cNvPr>
          <p:cNvSpPr>
            <a:spLocks noGrp="1"/>
          </p:cNvSpPr>
          <p:nvPr>
            <p:ph type="body" sz="quarter" idx="70"/>
          </p:nvPr>
        </p:nvSpPr>
        <p:spPr>
          <a:xfrm>
            <a:off x="222118" y="4951154"/>
            <a:ext cx="3344866" cy="1276026"/>
          </a:xfrm>
          <a:prstGeom prst="rect">
            <a:avLst/>
          </a:prstGeom>
          <a:solidFill>
            <a:schemeClr val="accent5">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32457553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Infog_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Oval 241">
            <a:extLst>
              <a:ext uri="{FF2B5EF4-FFF2-40B4-BE49-F238E27FC236}">
                <a16:creationId xmlns:a16="http://schemas.microsoft.com/office/drawing/2014/main" id="{6D16FB2D-AFF5-F5A0-4A68-D6E7273231B0}"/>
              </a:ext>
            </a:extLst>
          </p:cNvPr>
          <p:cNvSpPr>
            <a:spLocks noChangeArrowheads="1"/>
          </p:cNvSpPr>
          <p:nvPr/>
        </p:nvSpPr>
        <p:spPr bwMode="auto">
          <a:xfrm>
            <a:off x="7077627" y="3924295"/>
            <a:ext cx="882216" cy="878084"/>
          </a:xfrm>
          <a:prstGeom prst="ellipse">
            <a:avLst/>
          </a:prstGeom>
          <a:solidFill>
            <a:srgbClr val="FFB500"/>
          </a:solidFill>
          <a:ln>
            <a:noFill/>
          </a:ln>
        </p:spPr>
        <p:txBody>
          <a:bodyPr vert="horz" wrap="square" lIns="91440" tIns="45720" rIns="91440" bIns="45720" numCol="1" anchor="t" anchorCtr="0" compatLnSpc="1">
            <a:prstTxWarp prst="textNoShape">
              <a:avLst/>
            </a:prstTxWarp>
          </a:bodyPr>
          <a:lstStyle/>
          <a:p>
            <a:endParaRPr lang="en-US"/>
          </a:p>
        </p:txBody>
      </p:sp>
      <p:sp>
        <p:nvSpPr>
          <p:cNvPr id="5" name="Oval 242">
            <a:extLst>
              <a:ext uri="{FF2B5EF4-FFF2-40B4-BE49-F238E27FC236}">
                <a16:creationId xmlns:a16="http://schemas.microsoft.com/office/drawing/2014/main" id="{1BC3F322-67F0-F4DB-1CCA-4D200EF235DD}"/>
              </a:ext>
            </a:extLst>
          </p:cNvPr>
          <p:cNvSpPr>
            <a:spLocks noChangeArrowheads="1"/>
          </p:cNvSpPr>
          <p:nvPr/>
        </p:nvSpPr>
        <p:spPr bwMode="auto">
          <a:xfrm>
            <a:off x="4373837" y="2653710"/>
            <a:ext cx="884282" cy="878084"/>
          </a:xfrm>
          <a:prstGeom prst="ellipse">
            <a:avLst/>
          </a:pr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Oval 243">
            <a:extLst>
              <a:ext uri="{FF2B5EF4-FFF2-40B4-BE49-F238E27FC236}">
                <a16:creationId xmlns:a16="http://schemas.microsoft.com/office/drawing/2014/main" id="{29D749DE-6F1E-DA75-7EF3-E0290370C2B6}"/>
              </a:ext>
            </a:extLst>
          </p:cNvPr>
          <p:cNvSpPr>
            <a:spLocks noChangeArrowheads="1"/>
          </p:cNvSpPr>
          <p:nvPr/>
        </p:nvSpPr>
        <p:spPr bwMode="auto">
          <a:xfrm>
            <a:off x="5090270" y="4640628"/>
            <a:ext cx="882216" cy="878084"/>
          </a:xfrm>
          <a:prstGeom prst="ellipse">
            <a:avLst/>
          </a:prstGeom>
          <a:solidFill>
            <a:srgbClr val="0B111A"/>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Oval 244">
            <a:extLst>
              <a:ext uri="{FF2B5EF4-FFF2-40B4-BE49-F238E27FC236}">
                <a16:creationId xmlns:a16="http://schemas.microsoft.com/office/drawing/2014/main" id="{FBB60C90-5E60-EBDD-B8DA-01405EF0ABF0}"/>
              </a:ext>
            </a:extLst>
          </p:cNvPr>
          <p:cNvSpPr>
            <a:spLocks noChangeArrowheads="1"/>
          </p:cNvSpPr>
          <p:nvPr/>
        </p:nvSpPr>
        <p:spPr bwMode="auto">
          <a:xfrm>
            <a:off x="5874538" y="3436844"/>
            <a:ext cx="584706" cy="581964"/>
          </a:xfrm>
          <a:prstGeom prst="ellipse">
            <a:avLst/>
          </a:prstGeom>
          <a:solidFill>
            <a:schemeClr val="bg1">
              <a:lumMod val="85000"/>
            </a:schemeClr>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Oval 245">
            <a:extLst>
              <a:ext uri="{FF2B5EF4-FFF2-40B4-BE49-F238E27FC236}">
                <a16:creationId xmlns:a16="http://schemas.microsoft.com/office/drawing/2014/main" id="{E0BA7BA9-B84F-5B13-43F5-00A1E734E5C0}"/>
              </a:ext>
            </a:extLst>
          </p:cNvPr>
          <p:cNvSpPr>
            <a:spLocks noChangeArrowheads="1"/>
          </p:cNvSpPr>
          <p:nvPr/>
        </p:nvSpPr>
        <p:spPr bwMode="auto">
          <a:xfrm>
            <a:off x="6361734" y="1934970"/>
            <a:ext cx="882216" cy="880149"/>
          </a:xfrm>
          <a:prstGeom prst="ellipse">
            <a:avLst/>
          </a:prstGeom>
          <a:solidFill>
            <a:schemeClr val="accent2"/>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Text Placeholder 51">
            <a:extLst>
              <a:ext uri="{FF2B5EF4-FFF2-40B4-BE49-F238E27FC236}">
                <a16:creationId xmlns:a16="http://schemas.microsoft.com/office/drawing/2014/main" id="{ABE31CD4-68A3-0699-DE35-D6D213648705}"/>
              </a:ext>
            </a:extLst>
          </p:cNvPr>
          <p:cNvSpPr>
            <a:spLocks noGrp="1"/>
          </p:cNvSpPr>
          <p:nvPr>
            <p:ph type="body" sz="quarter" idx="67"/>
          </p:nvPr>
        </p:nvSpPr>
        <p:spPr>
          <a:xfrm>
            <a:off x="1287888" y="2573654"/>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9" name="Text Placeholder 51">
            <a:extLst>
              <a:ext uri="{FF2B5EF4-FFF2-40B4-BE49-F238E27FC236}">
                <a16:creationId xmlns:a16="http://schemas.microsoft.com/office/drawing/2014/main" id="{A2456C21-61EF-C65D-2518-CB4633EDC2FD}"/>
              </a:ext>
            </a:extLst>
          </p:cNvPr>
          <p:cNvSpPr>
            <a:spLocks noGrp="1"/>
          </p:cNvSpPr>
          <p:nvPr>
            <p:ph type="body" sz="quarter" idx="68"/>
          </p:nvPr>
        </p:nvSpPr>
        <p:spPr>
          <a:xfrm>
            <a:off x="8297266" y="3844239"/>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0" name="Text Placeholder 51">
            <a:extLst>
              <a:ext uri="{FF2B5EF4-FFF2-40B4-BE49-F238E27FC236}">
                <a16:creationId xmlns:a16="http://schemas.microsoft.com/office/drawing/2014/main" id="{32F0EB02-F7D4-819D-ECBF-33E2459409F7}"/>
              </a:ext>
            </a:extLst>
          </p:cNvPr>
          <p:cNvSpPr>
            <a:spLocks noGrp="1"/>
          </p:cNvSpPr>
          <p:nvPr>
            <p:ph type="body" sz="quarter" idx="69"/>
          </p:nvPr>
        </p:nvSpPr>
        <p:spPr>
          <a:xfrm>
            <a:off x="7518735" y="1855946"/>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1" name="Text Placeholder 51">
            <a:extLst>
              <a:ext uri="{FF2B5EF4-FFF2-40B4-BE49-F238E27FC236}">
                <a16:creationId xmlns:a16="http://schemas.microsoft.com/office/drawing/2014/main" id="{50F0339A-2B57-E73F-2EE9-29A68033DBD4}"/>
              </a:ext>
            </a:extLst>
          </p:cNvPr>
          <p:cNvSpPr>
            <a:spLocks noGrp="1"/>
          </p:cNvSpPr>
          <p:nvPr>
            <p:ph type="body" sz="quarter" idx="70"/>
          </p:nvPr>
        </p:nvSpPr>
        <p:spPr>
          <a:xfrm>
            <a:off x="2124478" y="4560572"/>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3" name="Picture Placeholder 23">
            <a:extLst>
              <a:ext uri="{FF2B5EF4-FFF2-40B4-BE49-F238E27FC236}">
                <a16:creationId xmlns:a16="http://schemas.microsoft.com/office/drawing/2014/main" id="{B430AF94-131F-AE7B-9404-91674FDBCED4}"/>
              </a:ext>
            </a:extLst>
          </p:cNvPr>
          <p:cNvSpPr>
            <a:spLocks noGrp="1" noChangeAspect="1"/>
          </p:cNvSpPr>
          <p:nvPr>
            <p:ph type="pic" sz="quarter" idx="53"/>
          </p:nvPr>
        </p:nvSpPr>
        <p:spPr>
          <a:xfrm>
            <a:off x="6419274" y="1991524"/>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15" name="Picture Placeholder 23">
            <a:extLst>
              <a:ext uri="{FF2B5EF4-FFF2-40B4-BE49-F238E27FC236}">
                <a16:creationId xmlns:a16="http://schemas.microsoft.com/office/drawing/2014/main" id="{782A72F7-C620-0454-152D-4C7FF60C4601}"/>
              </a:ext>
            </a:extLst>
          </p:cNvPr>
          <p:cNvSpPr>
            <a:spLocks noGrp="1" noChangeAspect="1"/>
          </p:cNvSpPr>
          <p:nvPr>
            <p:ph type="pic" sz="quarter" idx="71"/>
          </p:nvPr>
        </p:nvSpPr>
        <p:spPr>
          <a:xfrm>
            <a:off x="4432410" y="2709232"/>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17" name="Picture Placeholder 23">
            <a:extLst>
              <a:ext uri="{FF2B5EF4-FFF2-40B4-BE49-F238E27FC236}">
                <a16:creationId xmlns:a16="http://schemas.microsoft.com/office/drawing/2014/main" id="{F74CA392-3D7C-8D37-6F52-9ADA5A3160C0}"/>
              </a:ext>
            </a:extLst>
          </p:cNvPr>
          <p:cNvSpPr>
            <a:spLocks noGrp="1" noChangeAspect="1"/>
          </p:cNvSpPr>
          <p:nvPr>
            <p:ph type="pic" sz="quarter" idx="72"/>
          </p:nvPr>
        </p:nvSpPr>
        <p:spPr>
          <a:xfrm>
            <a:off x="7135167" y="3979817"/>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18" name="Picture Placeholder 23">
            <a:extLst>
              <a:ext uri="{FF2B5EF4-FFF2-40B4-BE49-F238E27FC236}">
                <a16:creationId xmlns:a16="http://schemas.microsoft.com/office/drawing/2014/main" id="{EACAB14A-2A78-BDEB-B9EB-5ADF785B98D5}"/>
              </a:ext>
            </a:extLst>
          </p:cNvPr>
          <p:cNvSpPr>
            <a:spLocks noGrp="1" noChangeAspect="1"/>
          </p:cNvSpPr>
          <p:nvPr>
            <p:ph type="pic" sz="quarter" idx="73"/>
          </p:nvPr>
        </p:nvSpPr>
        <p:spPr>
          <a:xfrm>
            <a:off x="5147810" y="4696150"/>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19" name="Picture Placeholder 23">
            <a:extLst>
              <a:ext uri="{FF2B5EF4-FFF2-40B4-BE49-F238E27FC236}">
                <a16:creationId xmlns:a16="http://schemas.microsoft.com/office/drawing/2014/main" id="{74F45850-EF10-26BA-76B5-7220C13F7AB5}"/>
              </a:ext>
            </a:extLst>
          </p:cNvPr>
          <p:cNvSpPr>
            <a:spLocks noGrp="1" noChangeAspect="1"/>
          </p:cNvSpPr>
          <p:nvPr>
            <p:ph type="pic" sz="quarter" idx="74"/>
          </p:nvPr>
        </p:nvSpPr>
        <p:spPr>
          <a:xfrm>
            <a:off x="5910610" y="3471577"/>
            <a:ext cx="512562" cy="51249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87396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Infog_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80" name="Group 79">
            <a:extLst>
              <a:ext uri="{FF2B5EF4-FFF2-40B4-BE49-F238E27FC236}">
                <a16:creationId xmlns:a16="http://schemas.microsoft.com/office/drawing/2014/main" id="{C0C053A1-8A79-5D8A-D4B7-7ACF467BBFBE}"/>
              </a:ext>
            </a:extLst>
          </p:cNvPr>
          <p:cNvGrpSpPr>
            <a:grpSpLocks noChangeAspect="1"/>
          </p:cNvGrpSpPr>
          <p:nvPr/>
        </p:nvGrpSpPr>
        <p:grpSpPr>
          <a:xfrm>
            <a:off x="554837" y="2167137"/>
            <a:ext cx="3877235" cy="3877076"/>
            <a:chOff x="503604" y="1477902"/>
            <a:chExt cx="5055723" cy="5055513"/>
          </a:xfrm>
        </p:grpSpPr>
        <p:sp>
          <p:nvSpPr>
            <p:cNvPr id="55" name="Freeform 6">
              <a:extLst>
                <a:ext uri="{FF2B5EF4-FFF2-40B4-BE49-F238E27FC236}">
                  <a16:creationId xmlns:a16="http://schemas.microsoft.com/office/drawing/2014/main" id="{3C28D362-0D6C-A65D-0494-BCF87CC56CDE}"/>
                </a:ext>
              </a:extLst>
            </p:cNvPr>
            <p:cNvSpPr/>
            <p:nvPr/>
          </p:nvSpPr>
          <p:spPr>
            <a:xfrm>
              <a:off x="503604" y="3096837"/>
              <a:ext cx="1706384" cy="2885556"/>
            </a:xfrm>
            <a:custGeom>
              <a:avLst/>
              <a:gdLst>
                <a:gd name="connsiteX0" fmla="*/ 1023204 w 4123705"/>
                <a:gd name="connsiteY0" fmla="*/ 542583 h 6973330"/>
                <a:gd name="connsiteX1" fmla="*/ 300371 w 4123705"/>
                <a:gd name="connsiteY1" fmla="*/ 307354 h 6973330"/>
                <a:gd name="connsiteX2" fmla="*/ 2303593 w 4123705"/>
                <a:gd name="connsiteY2" fmla="*/ 6973331 h 6973330"/>
                <a:gd name="connsiteX3" fmla="*/ 2564197 w 4123705"/>
                <a:gd name="connsiteY3" fmla="*/ 6614657 h 6973330"/>
                <a:gd name="connsiteX4" fmla="*/ 2352284 w 4123705"/>
                <a:gd name="connsiteY4" fmla="*/ 5539322 h 6973330"/>
                <a:gd name="connsiteX5" fmla="*/ 3850072 w 4123705"/>
                <a:gd name="connsiteY5" fmla="*/ 4845293 h 6973330"/>
                <a:gd name="connsiteX6" fmla="*/ 4123706 w 4123705"/>
                <a:gd name="connsiteY6" fmla="*/ 4468788 h 6973330"/>
                <a:gd name="connsiteX7" fmla="*/ 3238338 w 4123705"/>
                <a:gd name="connsiteY7" fmla="*/ 1262673 h 6973330"/>
                <a:gd name="connsiteX8" fmla="*/ 2515505 w 4123705"/>
                <a:gd name="connsiteY8" fmla="*/ 1027444 h 6973330"/>
                <a:gd name="connsiteX9" fmla="*/ 2011442 w 4123705"/>
                <a:gd name="connsiteY9" fmla="*/ 38520 h 6973330"/>
                <a:gd name="connsiteX10" fmla="*/ 1023204 w 4123705"/>
                <a:gd name="connsiteY10" fmla="*/ 542583 h 6973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23705" h="6973330">
                  <a:moveTo>
                    <a:pt x="1023204" y="542583"/>
                  </a:moveTo>
                  <a:lnTo>
                    <a:pt x="300371" y="307354"/>
                  </a:lnTo>
                  <a:cubicBezTo>
                    <a:pt x="-508873" y="2798865"/>
                    <a:pt x="369636" y="5431652"/>
                    <a:pt x="2303593" y="6973331"/>
                  </a:cubicBezTo>
                  <a:lnTo>
                    <a:pt x="2564197" y="6614657"/>
                  </a:lnTo>
                  <a:cubicBezTo>
                    <a:pt x="2321423" y="6326621"/>
                    <a:pt x="2227469" y="5924057"/>
                    <a:pt x="2352284" y="5539322"/>
                  </a:cubicBezTo>
                  <a:cubicBezTo>
                    <a:pt x="2551852" y="4924160"/>
                    <a:pt x="3234909" y="4593605"/>
                    <a:pt x="3850072" y="4845293"/>
                  </a:cubicBezTo>
                  <a:lnTo>
                    <a:pt x="4123706" y="4468788"/>
                  </a:lnTo>
                  <a:cubicBezTo>
                    <a:pt x="3241767" y="3697263"/>
                    <a:pt x="2853604" y="2447736"/>
                    <a:pt x="3238338" y="1262673"/>
                  </a:cubicBezTo>
                  <a:lnTo>
                    <a:pt x="2515505" y="1027444"/>
                  </a:lnTo>
                  <a:cubicBezTo>
                    <a:pt x="2649236" y="615278"/>
                    <a:pt x="2423608" y="172251"/>
                    <a:pt x="2011442" y="38520"/>
                  </a:cubicBezTo>
                  <a:cubicBezTo>
                    <a:pt x="1599962" y="-95211"/>
                    <a:pt x="1157621" y="130418"/>
                    <a:pt x="1023204" y="542583"/>
                  </a:cubicBezTo>
                  <a:close/>
                </a:path>
              </a:pathLst>
            </a:custGeom>
            <a:solidFill>
              <a:schemeClr val="accent5"/>
            </a:solidFill>
            <a:ln w="6858" cap="flat">
              <a:noFill/>
              <a:prstDash val="solid"/>
              <a:miter/>
            </a:ln>
          </p:spPr>
          <p:txBody>
            <a:bodyPr rtlCol="0" anchor="ctr"/>
            <a:lstStyle/>
            <a:p>
              <a:endParaRPr lang="en-RS" sz="450"/>
            </a:p>
          </p:txBody>
        </p:sp>
        <p:sp>
          <p:nvSpPr>
            <p:cNvPr id="56" name="Freeform 7">
              <a:extLst>
                <a:ext uri="{FF2B5EF4-FFF2-40B4-BE49-F238E27FC236}">
                  <a16:creationId xmlns:a16="http://schemas.microsoft.com/office/drawing/2014/main" id="{EF0F3C01-255C-8437-33E9-E65628866987}"/>
                </a:ext>
              </a:extLst>
            </p:cNvPr>
            <p:cNvSpPr/>
            <p:nvPr/>
          </p:nvSpPr>
          <p:spPr>
            <a:xfrm>
              <a:off x="1545652" y="5016395"/>
              <a:ext cx="2879548" cy="1517020"/>
            </a:xfrm>
            <a:custGeom>
              <a:avLst/>
              <a:gdLst>
                <a:gd name="connsiteX0" fmla="*/ 447142 w 6958812"/>
                <a:gd name="connsiteY0" fmla="*/ 1884578 h 3666081"/>
                <a:gd name="connsiteX1" fmla="*/ 0 w 6958812"/>
                <a:gd name="connsiteY1" fmla="*/ 2499741 h 3666081"/>
                <a:gd name="connsiteX2" fmla="*/ 6958813 w 6958812"/>
                <a:gd name="connsiteY2" fmla="*/ 2654046 h 3666081"/>
                <a:gd name="connsiteX3" fmla="*/ 6698209 w 6958812"/>
                <a:gd name="connsiteY3" fmla="*/ 2295372 h 3666081"/>
                <a:gd name="connsiteX4" fmla="*/ 5609844 w 6958812"/>
                <a:gd name="connsiteY4" fmla="*/ 2164385 h 3666081"/>
                <a:gd name="connsiteX5" fmla="*/ 5412334 w 6958812"/>
                <a:gd name="connsiteY5" fmla="*/ 525323 h 3666081"/>
                <a:gd name="connsiteX6" fmla="*/ 5138700 w 6958812"/>
                <a:gd name="connsiteY6" fmla="*/ 148818 h 3666081"/>
                <a:gd name="connsiteX7" fmla="*/ 1815998 w 6958812"/>
                <a:gd name="connsiteY7" fmla="*/ 0 h 3666081"/>
                <a:gd name="connsiteX8" fmla="*/ 1368857 w 6958812"/>
                <a:gd name="connsiteY8" fmla="*/ 615162 h 3666081"/>
                <a:gd name="connsiteX9" fmla="*/ 272948 w 6958812"/>
                <a:gd name="connsiteY9" fmla="*/ 788670 h 3666081"/>
                <a:gd name="connsiteX10" fmla="*/ 447142 w 6958812"/>
                <a:gd name="connsiteY10" fmla="*/ 1884578 h 3666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58812" h="3666081">
                  <a:moveTo>
                    <a:pt x="447142" y="1884578"/>
                  </a:moveTo>
                  <a:lnTo>
                    <a:pt x="0" y="2499741"/>
                  </a:lnTo>
                  <a:cubicBezTo>
                    <a:pt x="2119122" y="4039362"/>
                    <a:pt x="4894555" y="4017416"/>
                    <a:pt x="6958813" y="2654046"/>
                  </a:cubicBezTo>
                  <a:lnTo>
                    <a:pt x="6698209" y="2295372"/>
                  </a:lnTo>
                  <a:cubicBezTo>
                    <a:pt x="6349137" y="2437333"/>
                    <a:pt x="5937657" y="2402357"/>
                    <a:pt x="5609844" y="2164385"/>
                  </a:cubicBezTo>
                  <a:cubicBezTo>
                    <a:pt x="5092065" y="1787880"/>
                    <a:pt x="4978908" y="1039673"/>
                    <a:pt x="5412334" y="525323"/>
                  </a:cubicBezTo>
                  <a:lnTo>
                    <a:pt x="5138700" y="148818"/>
                  </a:lnTo>
                  <a:cubicBezTo>
                    <a:pt x="4132631" y="748893"/>
                    <a:pt x="2824124" y="732434"/>
                    <a:pt x="1815998" y="0"/>
                  </a:cubicBezTo>
                  <a:lnTo>
                    <a:pt x="1368857" y="615162"/>
                  </a:lnTo>
                  <a:cubicBezTo>
                    <a:pt x="1018413" y="360731"/>
                    <a:pt x="527380" y="438226"/>
                    <a:pt x="272948" y="788670"/>
                  </a:cubicBezTo>
                  <a:cubicBezTo>
                    <a:pt x="18517" y="1139114"/>
                    <a:pt x="96012" y="1630146"/>
                    <a:pt x="447142" y="1884578"/>
                  </a:cubicBezTo>
                  <a:close/>
                </a:path>
              </a:pathLst>
            </a:custGeom>
            <a:solidFill>
              <a:schemeClr val="accent4"/>
            </a:solidFill>
            <a:ln w="6858" cap="flat">
              <a:noFill/>
              <a:prstDash val="solid"/>
              <a:miter/>
            </a:ln>
          </p:spPr>
          <p:txBody>
            <a:bodyPr rtlCol="0" anchor="ctr"/>
            <a:lstStyle/>
            <a:p>
              <a:endParaRPr lang="en-RS" sz="450"/>
            </a:p>
          </p:txBody>
        </p:sp>
        <p:sp>
          <p:nvSpPr>
            <p:cNvPr id="57" name="Freeform 8">
              <a:extLst>
                <a:ext uri="{FF2B5EF4-FFF2-40B4-BE49-F238E27FC236}">
                  <a16:creationId xmlns:a16="http://schemas.microsoft.com/office/drawing/2014/main" id="{91595319-2A02-E9D2-12CC-EE68FF57355C}"/>
                </a:ext>
              </a:extLst>
            </p:cNvPr>
            <p:cNvSpPr/>
            <p:nvPr/>
          </p:nvSpPr>
          <p:spPr>
            <a:xfrm>
              <a:off x="3766256" y="3332709"/>
              <a:ext cx="1793071" cy="2718927"/>
            </a:xfrm>
            <a:custGeom>
              <a:avLst/>
              <a:gdLst>
                <a:gd name="connsiteX0" fmla="*/ 1368858 w 4333195"/>
                <a:gd name="connsiteY0" fmla="*/ 5955488 h 6570649"/>
                <a:gd name="connsiteX1" fmla="*/ 1815999 w 4333195"/>
                <a:gd name="connsiteY1" fmla="*/ 6570650 h 6570649"/>
                <a:gd name="connsiteX2" fmla="*/ 4113429 w 4333195"/>
                <a:gd name="connsiteY2" fmla="*/ 0 h 6570649"/>
                <a:gd name="connsiteX3" fmla="*/ 3691662 w 4333195"/>
                <a:gd name="connsiteY3" fmla="*/ 137160 h 6570649"/>
                <a:gd name="connsiteX4" fmla="*/ 3230805 w 4333195"/>
                <a:gd name="connsiteY4" fmla="*/ 1131570 h 6570649"/>
                <a:gd name="connsiteX5" fmla="*/ 1610944 w 4333195"/>
                <a:gd name="connsiteY5" fmla="*/ 813359 h 6570649"/>
                <a:gd name="connsiteX6" fmla="*/ 1167918 w 4333195"/>
                <a:gd name="connsiteY6" fmla="*/ 957377 h 6570649"/>
                <a:gd name="connsiteX7" fmla="*/ 0 w 4333195"/>
                <a:gd name="connsiteY7" fmla="*/ 4070909 h 6570649"/>
                <a:gd name="connsiteX8" fmla="*/ 446456 w 4333195"/>
                <a:gd name="connsiteY8" fmla="*/ 4686072 h 6570649"/>
                <a:gd name="connsiteX9" fmla="*/ 272949 w 4333195"/>
                <a:gd name="connsiteY9" fmla="*/ 5781980 h 6570649"/>
                <a:gd name="connsiteX10" fmla="*/ 1368858 w 4333195"/>
                <a:gd name="connsiteY10" fmla="*/ 5955488 h 6570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33195" h="6570649">
                  <a:moveTo>
                    <a:pt x="1368858" y="5955488"/>
                  </a:moveTo>
                  <a:lnTo>
                    <a:pt x="1815999" y="6570650"/>
                  </a:lnTo>
                  <a:cubicBezTo>
                    <a:pt x="3935121" y="5031029"/>
                    <a:pt x="4771797" y="2384527"/>
                    <a:pt x="4113429" y="0"/>
                  </a:cubicBezTo>
                  <a:lnTo>
                    <a:pt x="3691662" y="137160"/>
                  </a:lnTo>
                  <a:cubicBezTo>
                    <a:pt x="3719094" y="512979"/>
                    <a:pt x="3558616" y="893598"/>
                    <a:pt x="3230805" y="1131570"/>
                  </a:cubicBezTo>
                  <a:cubicBezTo>
                    <a:pt x="2708224" y="1511503"/>
                    <a:pt x="1962075" y="1378458"/>
                    <a:pt x="1610944" y="813359"/>
                  </a:cubicBezTo>
                  <a:lnTo>
                    <a:pt x="1167918" y="957377"/>
                  </a:lnTo>
                  <a:cubicBezTo>
                    <a:pt x="1427836" y="2099920"/>
                    <a:pt x="1007440" y="3339160"/>
                    <a:pt x="0" y="4070909"/>
                  </a:cubicBezTo>
                  <a:lnTo>
                    <a:pt x="446456" y="4686072"/>
                  </a:lnTo>
                  <a:cubicBezTo>
                    <a:pt x="96012" y="4940504"/>
                    <a:pt x="17831" y="5431536"/>
                    <a:pt x="272949" y="5781980"/>
                  </a:cubicBezTo>
                  <a:cubicBezTo>
                    <a:pt x="527380" y="6132424"/>
                    <a:pt x="1018413" y="6209919"/>
                    <a:pt x="1368858" y="5955488"/>
                  </a:cubicBezTo>
                  <a:close/>
                </a:path>
              </a:pathLst>
            </a:custGeom>
            <a:solidFill>
              <a:schemeClr val="accent3">
                <a:lumMod val="75000"/>
              </a:schemeClr>
            </a:solidFill>
            <a:ln w="6858" cap="flat">
              <a:noFill/>
              <a:prstDash val="solid"/>
              <a:miter/>
            </a:ln>
          </p:spPr>
          <p:txBody>
            <a:bodyPr rtlCol="0" anchor="ctr"/>
            <a:lstStyle/>
            <a:p>
              <a:endParaRPr lang="en-RS" sz="450"/>
            </a:p>
          </p:txBody>
        </p:sp>
        <p:sp>
          <p:nvSpPr>
            <p:cNvPr id="58" name="Freeform 9">
              <a:extLst>
                <a:ext uri="{FF2B5EF4-FFF2-40B4-BE49-F238E27FC236}">
                  <a16:creationId xmlns:a16="http://schemas.microsoft.com/office/drawing/2014/main" id="{FE7069C9-40F8-F16F-B46F-50F0666F1A74}"/>
                </a:ext>
              </a:extLst>
            </p:cNvPr>
            <p:cNvSpPr/>
            <p:nvPr/>
          </p:nvSpPr>
          <p:spPr>
            <a:xfrm>
              <a:off x="3144487" y="1481023"/>
              <a:ext cx="2292117" cy="2266624"/>
            </a:xfrm>
            <a:custGeom>
              <a:avLst/>
              <a:gdLst>
                <a:gd name="connsiteX0" fmla="*/ 4816374 w 5539207"/>
                <a:gd name="connsiteY0" fmla="*/ 4450156 h 5477600"/>
                <a:gd name="connsiteX1" fmla="*/ 5539207 w 5539207"/>
                <a:gd name="connsiteY1" fmla="*/ 4214927 h 5477600"/>
                <a:gd name="connsiteX2" fmla="*/ 0 w 5539207"/>
                <a:gd name="connsiteY2" fmla="*/ 0 h 5477600"/>
                <a:gd name="connsiteX3" fmla="*/ 0 w 5539207"/>
                <a:gd name="connsiteY3" fmla="*/ 443713 h 5477600"/>
                <a:gd name="connsiteX4" fmla="*/ 803072 w 5539207"/>
                <a:gd name="connsiteY4" fmla="*/ 1189177 h 5477600"/>
                <a:gd name="connsiteX5" fmla="*/ 0 w 5539207"/>
                <a:gd name="connsiteY5" fmla="*/ 2631415 h 5477600"/>
                <a:gd name="connsiteX6" fmla="*/ 0 w 5539207"/>
                <a:gd name="connsiteY6" fmla="*/ 3097073 h 5477600"/>
                <a:gd name="connsiteX7" fmla="*/ 2600554 w 5539207"/>
                <a:gd name="connsiteY7" fmla="*/ 5170246 h 5477600"/>
                <a:gd name="connsiteX8" fmla="*/ 3323387 w 5539207"/>
                <a:gd name="connsiteY8" fmla="*/ 4935017 h 5477600"/>
                <a:gd name="connsiteX9" fmla="*/ 4312311 w 5539207"/>
                <a:gd name="connsiteY9" fmla="*/ 5439080 h 5477600"/>
                <a:gd name="connsiteX10" fmla="*/ 4816374 w 5539207"/>
                <a:gd name="connsiteY10" fmla="*/ 4450156 h 547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39207" h="5477600">
                  <a:moveTo>
                    <a:pt x="4816374" y="4450156"/>
                  </a:moveTo>
                  <a:lnTo>
                    <a:pt x="5539207" y="4214927"/>
                  </a:lnTo>
                  <a:cubicBezTo>
                    <a:pt x="4729963" y="1723415"/>
                    <a:pt x="2471623" y="109728"/>
                    <a:pt x="0" y="0"/>
                  </a:cubicBezTo>
                  <a:lnTo>
                    <a:pt x="0" y="443713"/>
                  </a:lnTo>
                  <a:cubicBezTo>
                    <a:pt x="365532" y="534238"/>
                    <a:pt x="678256" y="804443"/>
                    <a:pt x="803072" y="1189177"/>
                  </a:cubicBezTo>
                  <a:cubicBezTo>
                    <a:pt x="1003326" y="1805026"/>
                    <a:pt x="644652" y="2472995"/>
                    <a:pt x="0" y="2631415"/>
                  </a:cubicBezTo>
                  <a:lnTo>
                    <a:pt x="0" y="3097073"/>
                  </a:lnTo>
                  <a:cubicBezTo>
                    <a:pt x="1167232" y="3202686"/>
                    <a:pt x="2215134" y="3985184"/>
                    <a:pt x="2600554" y="5170246"/>
                  </a:cubicBezTo>
                  <a:lnTo>
                    <a:pt x="3323387" y="4935017"/>
                  </a:lnTo>
                  <a:cubicBezTo>
                    <a:pt x="3457118" y="5347183"/>
                    <a:pt x="3900145" y="5572811"/>
                    <a:pt x="4312311" y="5439080"/>
                  </a:cubicBezTo>
                  <a:cubicBezTo>
                    <a:pt x="4724477" y="5304663"/>
                    <a:pt x="4950105" y="4862322"/>
                    <a:pt x="4816374" y="4450156"/>
                  </a:cubicBezTo>
                  <a:close/>
                </a:path>
              </a:pathLst>
            </a:custGeom>
            <a:solidFill>
              <a:srgbClr val="121314"/>
            </a:solidFill>
            <a:ln w="6858" cap="flat">
              <a:noFill/>
              <a:prstDash val="solid"/>
              <a:miter/>
            </a:ln>
          </p:spPr>
          <p:txBody>
            <a:bodyPr rtlCol="0" anchor="ctr"/>
            <a:lstStyle/>
            <a:p>
              <a:endParaRPr lang="en-RS" sz="450"/>
            </a:p>
          </p:txBody>
        </p:sp>
        <p:sp>
          <p:nvSpPr>
            <p:cNvPr id="59" name="Freeform 10">
              <a:extLst>
                <a:ext uri="{FF2B5EF4-FFF2-40B4-BE49-F238E27FC236}">
                  <a16:creationId xmlns:a16="http://schemas.microsoft.com/office/drawing/2014/main" id="{E46D2654-A463-DD06-64D7-3B25E942B1C3}"/>
                </a:ext>
              </a:extLst>
            </p:cNvPr>
            <p:cNvSpPr/>
            <p:nvPr/>
          </p:nvSpPr>
          <p:spPr>
            <a:xfrm>
              <a:off x="665357" y="1477902"/>
              <a:ext cx="2691967" cy="2036996"/>
            </a:xfrm>
            <a:custGeom>
              <a:avLst/>
              <a:gdLst>
                <a:gd name="connsiteX0" fmla="*/ 5720944 w 6505498"/>
                <a:gd name="connsiteY0" fmla="*/ 759866 h 4922672"/>
                <a:gd name="connsiteX1" fmla="*/ 5720944 w 6505498"/>
                <a:gd name="connsiteY1" fmla="*/ 0 h 4922672"/>
                <a:gd name="connsiteX2" fmla="*/ 0 w 6505498"/>
                <a:gd name="connsiteY2" fmla="*/ 3965296 h 4922672"/>
                <a:gd name="connsiteX3" fmla="*/ 421767 w 6505498"/>
                <a:gd name="connsiteY3" fmla="*/ 4102456 h 4922672"/>
                <a:gd name="connsiteX4" fmla="*/ 1379144 w 6505498"/>
                <a:gd name="connsiteY4" fmla="*/ 3568903 h 4922672"/>
                <a:gd name="connsiteX5" fmla="*/ 2502484 w 6505498"/>
                <a:gd name="connsiteY5" fmla="*/ 4778655 h 4922672"/>
                <a:gd name="connsiteX6" fmla="*/ 2945511 w 6505498"/>
                <a:gd name="connsiteY6" fmla="*/ 4922673 h 4922672"/>
                <a:gd name="connsiteX7" fmla="*/ 5720944 w 6505498"/>
                <a:gd name="connsiteY7" fmla="*/ 3090215 h 4922672"/>
                <a:gd name="connsiteX8" fmla="*/ 5720944 w 6505498"/>
                <a:gd name="connsiteY8" fmla="*/ 2329663 h 4922672"/>
                <a:gd name="connsiteX9" fmla="*/ 6505499 w 6505498"/>
                <a:gd name="connsiteY9" fmla="*/ 1545107 h 4922672"/>
                <a:gd name="connsiteX10" fmla="*/ 5720944 w 6505498"/>
                <a:gd name="connsiteY10" fmla="*/ 759866 h 4922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05498" h="4922672">
                  <a:moveTo>
                    <a:pt x="5720944" y="759866"/>
                  </a:moveTo>
                  <a:lnTo>
                    <a:pt x="5720944" y="0"/>
                  </a:lnTo>
                  <a:cubicBezTo>
                    <a:pt x="3101188" y="0"/>
                    <a:pt x="868909" y="1649349"/>
                    <a:pt x="0" y="3965296"/>
                  </a:cubicBezTo>
                  <a:lnTo>
                    <a:pt x="421767" y="4102456"/>
                  </a:lnTo>
                  <a:cubicBezTo>
                    <a:pt x="620649" y="3782187"/>
                    <a:pt x="974522" y="3568903"/>
                    <a:pt x="1379144" y="3568903"/>
                  </a:cubicBezTo>
                  <a:cubicBezTo>
                    <a:pt x="2026539" y="3568903"/>
                    <a:pt x="2551176" y="4116172"/>
                    <a:pt x="2502484" y="4778655"/>
                  </a:cubicBezTo>
                  <a:lnTo>
                    <a:pt x="2945511" y="4922673"/>
                  </a:lnTo>
                  <a:cubicBezTo>
                    <a:pt x="3407054" y="3845281"/>
                    <a:pt x="4474845" y="3090215"/>
                    <a:pt x="5720944" y="3090215"/>
                  </a:cubicBezTo>
                  <a:lnTo>
                    <a:pt x="5720944" y="2329663"/>
                  </a:lnTo>
                  <a:cubicBezTo>
                    <a:pt x="6154370" y="2329663"/>
                    <a:pt x="6505499" y="1978533"/>
                    <a:pt x="6505499" y="1545107"/>
                  </a:cubicBezTo>
                  <a:cubicBezTo>
                    <a:pt x="6505499" y="1111682"/>
                    <a:pt x="6154370" y="759866"/>
                    <a:pt x="5720944" y="759866"/>
                  </a:cubicBezTo>
                  <a:close/>
                </a:path>
              </a:pathLst>
            </a:custGeom>
            <a:solidFill>
              <a:schemeClr val="accent1"/>
            </a:solidFill>
            <a:ln w="6858" cap="flat">
              <a:noFill/>
              <a:prstDash val="solid"/>
              <a:miter/>
            </a:ln>
          </p:spPr>
          <p:txBody>
            <a:bodyPr rtlCol="0" anchor="ctr"/>
            <a:lstStyle/>
            <a:p>
              <a:endParaRPr lang="en-RS" sz="450"/>
            </a:p>
          </p:txBody>
        </p:sp>
        <p:sp>
          <p:nvSpPr>
            <p:cNvPr id="60" name="Freeform 11">
              <a:extLst>
                <a:ext uri="{FF2B5EF4-FFF2-40B4-BE49-F238E27FC236}">
                  <a16:creationId xmlns:a16="http://schemas.microsoft.com/office/drawing/2014/main" id="{D75AFA1C-8C95-FAC1-EA91-BB139CD90604}"/>
                </a:ext>
              </a:extLst>
            </p:cNvPr>
            <p:cNvSpPr/>
            <p:nvPr/>
          </p:nvSpPr>
          <p:spPr>
            <a:xfrm>
              <a:off x="2375718" y="4805828"/>
              <a:ext cx="1312497" cy="316753"/>
            </a:xfrm>
            <a:custGeom>
              <a:avLst/>
              <a:gdLst>
                <a:gd name="connsiteX0" fmla="*/ 181051 w 3171824"/>
                <a:gd name="connsiteY0" fmla="*/ 686 h 765477"/>
                <a:gd name="connsiteX1" fmla="*/ 0 w 3171824"/>
                <a:gd name="connsiteY1" fmla="*/ 249631 h 765477"/>
                <a:gd name="connsiteX2" fmla="*/ 3171825 w 3171824"/>
                <a:gd name="connsiteY2" fmla="*/ 248946 h 765477"/>
                <a:gd name="connsiteX3" fmla="*/ 2990774 w 3171824"/>
                <a:gd name="connsiteY3" fmla="*/ 0 h 765477"/>
                <a:gd name="connsiteX4" fmla="*/ 181051 w 3171824"/>
                <a:gd name="connsiteY4" fmla="*/ 686 h 7654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1824" h="765477">
                  <a:moveTo>
                    <a:pt x="181051" y="686"/>
                  </a:moveTo>
                  <a:lnTo>
                    <a:pt x="0" y="249631"/>
                  </a:lnTo>
                  <a:cubicBezTo>
                    <a:pt x="927887" y="925144"/>
                    <a:pt x="2207590" y="949833"/>
                    <a:pt x="3171825" y="248946"/>
                  </a:cubicBezTo>
                  <a:lnTo>
                    <a:pt x="2990774" y="0"/>
                  </a:lnTo>
                  <a:cubicBezTo>
                    <a:pt x="2136953" y="621336"/>
                    <a:pt x="1003325" y="598704"/>
                    <a:pt x="181051" y="686"/>
                  </a:cubicBezTo>
                  <a:close/>
                </a:path>
              </a:pathLst>
            </a:custGeom>
            <a:solidFill>
              <a:srgbClr val="CC9100"/>
            </a:solidFill>
            <a:ln w="6858" cap="flat">
              <a:noFill/>
              <a:prstDash val="solid"/>
              <a:miter/>
            </a:ln>
          </p:spPr>
          <p:txBody>
            <a:bodyPr rtlCol="0" anchor="ctr"/>
            <a:lstStyle/>
            <a:p>
              <a:endParaRPr lang="en-RS" sz="450"/>
            </a:p>
          </p:txBody>
        </p:sp>
        <p:sp>
          <p:nvSpPr>
            <p:cNvPr id="61" name="Freeform 12">
              <a:extLst>
                <a:ext uri="{FF2B5EF4-FFF2-40B4-BE49-F238E27FC236}">
                  <a16:creationId xmlns:a16="http://schemas.microsoft.com/office/drawing/2014/main" id="{0F812165-C528-5ECE-A19A-5D75F74D2445}"/>
                </a:ext>
              </a:extLst>
            </p:cNvPr>
            <p:cNvSpPr/>
            <p:nvPr/>
          </p:nvSpPr>
          <p:spPr>
            <a:xfrm>
              <a:off x="1915475" y="3660762"/>
              <a:ext cx="535446" cy="1248078"/>
            </a:xfrm>
            <a:custGeom>
              <a:avLst/>
              <a:gdLst>
                <a:gd name="connsiteX0" fmla="*/ 425067 w 1293976"/>
                <a:gd name="connsiteY0" fmla="*/ 95326 h 3016148"/>
                <a:gd name="connsiteX1" fmla="*/ 132231 w 1293976"/>
                <a:gd name="connsiteY1" fmla="*/ 0 h 3016148"/>
                <a:gd name="connsiteX2" fmla="*/ 1112925 w 1293976"/>
                <a:gd name="connsiteY2" fmla="*/ 3016148 h 3016148"/>
                <a:gd name="connsiteX3" fmla="*/ 1293976 w 1293976"/>
                <a:gd name="connsiteY3" fmla="*/ 2767203 h 3016148"/>
                <a:gd name="connsiteX4" fmla="*/ 425067 w 1293976"/>
                <a:gd name="connsiteY4" fmla="*/ 95326 h 3016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3976" h="3016148">
                  <a:moveTo>
                    <a:pt x="425067" y="95326"/>
                  </a:moveTo>
                  <a:lnTo>
                    <a:pt x="132231" y="0"/>
                  </a:lnTo>
                  <a:cubicBezTo>
                    <a:pt x="-223014" y="1091108"/>
                    <a:pt x="148690" y="2315947"/>
                    <a:pt x="1112925" y="3016148"/>
                  </a:cubicBezTo>
                  <a:lnTo>
                    <a:pt x="1293976" y="2767203"/>
                  </a:lnTo>
                  <a:cubicBezTo>
                    <a:pt x="441527" y="2148611"/>
                    <a:pt x="108914" y="1063676"/>
                    <a:pt x="425067" y="95326"/>
                  </a:cubicBezTo>
                  <a:close/>
                </a:path>
              </a:pathLst>
            </a:custGeom>
            <a:solidFill>
              <a:srgbClr val="00A9EB"/>
            </a:solidFill>
            <a:ln w="6858" cap="flat">
              <a:noFill/>
              <a:prstDash val="solid"/>
              <a:miter/>
            </a:ln>
          </p:spPr>
          <p:txBody>
            <a:bodyPr rtlCol="0" anchor="ctr"/>
            <a:lstStyle/>
            <a:p>
              <a:endParaRPr lang="en-RS" sz="450"/>
            </a:p>
          </p:txBody>
        </p:sp>
        <p:sp>
          <p:nvSpPr>
            <p:cNvPr id="62" name="Freeform 13">
              <a:extLst>
                <a:ext uri="{FF2B5EF4-FFF2-40B4-BE49-F238E27FC236}">
                  <a16:creationId xmlns:a16="http://schemas.microsoft.com/office/drawing/2014/main" id="{83E921FC-235C-F870-31AC-7528FCCF8C10}"/>
                </a:ext>
              </a:extLst>
            </p:cNvPr>
            <p:cNvSpPr/>
            <p:nvPr/>
          </p:nvSpPr>
          <p:spPr>
            <a:xfrm>
              <a:off x="1970476" y="2889155"/>
              <a:ext cx="1061633" cy="811053"/>
            </a:xfrm>
            <a:custGeom>
              <a:avLst/>
              <a:gdLst>
                <a:gd name="connsiteX0" fmla="*/ 2565578 w 2565577"/>
                <a:gd name="connsiteY0" fmla="*/ 307926 h 1960018"/>
                <a:gd name="connsiteX1" fmla="*/ 2565578 w 2565577"/>
                <a:gd name="connsiteY1" fmla="*/ 2 h 1960018"/>
                <a:gd name="connsiteX2" fmla="*/ 0 w 2565577"/>
                <a:gd name="connsiteY2" fmla="*/ 1864692 h 1960018"/>
                <a:gd name="connsiteX3" fmla="*/ 292836 w 2565577"/>
                <a:gd name="connsiteY3" fmla="*/ 1960018 h 1960018"/>
                <a:gd name="connsiteX4" fmla="*/ 2565578 w 2565577"/>
                <a:gd name="connsiteY4" fmla="*/ 307926 h 1960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5577" h="1960018">
                  <a:moveTo>
                    <a:pt x="2565578" y="307926"/>
                  </a:moveTo>
                  <a:lnTo>
                    <a:pt x="2565578" y="2"/>
                  </a:lnTo>
                  <a:cubicBezTo>
                    <a:pt x="1415491" y="-1370"/>
                    <a:pt x="366903" y="733808"/>
                    <a:pt x="0" y="1864692"/>
                  </a:cubicBezTo>
                  <a:lnTo>
                    <a:pt x="292836" y="1960018"/>
                  </a:lnTo>
                  <a:cubicBezTo>
                    <a:pt x="618591" y="956007"/>
                    <a:pt x="1549222" y="307240"/>
                    <a:pt x="2565578" y="307926"/>
                  </a:cubicBezTo>
                  <a:close/>
                </a:path>
              </a:pathLst>
            </a:custGeom>
            <a:solidFill>
              <a:srgbClr val="FFB500"/>
            </a:solidFill>
            <a:ln w="6858" cap="flat">
              <a:noFill/>
              <a:prstDash val="solid"/>
              <a:miter/>
            </a:ln>
          </p:spPr>
          <p:txBody>
            <a:bodyPr rtlCol="0" anchor="ctr"/>
            <a:lstStyle/>
            <a:p>
              <a:endParaRPr lang="en-RS" sz="450"/>
            </a:p>
          </p:txBody>
        </p:sp>
        <p:sp>
          <p:nvSpPr>
            <p:cNvPr id="63" name="Freeform 14">
              <a:extLst>
                <a:ext uri="{FF2B5EF4-FFF2-40B4-BE49-F238E27FC236}">
                  <a16:creationId xmlns:a16="http://schemas.microsoft.com/office/drawing/2014/main" id="{B056BB42-6679-B162-7175-16AA2C1B5338}"/>
                </a:ext>
              </a:extLst>
            </p:cNvPr>
            <p:cNvSpPr/>
            <p:nvPr/>
          </p:nvSpPr>
          <p:spPr>
            <a:xfrm>
              <a:off x="3032109" y="2889440"/>
              <a:ext cx="1061917" cy="810768"/>
            </a:xfrm>
            <a:custGeom>
              <a:avLst/>
              <a:gdLst>
                <a:gd name="connsiteX0" fmla="*/ 2273427 w 2566263"/>
                <a:gd name="connsiteY0" fmla="*/ 1959330 h 1959330"/>
                <a:gd name="connsiteX1" fmla="*/ 2566263 w 2566263"/>
                <a:gd name="connsiteY1" fmla="*/ 1864004 h 1959330"/>
                <a:gd name="connsiteX2" fmla="*/ 0 w 2566263"/>
                <a:gd name="connsiteY2" fmla="*/ 0 h 1959330"/>
                <a:gd name="connsiteX3" fmla="*/ 0 w 2566263"/>
                <a:gd name="connsiteY3" fmla="*/ 307924 h 1959330"/>
                <a:gd name="connsiteX4" fmla="*/ 2273427 w 2566263"/>
                <a:gd name="connsiteY4" fmla="*/ 1959330 h 19593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6263" h="1959330">
                  <a:moveTo>
                    <a:pt x="2273427" y="1959330"/>
                  </a:moveTo>
                  <a:lnTo>
                    <a:pt x="2566263" y="1864004"/>
                  </a:lnTo>
                  <a:cubicBezTo>
                    <a:pt x="2213076" y="772211"/>
                    <a:pt x="1191234" y="0"/>
                    <a:pt x="0" y="0"/>
                  </a:cubicBezTo>
                  <a:lnTo>
                    <a:pt x="0" y="307924"/>
                  </a:lnTo>
                  <a:cubicBezTo>
                    <a:pt x="1053389" y="307924"/>
                    <a:pt x="1959330" y="990295"/>
                    <a:pt x="2273427" y="1959330"/>
                  </a:cubicBezTo>
                  <a:close/>
                </a:path>
              </a:pathLst>
            </a:custGeom>
            <a:solidFill>
              <a:srgbClr val="0B111A"/>
            </a:solidFill>
            <a:ln w="6858" cap="flat">
              <a:noFill/>
              <a:prstDash val="solid"/>
              <a:miter/>
            </a:ln>
          </p:spPr>
          <p:txBody>
            <a:bodyPr rtlCol="0" anchor="ctr"/>
            <a:lstStyle/>
            <a:p>
              <a:endParaRPr lang="en-RS" sz="450"/>
            </a:p>
          </p:txBody>
        </p:sp>
        <p:sp>
          <p:nvSpPr>
            <p:cNvPr id="64" name="Freeform 15">
              <a:extLst>
                <a:ext uri="{FF2B5EF4-FFF2-40B4-BE49-F238E27FC236}">
                  <a16:creationId xmlns:a16="http://schemas.microsoft.com/office/drawing/2014/main" id="{C7B5C91C-E329-3AB2-519C-BCF5AA8E2AD3}"/>
                </a:ext>
              </a:extLst>
            </p:cNvPr>
            <p:cNvSpPr/>
            <p:nvPr/>
          </p:nvSpPr>
          <p:spPr>
            <a:xfrm>
              <a:off x="3613581" y="3660762"/>
              <a:ext cx="535316" cy="1248362"/>
            </a:xfrm>
            <a:custGeom>
              <a:avLst/>
              <a:gdLst>
                <a:gd name="connsiteX0" fmla="*/ 0 w 1293663"/>
                <a:gd name="connsiteY0" fmla="*/ 2767889 h 3016833"/>
                <a:gd name="connsiteX1" fmla="*/ 181051 w 1293663"/>
                <a:gd name="connsiteY1" fmla="*/ 3016834 h 3016833"/>
                <a:gd name="connsiteX2" fmla="*/ 1161059 w 1293663"/>
                <a:gd name="connsiteY2" fmla="*/ 0 h 3016833"/>
                <a:gd name="connsiteX3" fmla="*/ 868223 w 1293663"/>
                <a:gd name="connsiteY3" fmla="*/ 95326 h 3016833"/>
                <a:gd name="connsiteX4" fmla="*/ 0 w 1293663"/>
                <a:gd name="connsiteY4" fmla="*/ 2767889 h 30168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3663" h="3016833">
                  <a:moveTo>
                    <a:pt x="0" y="2767889"/>
                  </a:moveTo>
                  <a:lnTo>
                    <a:pt x="181051" y="3016834"/>
                  </a:lnTo>
                  <a:cubicBezTo>
                    <a:pt x="1109624" y="2343379"/>
                    <a:pt x="1528648" y="1133627"/>
                    <a:pt x="1161059" y="0"/>
                  </a:cubicBezTo>
                  <a:lnTo>
                    <a:pt x="868223" y="95326"/>
                  </a:lnTo>
                  <a:cubicBezTo>
                    <a:pt x="1193978" y="1099337"/>
                    <a:pt x="822960" y="2171243"/>
                    <a:pt x="0" y="2767889"/>
                  </a:cubicBezTo>
                  <a:close/>
                </a:path>
              </a:pathLst>
            </a:custGeom>
            <a:solidFill>
              <a:srgbClr val="BFBFBF"/>
            </a:solidFill>
            <a:ln w="6858" cap="flat">
              <a:noFill/>
              <a:prstDash val="solid"/>
              <a:miter/>
            </a:ln>
          </p:spPr>
          <p:txBody>
            <a:bodyPr rtlCol="0" anchor="ctr"/>
            <a:lstStyle/>
            <a:p>
              <a:endParaRPr lang="en-RS" sz="450"/>
            </a:p>
          </p:txBody>
        </p:sp>
        <p:sp>
          <p:nvSpPr>
            <p:cNvPr id="48" name="Freeform 4">
              <a:extLst>
                <a:ext uri="{FF2B5EF4-FFF2-40B4-BE49-F238E27FC236}">
                  <a16:creationId xmlns:a16="http://schemas.microsoft.com/office/drawing/2014/main" id="{8CA31C49-0383-9448-3E35-E9E911F6CBA7}"/>
                </a:ext>
              </a:extLst>
            </p:cNvPr>
            <p:cNvSpPr/>
            <p:nvPr/>
          </p:nvSpPr>
          <p:spPr>
            <a:xfrm>
              <a:off x="1570262" y="1946451"/>
              <a:ext cx="953531" cy="953876"/>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49" name="Freeform 5">
              <a:extLst>
                <a:ext uri="{FF2B5EF4-FFF2-40B4-BE49-F238E27FC236}">
                  <a16:creationId xmlns:a16="http://schemas.microsoft.com/office/drawing/2014/main" id="{6E93B9B2-1B1E-F022-34BB-CA13E73229D5}"/>
                </a:ext>
              </a:extLst>
            </p:cNvPr>
            <p:cNvSpPr/>
            <p:nvPr/>
          </p:nvSpPr>
          <p:spPr>
            <a:xfrm rot="17073275">
              <a:off x="1640461" y="2016997"/>
              <a:ext cx="812649" cy="812658"/>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50" name="Freeform 17">
              <a:extLst>
                <a:ext uri="{FF2B5EF4-FFF2-40B4-BE49-F238E27FC236}">
                  <a16:creationId xmlns:a16="http://schemas.microsoft.com/office/drawing/2014/main" id="{16014F26-20DA-DE10-F144-D8485AE8ED4C}"/>
                </a:ext>
              </a:extLst>
            </p:cNvPr>
            <p:cNvSpPr/>
            <p:nvPr/>
          </p:nvSpPr>
          <p:spPr>
            <a:xfrm rot="20037154">
              <a:off x="1685146" y="2061468"/>
              <a:ext cx="723524" cy="723516"/>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sp>
          <p:nvSpPr>
            <p:cNvPr id="52" name="Oval 51">
              <a:extLst>
                <a:ext uri="{FF2B5EF4-FFF2-40B4-BE49-F238E27FC236}">
                  <a16:creationId xmlns:a16="http://schemas.microsoft.com/office/drawing/2014/main" id="{58E687FD-EC2D-CD78-A486-68A44425864A}"/>
                </a:ext>
              </a:extLst>
            </p:cNvPr>
            <p:cNvSpPr/>
            <p:nvPr/>
          </p:nvSpPr>
          <p:spPr>
            <a:xfrm>
              <a:off x="1779447" y="2158981"/>
              <a:ext cx="529965" cy="529959"/>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53" name="Oval 52">
              <a:extLst>
                <a:ext uri="{FF2B5EF4-FFF2-40B4-BE49-F238E27FC236}">
                  <a16:creationId xmlns:a16="http://schemas.microsoft.com/office/drawing/2014/main" id="{C8264B3C-1CD9-AB8C-1A05-CE4C68A5E660}"/>
                </a:ext>
              </a:extLst>
            </p:cNvPr>
            <p:cNvSpPr/>
            <p:nvPr/>
          </p:nvSpPr>
          <p:spPr>
            <a:xfrm>
              <a:off x="1820411" y="2201779"/>
              <a:ext cx="444366" cy="444361"/>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41" name="Freeform 23">
              <a:extLst>
                <a:ext uri="{FF2B5EF4-FFF2-40B4-BE49-F238E27FC236}">
                  <a16:creationId xmlns:a16="http://schemas.microsoft.com/office/drawing/2014/main" id="{3478F47C-C9B3-E211-5E6C-3F000E780F38}"/>
                </a:ext>
              </a:extLst>
            </p:cNvPr>
            <p:cNvSpPr/>
            <p:nvPr/>
          </p:nvSpPr>
          <p:spPr>
            <a:xfrm>
              <a:off x="3749294" y="2148250"/>
              <a:ext cx="953770" cy="953876"/>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42" name="Freeform 24">
              <a:extLst>
                <a:ext uri="{FF2B5EF4-FFF2-40B4-BE49-F238E27FC236}">
                  <a16:creationId xmlns:a16="http://schemas.microsoft.com/office/drawing/2014/main" id="{AC780DEB-9933-7FFD-AF3E-6CAD2A8F7E6E}"/>
                </a:ext>
              </a:extLst>
            </p:cNvPr>
            <p:cNvSpPr/>
            <p:nvPr/>
          </p:nvSpPr>
          <p:spPr>
            <a:xfrm rot="16751011">
              <a:off x="3819589" y="2219059"/>
              <a:ext cx="812672" cy="812683"/>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43" name="Freeform 25">
              <a:extLst>
                <a:ext uri="{FF2B5EF4-FFF2-40B4-BE49-F238E27FC236}">
                  <a16:creationId xmlns:a16="http://schemas.microsoft.com/office/drawing/2014/main" id="{5251FB3B-37B4-6023-5983-A8722DF0918B}"/>
                </a:ext>
              </a:extLst>
            </p:cNvPr>
            <p:cNvSpPr/>
            <p:nvPr/>
          </p:nvSpPr>
          <p:spPr>
            <a:xfrm rot="17762846">
              <a:off x="3864190" y="2263848"/>
              <a:ext cx="723516" cy="723525"/>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sp>
          <p:nvSpPr>
            <p:cNvPr id="45" name="Oval 44">
              <a:extLst>
                <a:ext uri="{FF2B5EF4-FFF2-40B4-BE49-F238E27FC236}">
                  <a16:creationId xmlns:a16="http://schemas.microsoft.com/office/drawing/2014/main" id="{2E2FD819-A72E-08D8-8620-DA0130431B77}"/>
                </a:ext>
              </a:extLst>
            </p:cNvPr>
            <p:cNvSpPr/>
            <p:nvPr/>
          </p:nvSpPr>
          <p:spPr>
            <a:xfrm>
              <a:off x="3960941" y="2361133"/>
              <a:ext cx="529966" cy="529959"/>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46" name="Oval 45">
              <a:extLst>
                <a:ext uri="{FF2B5EF4-FFF2-40B4-BE49-F238E27FC236}">
                  <a16:creationId xmlns:a16="http://schemas.microsoft.com/office/drawing/2014/main" id="{DFE21305-6787-4F3A-85BC-639A145F5616}"/>
                </a:ext>
              </a:extLst>
            </p:cNvPr>
            <p:cNvSpPr/>
            <p:nvPr/>
          </p:nvSpPr>
          <p:spPr>
            <a:xfrm>
              <a:off x="4002827" y="2402590"/>
              <a:ext cx="444367" cy="444361"/>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33" name="Freeform 31">
              <a:extLst>
                <a:ext uri="{FF2B5EF4-FFF2-40B4-BE49-F238E27FC236}">
                  <a16:creationId xmlns:a16="http://schemas.microsoft.com/office/drawing/2014/main" id="{21409F1D-C51D-F4A9-AE20-3B3672D72EFC}"/>
                </a:ext>
              </a:extLst>
            </p:cNvPr>
            <p:cNvSpPr/>
            <p:nvPr/>
          </p:nvSpPr>
          <p:spPr>
            <a:xfrm rot="18900000">
              <a:off x="4290546" y="4230075"/>
              <a:ext cx="953876" cy="953876"/>
            </a:xfrm>
            <a:custGeom>
              <a:avLst/>
              <a:gdLst>
                <a:gd name="connsiteX0" fmla="*/ 1711944 w 1711943"/>
                <a:gd name="connsiteY0" fmla="*/ 855972 h 1711943"/>
                <a:gd name="connsiteX1" fmla="*/ 855972 w 1711943"/>
                <a:gd name="connsiteY1" fmla="*/ 1711943 h 1711943"/>
                <a:gd name="connsiteX2" fmla="*/ -1 w 1711943"/>
                <a:gd name="connsiteY2" fmla="*/ 855972 h 1711943"/>
                <a:gd name="connsiteX3" fmla="*/ 855972 w 1711943"/>
                <a:gd name="connsiteY3" fmla="*/ 0 h 1711943"/>
                <a:gd name="connsiteX4" fmla="*/ 1711944 w 1711943"/>
                <a:gd name="connsiteY4" fmla="*/ 855972 h 171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943" h="1711943">
                  <a:moveTo>
                    <a:pt x="1711944" y="855972"/>
                  </a:moveTo>
                  <a:cubicBezTo>
                    <a:pt x="1711944" y="1328712"/>
                    <a:pt x="1328712" y="1711943"/>
                    <a:pt x="855972" y="1711943"/>
                  </a:cubicBezTo>
                  <a:cubicBezTo>
                    <a:pt x="383231" y="1711943"/>
                    <a:pt x="-1" y="1328712"/>
                    <a:pt x="-1" y="855972"/>
                  </a:cubicBezTo>
                  <a:cubicBezTo>
                    <a:pt x="-1" y="383231"/>
                    <a:pt x="383231" y="0"/>
                    <a:pt x="855972" y="0"/>
                  </a:cubicBezTo>
                  <a:cubicBezTo>
                    <a:pt x="1328712" y="0"/>
                    <a:pt x="1711944" y="383232"/>
                    <a:pt x="1711944" y="855972"/>
                  </a:cubicBezTo>
                  <a:close/>
                </a:path>
              </a:pathLst>
            </a:custGeom>
            <a:solidFill>
              <a:schemeClr val="accent3"/>
            </a:solidFill>
            <a:ln w="6350" cap="flat">
              <a:noFill/>
              <a:prstDash val="solid"/>
              <a:miter/>
            </a:ln>
          </p:spPr>
          <p:txBody>
            <a:bodyPr rtlCol="0" anchor="ctr"/>
            <a:lstStyle/>
            <a:p>
              <a:endParaRPr lang="en-RS" sz="450"/>
            </a:p>
          </p:txBody>
        </p:sp>
        <p:sp>
          <p:nvSpPr>
            <p:cNvPr id="35" name="Freeform 33">
              <a:extLst>
                <a:ext uri="{FF2B5EF4-FFF2-40B4-BE49-F238E27FC236}">
                  <a16:creationId xmlns:a16="http://schemas.microsoft.com/office/drawing/2014/main" id="{21FCF604-914C-9438-3B73-1A32E9B259A4}"/>
                </a:ext>
              </a:extLst>
            </p:cNvPr>
            <p:cNvSpPr/>
            <p:nvPr/>
          </p:nvSpPr>
          <p:spPr>
            <a:xfrm>
              <a:off x="4360963" y="4300429"/>
              <a:ext cx="813067" cy="813067"/>
            </a:xfrm>
            <a:custGeom>
              <a:avLst/>
              <a:gdLst>
                <a:gd name="connsiteX0" fmla="*/ 1459230 w 1459230"/>
                <a:gd name="connsiteY0" fmla="*/ 729615 h 1459229"/>
                <a:gd name="connsiteX1" fmla="*/ 729615 w 1459230"/>
                <a:gd name="connsiteY1" fmla="*/ 1459230 h 1459229"/>
                <a:gd name="connsiteX2" fmla="*/ 0 w 1459230"/>
                <a:gd name="connsiteY2" fmla="*/ 729615 h 1459229"/>
                <a:gd name="connsiteX3" fmla="*/ 729615 w 1459230"/>
                <a:gd name="connsiteY3" fmla="*/ 0 h 1459229"/>
                <a:gd name="connsiteX4" fmla="*/ 1459230 w 1459230"/>
                <a:gd name="connsiteY4" fmla="*/ 729615 h 1459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30" h="1459229">
                  <a:moveTo>
                    <a:pt x="1459230" y="729615"/>
                  </a:moveTo>
                  <a:cubicBezTo>
                    <a:pt x="1459230" y="1132570"/>
                    <a:pt x="1132570" y="1459230"/>
                    <a:pt x="729615" y="1459230"/>
                  </a:cubicBezTo>
                  <a:cubicBezTo>
                    <a:pt x="326659" y="1459230"/>
                    <a:pt x="0" y="1132570"/>
                    <a:pt x="0" y="729615"/>
                  </a:cubicBezTo>
                  <a:cubicBezTo>
                    <a:pt x="0" y="326660"/>
                    <a:pt x="326659" y="0"/>
                    <a:pt x="729615" y="0"/>
                  </a:cubicBezTo>
                  <a:cubicBezTo>
                    <a:pt x="1132570" y="0"/>
                    <a:pt x="1459230" y="326660"/>
                    <a:pt x="1459230" y="729615"/>
                  </a:cubicBezTo>
                  <a:close/>
                </a:path>
              </a:pathLst>
            </a:custGeom>
            <a:solidFill>
              <a:schemeClr val="accent3">
                <a:lumMod val="75000"/>
              </a:schemeClr>
            </a:solidFill>
            <a:ln w="6350" cap="flat">
              <a:noFill/>
              <a:prstDash val="solid"/>
              <a:miter/>
            </a:ln>
          </p:spPr>
          <p:txBody>
            <a:bodyPr rtlCol="0" anchor="ctr"/>
            <a:lstStyle/>
            <a:p>
              <a:endParaRPr lang="en-RS" sz="450"/>
            </a:p>
          </p:txBody>
        </p:sp>
        <p:sp>
          <p:nvSpPr>
            <p:cNvPr id="36" name="Freeform 34">
              <a:extLst>
                <a:ext uri="{FF2B5EF4-FFF2-40B4-BE49-F238E27FC236}">
                  <a16:creationId xmlns:a16="http://schemas.microsoft.com/office/drawing/2014/main" id="{79DC2881-3A8D-A9CA-D179-8B12A9CD7379}"/>
                </a:ext>
              </a:extLst>
            </p:cNvPr>
            <p:cNvSpPr/>
            <p:nvPr/>
          </p:nvSpPr>
          <p:spPr>
            <a:xfrm rot="18900000">
              <a:off x="4405535" y="4345064"/>
              <a:ext cx="723899" cy="723899"/>
            </a:xfrm>
            <a:custGeom>
              <a:avLst/>
              <a:gdLst>
                <a:gd name="connsiteX0" fmla="*/ 1299198 w 1299197"/>
                <a:gd name="connsiteY0" fmla="*/ 649599 h 1299197"/>
                <a:gd name="connsiteX1" fmla="*/ 649598 w 1299197"/>
                <a:gd name="connsiteY1" fmla="*/ 1299197 h 1299197"/>
                <a:gd name="connsiteX2" fmla="*/ -1 w 1299197"/>
                <a:gd name="connsiteY2" fmla="*/ 649599 h 1299197"/>
                <a:gd name="connsiteX3" fmla="*/ 649598 w 1299197"/>
                <a:gd name="connsiteY3" fmla="*/ 0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2" y="1299197"/>
                    <a:pt x="649598" y="1299197"/>
                  </a:cubicBezTo>
                  <a:cubicBezTo>
                    <a:pt x="290835" y="1299197"/>
                    <a:pt x="-1" y="1008362"/>
                    <a:pt x="-1" y="649599"/>
                  </a:cubicBezTo>
                  <a:cubicBezTo>
                    <a:pt x="-1" y="290835"/>
                    <a:pt x="290835" y="0"/>
                    <a:pt x="649598" y="0"/>
                  </a:cubicBezTo>
                  <a:cubicBezTo>
                    <a:pt x="1008362" y="0"/>
                    <a:pt x="1299198" y="290835"/>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37" name="Group 36">
              <a:extLst>
                <a:ext uri="{FF2B5EF4-FFF2-40B4-BE49-F238E27FC236}">
                  <a16:creationId xmlns:a16="http://schemas.microsoft.com/office/drawing/2014/main" id="{A4A12D93-E1DC-3D5B-204C-34719A433D6C}"/>
                </a:ext>
              </a:extLst>
            </p:cNvPr>
            <p:cNvGrpSpPr>
              <a:grpSpLocks noChangeAspect="1"/>
            </p:cNvGrpSpPr>
            <p:nvPr/>
          </p:nvGrpSpPr>
          <p:grpSpPr>
            <a:xfrm>
              <a:off x="4501814" y="4439998"/>
              <a:ext cx="530227" cy="530226"/>
              <a:chOff x="5738342" y="3286296"/>
              <a:chExt cx="844932" cy="844931"/>
            </a:xfrm>
          </p:grpSpPr>
          <p:sp>
            <p:nvSpPr>
              <p:cNvPr id="38" name="Oval 37">
                <a:extLst>
                  <a:ext uri="{FF2B5EF4-FFF2-40B4-BE49-F238E27FC236}">
                    <a16:creationId xmlns:a16="http://schemas.microsoft.com/office/drawing/2014/main" id="{4BB5695F-24E1-3458-FA19-BD79C84A9330}"/>
                  </a:ext>
                </a:extLst>
              </p:cNvPr>
              <p:cNvSpPr/>
              <p:nvPr/>
            </p:nvSpPr>
            <p:spPr>
              <a:xfrm>
                <a:off x="5738342" y="3286296"/>
                <a:ext cx="844932" cy="844931"/>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39" name="Oval 38">
                <a:extLst>
                  <a:ext uri="{FF2B5EF4-FFF2-40B4-BE49-F238E27FC236}">
                    <a16:creationId xmlns:a16="http://schemas.microsoft.com/office/drawing/2014/main" id="{AB4E6EDD-B0A3-80DB-59E8-70A77D5FA970}"/>
                  </a:ext>
                </a:extLst>
              </p:cNvPr>
              <p:cNvSpPr/>
              <p:nvPr/>
            </p:nvSpPr>
            <p:spPr>
              <a:xfrm>
                <a:off x="5806578" y="3356328"/>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sp>
          <p:nvSpPr>
            <p:cNvPr id="26" name="Freeform 40">
              <a:extLst>
                <a:ext uri="{FF2B5EF4-FFF2-40B4-BE49-F238E27FC236}">
                  <a16:creationId xmlns:a16="http://schemas.microsoft.com/office/drawing/2014/main" id="{DB93744E-AB4E-6C56-AF32-07C253AFB520}"/>
                </a:ext>
              </a:extLst>
            </p:cNvPr>
            <p:cNvSpPr/>
            <p:nvPr/>
          </p:nvSpPr>
          <p:spPr>
            <a:xfrm>
              <a:off x="2390685" y="5376978"/>
              <a:ext cx="953478" cy="953876"/>
            </a:xfrm>
            <a:custGeom>
              <a:avLst/>
              <a:gdLst>
                <a:gd name="connsiteX0" fmla="*/ 1597872 w 1712736"/>
                <a:gd name="connsiteY0" fmla="*/ 428202 h 1713441"/>
                <a:gd name="connsiteX1" fmla="*/ 1077807 w 1712736"/>
                <a:gd name="connsiteY1" fmla="*/ 29422 h 1713441"/>
                <a:gd name="connsiteX2" fmla="*/ 428202 w 1712736"/>
                <a:gd name="connsiteY2" fmla="*/ 115147 h 1713441"/>
                <a:gd name="connsiteX3" fmla="*/ 29422 w 1712736"/>
                <a:gd name="connsiteY3" fmla="*/ 635211 h 1713441"/>
                <a:gd name="connsiteX4" fmla="*/ 115147 w 1712736"/>
                <a:gd name="connsiteY4" fmla="*/ 1284817 h 1713441"/>
                <a:gd name="connsiteX5" fmla="*/ 635211 w 1712736"/>
                <a:gd name="connsiteY5" fmla="*/ 1683596 h 1713441"/>
                <a:gd name="connsiteX6" fmla="*/ 858097 w 1712736"/>
                <a:gd name="connsiteY6" fmla="*/ 1713442 h 1713441"/>
                <a:gd name="connsiteX7" fmla="*/ 1284817 w 1712736"/>
                <a:gd name="connsiteY7" fmla="*/ 1598507 h 1713441"/>
                <a:gd name="connsiteX8" fmla="*/ 1683597 w 1712736"/>
                <a:gd name="connsiteY8" fmla="*/ 1078442 h 1713441"/>
                <a:gd name="connsiteX9" fmla="*/ 1597872 w 1712736"/>
                <a:gd name="connsiteY9" fmla="*/ 428202 h 171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2736" h="1713441">
                  <a:moveTo>
                    <a:pt x="1597872" y="428202"/>
                  </a:moveTo>
                  <a:cubicBezTo>
                    <a:pt x="1483572" y="230081"/>
                    <a:pt x="1298786" y="88477"/>
                    <a:pt x="1077807" y="29422"/>
                  </a:cubicBezTo>
                  <a:cubicBezTo>
                    <a:pt x="856827" y="-29633"/>
                    <a:pt x="626322" y="847"/>
                    <a:pt x="428202" y="115147"/>
                  </a:cubicBezTo>
                  <a:cubicBezTo>
                    <a:pt x="230082" y="229447"/>
                    <a:pt x="88477" y="414231"/>
                    <a:pt x="29422" y="635211"/>
                  </a:cubicBezTo>
                  <a:cubicBezTo>
                    <a:pt x="-29633" y="856192"/>
                    <a:pt x="847" y="1086697"/>
                    <a:pt x="115147" y="1284817"/>
                  </a:cubicBezTo>
                  <a:cubicBezTo>
                    <a:pt x="229447" y="1482936"/>
                    <a:pt x="414232" y="1624542"/>
                    <a:pt x="635211" y="1683596"/>
                  </a:cubicBezTo>
                  <a:cubicBezTo>
                    <a:pt x="708872" y="1703282"/>
                    <a:pt x="783802" y="1713442"/>
                    <a:pt x="858097" y="1713442"/>
                  </a:cubicBezTo>
                  <a:cubicBezTo>
                    <a:pt x="1006686" y="1713442"/>
                    <a:pt x="1152736" y="1674707"/>
                    <a:pt x="1284817" y="1598507"/>
                  </a:cubicBezTo>
                  <a:cubicBezTo>
                    <a:pt x="1482936" y="1484207"/>
                    <a:pt x="1624542" y="1299422"/>
                    <a:pt x="1683597" y="1078442"/>
                  </a:cubicBezTo>
                  <a:cubicBezTo>
                    <a:pt x="1742017" y="856827"/>
                    <a:pt x="1712172" y="626322"/>
                    <a:pt x="1597872" y="428202"/>
                  </a:cubicBezTo>
                  <a:close/>
                </a:path>
              </a:pathLst>
            </a:custGeom>
            <a:solidFill>
              <a:schemeClr val="accent4"/>
            </a:solidFill>
            <a:ln w="6350" cap="flat">
              <a:noFill/>
              <a:prstDash val="solid"/>
              <a:miter/>
            </a:ln>
          </p:spPr>
          <p:txBody>
            <a:bodyPr rtlCol="0" anchor="ctr"/>
            <a:lstStyle/>
            <a:p>
              <a:endParaRPr lang="en-RS" sz="450"/>
            </a:p>
          </p:txBody>
        </p:sp>
        <p:sp>
          <p:nvSpPr>
            <p:cNvPr id="27" name="Freeform 41">
              <a:extLst>
                <a:ext uri="{FF2B5EF4-FFF2-40B4-BE49-F238E27FC236}">
                  <a16:creationId xmlns:a16="http://schemas.microsoft.com/office/drawing/2014/main" id="{9FFD9C86-CD31-F797-3AFF-DBE88150B468}"/>
                </a:ext>
              </a:extLst>
            </p:cNvPr>
            <p:cNvSpPr/>
            <p:nvPr/>
          </p:nvSpPr>
          <p:spPr>
            <a:xfrm rot="18900000">
              <a:off x="2460982" y="5447428"/>
              <a:ext cx="812344" cy="812349"/>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4">
                <a:lumMod val="75000"/>
              </a:schemeClr>
            </a:solidFill>
            <a:ln w="6350" cap="flat">
              <a:noFill/>
              <a:prstDash val="solid"/>
              <a:miter/>
            </a:ln>
          </p:spPr>
          <p:txBody>
            <a:bodyPr rtlCol="0" anchor="ctr"/>
            <a:lstStyle/>
            <a:p>
              <a:endParaRPr lang="en-RS" sz="450"/>
            </a:p>
          </p:txBody>
        </p:sp>
        <p:sp>
          <p:nvSpPr>
            <p:cNvPr id="28" name="Freeform 42">
              <a:extLst>
                <a:ext uri="{FF2B5EF4-FFF2-40B4-BE49-F238E27FC236}">
                  <a16:creationId xmlns:a16="http://schemas.microsoft.com/office/drawing/2014/main" id="{3396219A-0BE3-9CCE-60CB-28C7CDD2D262}"/>
                </a:ext>
              </a:extLst>
            </p:cNvPr>
            <p:cNvSpPr/>
            <p:nvPr/>
          </p:nvSpPr>
          <p:spPr>
            <a:xfrm rot="18900000">
              <a:off x="2505523" y="5491970"/>
              <a:ext cx="723262" cy="723266"/>
            </a:xfrm>
            <a:custGeom>
              <a:avLst/>
              <a:gdLst>
                <a:gd name="connsiteX0" fmla="*/ 1299198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3" y="1299198"/>
                    <a:pt x="649599" y="1299198"/>
                  </a:cubicBezTo>
                  <a:cubicBezTo>
                    <a:pt x="290835" y="1299198"/>
                    <a:pt x="0" y="1008363"/>
                    <a:pt x="0" y="649599"/>
                  </a:cubicBezTo>
                  <a:cubicBezTo>
                    <a:pt x="0" y="290836"/>
                    <a:pt x="290835" y="1"/>
                    <a:pt x="649599" y="1"/>
                  </a:cubicBezTo>
                  <a:cubicBezTo>
                    <a:pt x="1008363" y="1"/>
                    <a:pt x="1299198" y="290836"/>
                    <a:pt x="1299198" y="649599"/>
                  </a:cubicBezTo>
                  <a:close/>
                </a:path>
              </a:pathLst>
            </a:custGeom>
            <a:solidFill>
              <a:srgbClr val="FFFFFF"/>
            </a:solidFill>
            <a:ln w="6350" cap="flat">
              <a:noFill/>
              <a:prstDash val="solid"/>
              <a:miter/>
            </a:ln>
          </p:spPr>
          <p:txBody>
            <a:bodyPr rtlCol="0" anchor="ctr"/>
            <a:lstStyle/>
            <a:p>
              <a:endParaRPr lang="en-RS" sz="450"/>
            </a:p>
          </p:txBody>
        </p:sp>
        <p:sp>
          <p:nvSpPr>
            <p:cNvPr id="30" name="Oval 29">
              <a:extLst>
                <a:ext uri="{FF2B5EF4-FFF2-40B4-BE49-F238E27FC236}">
                  <a16:creationId xmlns:a16="http://schemas.microsoft.com/office/drawing/2014/main" id="{AE74E03E-3BE1-1B52-094C-2E31A4EBD223}"/>
                </a:ext>
              </a:extLst>
            </p:cNvPr>
            <p:cNvSpPr/>
            <p:nvPr/>
          </p:nvSpPr>
          <p:spPr>
            <a:xfrm>
              <a:off x="2610744" y="5590786"/>
              <a:ext cx="529760" cy="529762"/>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31" name="Oval 30">
              <a:extLst>
                <a:ext uri="{FF2B5EF4-FFF2-40B4-BE49-F238E27FC236}">
                  <a16:creationId xmlns:a16="http://schemas.microsoft.com/office/drawing/2014/main" id="{37A0068B-E1AC-316A-DF5A-1C4EF373DF73}"/>
                </a:ext>
              </a:extLst>
            </p:cNvPr>
            <p:cNvSpPr/>
            <p:nvPr/>
          </p:nvSpPr>
          <p:spPr>
            <a:xfrm>
              <a:off x="2653527" y="5633569"/>
              <a:ext cx="444194" cy="444196"/>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19" name="Freeform 48">
              <a:extLst>
                <a:ext uri="{FF2B5EF4-FFF2-40B4-BE49-F238E27FC236}">
                  <a16:creationId xmlns:a16="http://schemas.microsoft.com/office/drawing/2014/main" id="{55A6CEFE-BA46-1810-3F36-3BEA807EC7C5}"/>
                </a:ext>
              </a:extLst>
            </p:cNvPr>
            <p:cNvSpPr/>
            <p:nvPr/>
          </p:nvSpPr>
          <p:spPr>
            <a:xfrm>
              <a:off x="773537" y="3963060"/>
              <a:ext cx="954220" cy="953876"/>
            </a:xfrm>
            <a:custGeom>
              <a:avLst/>
              <a:gdLst>
                <a:gd name="connsiteX0" fmla="*/ 1683597 w 1713441"/>
                <a:gd name="connsiteY0" fmla="*/ 635212 h 1712806"/>
                <a:gd name="connsiteX1" fmla="*/ 1284817 w 1713441"/>
                <a:gd name="connsiteY1" fmla="*/ 115147 h 1712806"/>
                <a:gd name="connsiteX2" fmla="*/ 635211 w 1713441"/>
                <a:gd name="connsiteY2" fmla="*/ 29422 h 1712806"/>
                <a:gd name="connsiteX3" fmla="*/ 115147 w 1713441"/>
                <a:gd name="connsiteY3" fmla="*/ 428202 h 1712806"/>
                <a:gd name="connsiteX4" fmla="*/ 29422 w 1713441"/>
                <a:gd name="connsiteY4" fmla="*/ 1077807 h 1712806"/>
                <a:gd name="connsiteX5" fmla="*/ 428202 w 1713441"/>
                <a:gd name="connsiteY5" fmla="*/ 1597872 h 1712806"/>
                <a:gd name="connsiteX6" fmla="*/ 854922 w 1713441"/>
                <a:gd name="connsiteY6" fmla="*/ 1712807 h 1712806"/>
                <a:gd name="connsiteX7" fmla="*/ 1077807 w 1713441"/>
                <a:gd name="connsiteY7" fmla="*/ 1682962 h 1712806"/>
                <a:gd name="connsiteX8" fmla="*/ 1597872 w 1713441"/>
                <a:gd name="connsiteY8" fmla="*/ 1284182 h 1712806"/>
                <a:gd name="connsiteX9" fmla="*/ 1683597 w 1713441"/>
                <a:gd name="connsiteY9"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441" h="1712806">
                  <a:moveTo>
                    <a:pt x="1683597" y="635212"/>
                  </a:moveTo>
                  <a:cubicBezTo>
                    <a:pt x="1624542" y="414232"/>
                    <a:pt x="1482936" y="229447"/>
                    <a:pt x="1284817" y="115147"/>
                  </a:cubicBezTo>
                  <a:cubicBezTo>
                    <a:pt x="1086697" y="847"/>
                    <a:pt x="856192" y="-29633"/>
                    <a:pt x="635211" y="29422"/>
                  </a:cubicBezTo>
                  <a:cubicBezTo>
                    <a:pt x="414231" y="88477"/>
                    <a:pt x="229447" y="230082"/>
                    <a:pt x="115147" y="428202"/>
                  </a:cubicBezTo>
                  <a:cubicBezTo>
                    <a:pt x="847" y="626322"/>
                    <a:pt x="-29633" y="856827"/>
                    <a:pt x="29422" y="1077807"/>
                  </a:cubicBezTo>
                  <a:cubicBezTo>
                    <a:pt x="88477" y="1298787"/>
                    <a:pt x="230081" y="1483572"/>
                    <a:pt x="428202" y="1597872"/>
                  </a:cubicBezTo>
                  <a:cubicBezTo>
                    <a:pt x="560282" y="1674072"/>
                    <a:pt x="706332" y="1712807"/>
                    <a:pt x="854922" y="1712807"/>
                  </a:cubicBezTo>
                  <a:cubicBezTo>
                    <a:pt x="929217" y="1712807"/>
                    <a:pt x="1004147" y="1703282"/>
                    <a:pt x="1077807" y="1682962"/>
                  </a:cubicBezTo>
                  <a:cubicBezTo>
                    <a:pt x="1298786" y="1623907"/>
                    <a:pt x="1483572" y="1482302"/>
                    <a:pt x="1597872" y="1284182"/>
                  </a:cubicBezTo>
                  <a:cubicBezTo>
                    <a:pt x="1712807" y="1087332"/>
                    <a:pt x="1743286" y="856192"/>
                    <a:pt x="1683597" y="635212"/>
                  </a:cubicBezTo>
                  <a:close/>
                </a:path>
              </a:pathLst>
            </a:custGeom>
            <a:solidFill>
              <a:schemeClr val="accent5"/>
            </a:solidFill>
            <a:ln w="6350" cap="flat">
              <a:noFill/>
              <a:prstDash val="solid"/>
              <a:miter/>
            </a:ln>
          </p:spPr>
          <p:txBody>
            <a:bodyPr rtlCol="0" anchor="ctr"/>
            <a:lstStyle/>
            <a:p>
              <a:endParaRPr lang="en-RS" sz="450"/>
            </a:p>
          </p:txBody>
        </p:sp>
        <p:sp>
          <p:nvSpPr>
            <p:cNvPr id="20" name="Freeform 49">
              <a:extLst>
                <a:ext uri="{FF2B5EF4-FFF2-40B4-BE49-F238E27FC236}">
                  <a16:creationId xmlns:a16="http://schemas.microsoft.com/office/drawing/2014/main" id="{C856482E-CA2E-AB9E-E5A7-F6422B8F2A02}"/>
                </a:ext>
              </a:extLst>
            </p:cNvPr>
            <p:cNvSpPr/>
            <p:nvPr/>
          </p:nvSpPr>
          <p:spPr>
            <a:xfrm rot="18900000">
              <a:off x="844240" y="4033920"/>
              <a:ext cx="812641" cy="812649"/>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5">
                <a:lumMod val="75000"/>
              </a:schemeClr>
            </a:solidFill>
            <a:ln w="6350" cap="flat">
              <a:noFill/>
              <a:prstDash val="solid"/>
              <a:miter/>
            </a:ln>
          </p:spPr>
          <p:txBody>
            <a:bodyPr rtlCol="0" anchor="ctr"/>
            <a:lstStyle/>
            <a:p>
              <a:endParaRPr lang="en-RS" sz="450"/>
            </a:p>
          </p:txBody>
        </p:sp>
        <p:sp>
          <p:nvSpPr>
            <p:cNvPr id="21" name="Freeform 50">
              <a:extLst>
                <a:ext uri="{FF2B5EF4-FFF2-40B4-BE49-F238E27FC236}">
                  <a16:creationId xmlns:a16="http://schemas.microsoft.com/office/drawing/2014/main" id="{4D216032-706F-8BFD-BB84-2E8EC3991663}"/>
                </a:ext>
              </a:extLst>
            </p:cNvPr>
            <p:cNvSpPr/>
            <p:nvPr/>
          </p:nvSpPr>
          <p:spPr>
            <a:xfrm rot="18900000">
              <a:off x="888797" y="4078478"/>
              <a:ext cx="723527" cy="723534"/>
            </a:xfrm>
            <a:custGeom>
              <a:avLst/>
              <a:gdLst>
                <a:gd name="connsiteX0" fmla="*/ 1299197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7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7" y="649599"/>
                  </a:moveTo>
                  <a:cubicBezTo>
                    <a:pt x="1299197" y="1008362"/>
                    <a:pt x="1008362" y="1299198"/>
                    <a:pt x="649599" y="1299198"/>
                  </a:cubicBezTo>
                  <a:cubicBezTo>
                    <a:pt x="290835" y="1299198"/>
                    <a:pt x="0" y="1008363"/>
                    <a:pt x="0" y="649599"/>
                  </a:cubicBezTo>
                  <a:cubicBezTo>
                    <a:pt x="0" y="290836"/>
                    <a:pt x="290835" y="1"/>
                    <a:pt x="649599" y="1"/>
                  </a:cubicBezTo>
                  <a:cubicBezTo>
                    <a:pt x="1008362" y="1"/>
                    <a:pt x="1299197" y="290836"/>
                    <a:pt x="1299197" y="649599"/>
                  </a:cubicBezTo>
                  <a:close/>
                </a:path>
              </a:pathLst>
            </a:custGeom>
            <a:solidFill>
              <a:srgbClr val="FFFFFF"/>
            </a:solidFill>
            <a:ln w="6350" cap="flat">
              <a:noFill/>
              <a:prstDash val="solid"/>
              <a:miter/>
            </a:ln>
          </p:spPr>
          <p:txBody>
            <a:bodyPr rtlCol="0" anchor="ctr"/>
            <a:lstStyle/>
            <a:p>
              <a:endParaRPr lang="en-RS" sz="450"/>
            </a:p>
          </p:txBody>
        </p:sp>
        <p:sp>
          <p:nvSpPr>
            <p:cNvPr id="23" name="Oval 22">
              <a:extLst>
                <a:ext uri="{FF2B5EF4-FFF2-40B4-BE49-F238E27FC236}">
                  <a16:creationId xmlns:a16="http://schemas.microsoft.com/office/drawing/2014/main" id="{48AB2C94-D65F-13AF-B290-6F0CC2925C6B}"/>
                </a:ext>
              </a:extLst>
            </p:cNvPr>
            <p:cNvSpPr/>
            <p:nvPr/>
          </p:nvSpPr>
          <p:spPr>
            <a:xfrm>
              <a:off x="978225" y="4179574"/>
              <a:ext cx="529954" cy="529959"/>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24" name="Oval 23">
              <a:extLst>
                <a:ext uri="{FF2B5EF4-FFF2-40B4-BE49-F238E27FC236}">
                  <a16:creationId xmlns:a16="http://schemas.microsoft.com/office/drawing/2014/main" id="{69BBB62D-6083-0A47-4C7C-7ECD760CF5E8}"/>
                </a:ext>
              </a:extLst>
            </p:cNvPr>
            <p:cNvSpPr/>
            <p:nvPr/>
          </p:nvSpPr>
          <p:spPr>
            <a:xfrm>
              <a:off x="1021024" y="4221353"/>
              <a:ext cx="444357" cy="444361"/>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sp>
        <p:nvSpPr>
          <p:cNvPr id="9" name="Text Placeholder 51">
            <a:extLst>
              <a:ext uri="{FF2B5EF4-FFF2-40B4-BE49-F238E27FC236}">
                <a16:creationId xmlns:a16="http://schemas.microsoft.com/office/drawing/2014/main" id="{B7F75E35-AC5C-F3C7-22D1-E94D6A3AAC57}"/>
              </a:ext>
            </a:extLst>
          </p:cNvPr>
          <p:cNvSpPr>
            <a:spLocks noGrp="1"/>
          </p:cNvSpPr>
          <p:nvPr>
            <p:ph type="body" sz="quarter" idx="66"/>
          </p:nvPr>
        </p:nvSpPr>
        <p:spPr>
          <a:xfrm>
            <a:off x="4751051" y="1783110"/>
            <a:ext cx="3133693" cy="1276026"/>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0" name="Text Placeholder 51">
            <a:extLst>
              <a:ext uri="{FF2B5EF4-FFF2-40B4-BE49-F238E27FC236}">
                <a16:creationId xmlns:a16="http://schemas.microsoft.com/office/drawing/2014/main" id="{B5B76BB3-FADD-7353-3AB0-ADEAC3A64BE4}"/>
              </a:ext>
            </a:extLst>
          </p:cNvPr>
          <p:cNvSpPr>
            <a:spLocks noGrp="1"/>
          </p:cNvSpPr>
          <p:nvPr>
            <p:ph type="body" sz="quarter" idx="67"/>
          </p:nvPr>
        </p:nvSpPr>
        <p:spPr>
          <a:xfrm>
            <a:off x="8290519" y="1783110"/>
            <a:ext cx="3133693"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2" name="Text Placeholder 51">
            <a:extLst>
              <a:ext uri="{FF2B5EF4-FFF2-40B4-BE49-F238E27FC236}">
                <a16:creationId xmlns:a16="http://schemas.microsoft.com/office/drawing/2014/main" id="{1854D21F-2030-F3F6-79B7-EE15BBB37D75}"/>
              </a:ext>
            </a:extLst>
          </p:cNvPr>
          <p:cNvSpPr>
            <a:spLocks noGrp="1"/>
          </p:cNvSpPr>
          <p:nvPr>
            <p:ph type="body" sz="quarter" idx="68"/>
          </p:nvPr>
        </p:nvSpPr>
        <p:spPr>
          <a:xfrm>
            <a:off x="4751051" y="3367132"/>
            <a:ext cx="3133693"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5" name="Text Placeholder 51">
            <a:extLst>
              <a:ext uri="{FF2B5EF4-FFF2-40B4-BE49-F238E27FC236}">
                <a16:creationId xmlns:a16="http://schemas.microsoft.com/office/drawing/2014/main" id="{AF29FFDD-ABD1-68AC-3079-509283CCAA93}"/>
              </a:ext>
            </a:extLst>
          </p:cNvPr>
          <p:cNvSpPr>
            <a:spLocks noGrp="1"/>
          </p:cNvSpPr>
          <p:nvPr>
            <p:ph type="body" sz="quarter" idx="69"/>
          </p:nvPr>
        </p:nvSpPr>
        <p:spPr>
          <a:xfrm>
            <a:off x="8290519" y="3367132"/>
            <a:ext cx="3133693" cy="1276026"/>
          </a:xfrm>
          <a:prstGeom prst="rect">
            <a:avLst/>
          </a:prstGeom>
          <a:solidFill>
            <a:schemeClr val="accent4">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5F6B9288-FEF9-A0DB-FA09-EFB8414BD2B1}"/>
              </a:ext>
            </a:extLst>
          </p:cNvPr>
          <p:cNvSpPr>
            <a:spLocks noGrp="1"/>
          </p:cNvSpPr>
          <p:nvPr>
            <p:ph type="body" sz="quarter" idx="70"/>
          </p:nvPr>
        </p:nvSpPr>
        <p:spPr>
          <a:xfrm>
            <a:off x="4751051" y="4951154"/>
            <a:ext cx="3133693" cy="1276026"/>
          </a:xfrm>
          <a:prstGeom prst="rect">
            <a:avLst/>
          </a:prstGeom>
          <a:solidFill>
            <a:schemeClr val="accent5">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4706849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Infog_4">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93" name="Group 92">
            <a:extLst>
              <a:ext uri="{FF2B5EF4-FFF2-40B4-BE49-F238E27FC236}">
                <a16:creationId xmlns:a16="http://schemas.microsoft.com/office/drawing/2014/main" id="{97AE43F3-E127-0738-C537-485F2DAF0A86}"/>
              </a:ext>
            </a:extLst>
          </p:cNvPr>
          <p:cNvGrpSpPr>
            <a:grpSpLocks noChangeAspect="1"/>
          </p:cNvGrpSpPr>
          <p:nvPr/>
        </p:nvGrpSpPr>
        <p:grpSpPr>
          <a:xfrm>
            <a:off x="7906479" y="2063418"/>
            <a:ext cx="3645622" cy="3645624"/>
            <a:chOff x="6858362" y="1382794"/>
            <a:chExt cx="5107979" cy="5107979"/>
          </a:xfrm>
        </p:grpSpPr>
        <p:grpSp>
          <p:nvGrpSpPr>
            <p:cNvPr id="5" name="Graphic 4">
              <a:extLst>
                <a:ext uri="{FF2B5EF4-FFF2-40B4-BE49-F238E27FC236}">
                  <a16:creationId xmlns:a16="http://schemas.microsoft.com/office/drawing/2014/main" id="{B22827EF-2876-4555-D12C-9A597520F2E0}"/>
                </a:ext>
              </a:extLst>
            </p:cNvPr>
            <p:cNvGrpSpPr/>
            <p:nvPr/>
          </p:nvGrpSpPr>
          <p:grpSpPr>
            <a:xfrm>
              <a:off x="6858362" y="1382794"/>
              <a:ext cx="5107979" cy="5107979"/>
              <a:chOff x="13112120" y="2955294"/>
              <a:chExt cx="10217289" cy="10217289"/>
            </a:xfrm>
          </p:grpSpPr>
          <p:sp>
            <p:nvSpPr>
              <p:cNvPr id="47" name="Freeform 6">
                <a:extLst>
                  <a:ext uri="{FF2B5EF4-FFF2-40B4-BE49-F238E27FC236}">
                    <a16:creationId xmlns:a16="http://schemas.microsoft.com/office/drawing/2014/main" id="{F74863FD-EEE9-F903-ADAE-645708C2A4AC}"/>
                  </a:ext>
                </a:extLst>
              </p:cNvPr>
              <p:cNvSpPr/>
              <p:nvPr/>
            </p:nvSpPr>
            <p:spPr>
              <a:xfrm>
                <a:off x="15907213" y="2956909"/>
                <a:ext cx="7422196" cy="6250893"/>
              </a:xfrm>
              <a:custGeom>
                <a:avLst/>
                <a:gdLst>
                  <a:gd name="connsiteX0" fmla="*/ 7422197 w 7422196"/>
                  <a:gd name="connsiteY0" fmla="*/ 299686 h 6250893"/>
                  <a:gd name="connsiteX1" fmla="*/ 7122511 w 7422196"/>
                  <a:gd name="connsiteY1" fmla="*/ 0 h 6250893"/>
                  <a:gd name="connsiteX2" fmla="*/ 5008570 w 7422196"/>
                  <a:gd name="connsiteY2" fmla="*/ 0 h 6250893"/>
                  <a:gd name="connsiteX3" fmla="*/ 5008570 w 7422196"/>
                  <a:gd name="connsiteY3" fmla="*/ 1076 h 6250893"/>
                  <a:gd name="connsiteX4" fmla="*/ 4908496 w 7422196"/>
                  <a:gd name="connsiteY4" fmla="*/ 1076 h 6250893"/>
                  <a:gd name="connsiteX5" fmla="*/ 1714181 w 7422196"/>
                  <a:gd name="connsiteY5" fmla="*/ 1127184 h 6250893"/>
                  <a:gd name="connsiteX6" fmla="*/ 1921862 w 7422196"/>
                  <a:gd name="connsiteY6" fmla="*/ 1231563 h 6250893"/>
                  <a:gd name="connsiteX7" fmla="*/ 2025165 w 7422196"/>
                  <a:gd name="connsiteY7" fmla="*/ 1592584 h 6250893"/>
                  <a:gd name="connsiteX8" fmla="*/ 1851917 w 7422196"/>
                  <a:gd name="connsiteY8" fmla="*/ 1913791 h 6250893"/>
                  <a:gd name="connsiteX9" fmla="*/ 1448391 w 7422196"/>
                  <a:gd name="connsiteY9" fmla="*/ 2094033 h 6250893"/>
                  <a:gd name="connsiteX10" fmla="*/ 1448391 w 7422196"/>
                  <a:gd name="connsiteY10" fmla="*/ 2094033 h 6250893"/>
                  <a:gd name="connsiteX11" fmla="*/ 1169689 w 7422196"/>
                  <a:gd name="connsiteY11" fmla="*/ 1983198 h 6250893"/>
                  <a:gd name="connsiteX12" fmla="*/ 1062082 w 7422196"/>
                  <a:gd name="connsiteY12" fmla="*/ 1752381 h 6250893"/>
                  <a:gd name="connsiteX13" fmla="*/ 0 w 7422196"/>
                  <a:gd name="connsiteY13" fmla="*/ 3696302 h 6250893"/>
                  <a:gd name="connsiteX14" fmla="*/ 2314628 w 7422196"/>
                  <a:gd name="connsiteY14" fmla="*/ 2395333 h 6250893"/>
                  <a:gd name="connsiteX15" fmla="*/ 2452903 w 7422196"/>
                  <a:gd name="connsiteY15" fmla="*/ 2399099 h 6250893"/>
                  <a:gd name="connsiteX16" fmla="*/ 6038370 w 7422196"/>
                  <a:gd name="connsiteY16" fmla="*/ 3908826 h 6250893"/>
                  <a:gd name="connsiteX17" fmla="*/ 5974343 w 7422196"/>
                  <a:gd name="connsiteY17" fmla="*/ 4022890 h 6250893"/>
                  <a:gd name="connsiteX18" fmla="*/ 5827460 w 7422196"/>
                  <a:gd name="connsiteY18" fmla="*/ 4074541 h 6250893"/>
                  <a:gd name="connsiteX19" fmla="*/ 5577812 w 7422196"/>
                  <a:gd name="connsiteY19" fmla="*/ 4104133 h 6250893"/>
                  <a:gd name="connsiteX20" fmla="*/ 5647756 w 7422196"/>
                  <a:gd name="connsiteY20" fmla="*/ 4504431 h 6250893"/>
                  <a:gd name="connsiteX21" fmla="*/ 6048055 w 7422196"/>
                  <a:gd name="connsiteY21" fmla="*/ 4574376 h 6250893"/>
                  <a:gd name="connsiteX22" fmla="*/ 6077647 w 7422196"/>
                  <a:gd name="connsiteY22" fmla="*/ 4324727 h 6250893"/>
                  <a:gd name="connsiteX23" fmla="*/ 6129298 w 7422196"/>
                  <a:gd name="connsiteY23" fmla="*/ 4177844 h 6250893"/>
                  <a:gd name="connsiteX24" fmla="*/ 6238519 w 7422196"/>
                  <a:gd name="connsiteY24" fmla="*/ 4116508 h 6250893"/>
                  <a:gd name="connsiteX25" fmla="*/ 7421658 w 7422196"/>
                  <a:gd name="connsiteY25" fmla="*/ 6250894 h 6250893"/>
                  <a:gd name="connsiteX26" fmla="*/ 7421658 w 7422196"/>
                  <a:gd name="connsiteY26" fmla="*/ 299686 h 6250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422196" h="6250893">
                    <a:moveTo>
                      <a:pt x="7422197" y="299686"/>
                    </a:moveTo>
                    <a:cubicBezTo>
                      <a:pt x="7422197" y="134509"/>
                      <a:pt x="7287688" y="0"/>
                      <a:pt x="7122511" y="0"/>
                    </a:cubicBezTo>
                    <a:lnTo>
                      <a:pt x="5008570" y="0"/>
                    </a:lnTo>
                    <a:lnTo>
                      <a:pt x="5008570" y="1076"/>
                    </a:lnTo>
                    <a:lnTo>
                      <a:pt x="4908496" y="1076"/>
                    </a:lnTo>
                    <a:cubicBezTo>
                      <a:pt x="3700606" y="1076"/>
                      <a:pt x="2589564" y="423434"/>
                      <a:pt x="1714181" y="1127184"/>
                    </a:cubicBezTo>
                    <a:cubicBezTo>
                      <a:pt x="1794348" y="1140635"/>
                      <a:pt x="1866444" y="1176145"/>
                      <a:pt x="1921862" y="1231563"/>
                    </a:cubicBezTo>
                    <a:cubicBezTo>
                      <a:pt x="2011714" y="1321415"/>
                      <a:pt x="2049915" y="1453233"/>
                      <a:pt x="2025165" y="1592584"/>
                    </a:cubicBezTo>
                    <a:cubicBezTo>
                      <a:pt x="2005257" y="1708262"/>
                      <a:pt x="1943383" y="1822325"/>
                      <a:pt x="1851917" y="1913791"/>
                    </a:cubicBezTo>
                    <a:cubicBezTo>
                      <a:pt x="1737316" y="2028393"/>
                      <a:pt x="1589895" y="2094033"/>
                      <a:pt x="1448391" y="2094033"/>
                    </a:cubicBezTo>
                    <a:cubicBezTo>
                      <a:pt x="1448391" y="2094033"/>
                      <a:pt x="1448391" y="2094033"/>
                      <a:pt x="1448391" y="2094033"/>
                    </a:cubicBezTo>
                    <a:cubicBezTo>
                      <a:pt x="1340246" y="2094033"/>
                      <a:pt x="1241247" y="2054757"/>
                      <a:pt x="1169689" y="1983198"/>
                    </a:cubicBezTo>
                    <a:cubicBezTo>
                      <a:pt x="1107815" y="1921862"/>
                      <a:pt x="1071766" y="1840619"/>
                      <a:pt x="1062082" y="1752381"/>
                    </a:cubicBezTo>
                    <a:cubicBezTo>
                      <a:pt x="576774" y="2308171"/>
                      <a:pt x="209296" y="2968879"/>
                      <a:pt x="0" y="3696302"/>
                    </a:cubicBezTo>
                    <a:cubicBezTo>
                      <a:pt x="476699" y="2917227"/>
                      <a:pt x="1335404" y="2395871"/>
                      <a:pt x="2314628" y="2395333"/>
                    </a:cubicBezTo>
                    <a:cubicBezTo>
                      <a:pt x="2361975" y="2395333"/>
                      <a:pt x="2408784" y="2396409"/>
                      <a:pt x="2452903" y="2399099"/>
                    </a:cubicBezTo>
                    <a:cubicBezTo>
                      <a:pt x="3858251" y="2435686"/>
                      <a:pt x="5115639" y="3003313"/>
                      <a:pt x="6038370" y="3908826"/>
                    </a:cubicBezTo>
                    <a:lnTo>
                      <a:pt x="5974343" y="4022890"/>
                    </a:lnTo>
                    <a:cubicBezTo>
                      <a:pt x="5945828" y="4075079"/>
                      <a:pt x="5882877" y="4096062"/>
                      <a:pt x="5827460" y="4074541"/>
                    </a:cubicBezTo>
                    <a:cubicBezTo>
                      <a:pt x="5732227" y="4037417"/>
                      <a:pt x="5636458" y="4045487"/>
                      <a:pt x="5577812" y="4104133"/>
                    </a:cubicBezTo>
                    <a:cubicBezTo>
                      <a:pt x="5486346" y="4195599"/>
                      <a:pt x="5517552" y="4374227"/>
                      <a:pt x="5647756" y="4504431"/>
                    </a:cubicBezTo>
                    <a:cubicBezTo>
                      <a:pt x="5777423" y="4634098"/>
                      <a:pt x="5956589" y="4665304"/>
                      <a:pt x="6048055" y="4574376"/>
                    </a:cubicBezTo>
                    <a:cubicBezTo>
                      <a:pt x="6107238" y="4515192"/>
                      <a:pt x="6114771" y="4419960"/>
                      <a:pt x="6077647" y="4324727"/>
                    </a:cubicBezTo>
                    <a:cubicBezTo>
                      <a:pt x="6056125" y="4269310"/>
                      <a:pt x="6077109" y="4206360"/>
                      <a:pt x="6129298" y="4177844"/>
                    </a:cubicBezTo>
                    <a:lnTo>
                      <a:pt x="6238519" y="4116508"/>
                    </a:lnTo>
                    <a:cubicBezTo>
                      <a:pt x="6786239" y="4716417"/>
                      <a:pt x="7196222" y="5443303"/>
                      <a:pt x="7421658" y="6250894"/>
                    </a:cubicBezTo>
                    <a:lnTo>
                      <a:pt x="7421658" y="299686"/>
                    </a:lnTo>
                    <a:close/>
                  </a:path>
                </a:pathLst>
              </a:cu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5380" cap="flat">
                <a:noFill/>
                <a:prstDash val="solid"/>
                <a:miter/>
              </a:ln>
            </p:spPr>
            <p:txBody>
              <a:bodyPr rtlCol="0" anchor="ctr"/>
              <a:lstStyle/>
              <a:p>
                <a:endParaRPr lang="en-RS" sz="450"/>
              </a:p>
            </p:txBody>
          </p:sp>
          <p:sp>
            <p:nvSpPr>
              <p:cNvPr id="48" name="Freeform 7">
                <a:extLst>
                  <a:ext uri="{FF2B5EF4-FFF2-40B4-BE49-F238E27FC236}">
                    <a16:creationId xmlns:a16="http://schemas.microsoft.com/office/drawing/2014/main" id="{19BB099E-C659-2654-8DDE-1C1871BC73A4}"/>
                  </a:ext>
                </a:extLst>
              </p:cNvPr>
              <p:cNvSpPr/>
              <p:nvPr/>
            </p:nvSpPr>
            <p:spPr>
              <a:xfrm>
                <a:off x="13113734" y="2955294"/>
                <a:ext cx="6250893" cy="7422196"/>
              </a:xfrm>
              <a:custGeom>
                <a:avLst/>
                <a:gdLst>
                  <a:gd name="connsiteX0" fmla="*/ 299686 w 6250893"/>
                  <a:gd name="connsiteY0" fmla="*/ 0 h 7422196"/>
                  <a:gd name="connsiteX1" fmla="*/ 0 w 6250893"/>
                  <a:gd name="connsiteY1" fmla="*/ 299686 h 7422196"/>
                  <a:gd name="connsiteX2" fmla="*/ 0 w 6250893"/>
                  <a:gd name="connsiteY2" fmla="*/ 2413626 h 7422196"/>
                  <a:gd name="connsiteX3" fmla="*/ 1076 w 6250893"/>
                  <a:gd name="connsiteY3" fmla="*/ 2413626 h 7422196"/>
                  <a:gd name="connsiteX4" fmla="*/ 1076 w 6250893"/>
                  <a:gd name="connsiteY4" fmla="*/ 2513701 h 7422196"/>
                  <a:gd name="connsiteX5" fmla="*/ 1127184 w 6250893"/>
                  <a:gd name="connsiteY5" fmla="*/ 5708016 h 7422196"/>
                  <a:gd name="connsiteX6" fmla="*/ 1231563 w 6250893"/>
                  <a:gd name="connsiteY6" fmla="*/ 5500335 h 7422196"/>
                  <a:gd name="connsiteX7" fmla="*/ 1592584 w 6250893"/>
                  <a:gd name="connsiteY7" fmla="*/ 5397032 h 7422196"/>
                  <a:gd name="connsiteX8" fmla="*/ 1913791 w 6250893"/>
                  <a:gd name="connsiteY8" fmla="*/ 5570279 h 7422196"/>
                  <a:gd name="connsiteX9" fmla="*/ 2094033 w 6250893"/>
                  <a:gd name="connsiteY9" fmla="*/ 5973806 h 7422196"/>
                  <a:gd name="connsiteX10" fmla="*/ 2094033 w 6250893"/>
                  <a:gd name="connsiteY10" fmla="*/ 5973806 h 7422196"/>
                  <a:gd name="connsiteX11" fmla="*/ 1983198 w 6250893"/>
                  <a:gd name="connsiteY11" fmla="*/ 6252508 h 7422196"/>
                  <a:gd name="connsiteX12" fmla="*/ 1752381 w 6250893"/>
                  <a:gd name="connsiteY12" fmla="*/ 6360115 h 7422196"/>
                  <a:gd name="connsiteX13" fmla="*/ 3696302 w 6250893"/>
                  <a:gd name="connsiteY13" fmla="*/ 7422197 h 7422196"/>
                  <a:gd name="connsiteX14" fmla="*/ 2395333 w 6250893"/>
                  <a:gd name="connsiteY14" fmla="*/ 5107569 h 7422196"/>
                  <a:gd name="connsiteX15" fmla="*/ 2399099 w 6250893"/>
                  <a:gd name="connsiteY15" fmla="*/ 4969294 h 7422196"/>
                  <a:gd name="connsiteX16" fmla="*/ 3908826 w 6250893"/>
                  <a:gd name="connsiteY16" fmla="*/ 1383827 h 7422196"/>
                  <a:gd name="connsiteX17" fmla="*/ 4022890 w 6250893"/>
                  <a:gd name="connsiteY17" fmla="*/ 1447315 h 7422196"/>
                  <a:gd name="connsiteX18" fmla="*/ 4074541 w 6250893"/>
                  <a:gd name="connsiteY18" fmla="*/ 1594198 h 7422196"/>
                  <a:gd name="connsiteX19" fmla="*/ 4104133 w 6250893"/>
                  <a:gd name="connsiteY19" fmla="*/ 1843847 h 7422196"/>
                  <a:gd name="connsiteX20" fmla="*/ 4504432 w 6250893"/>
                  <a:gd name="connsiteY20" fmla="*/ 1773902 h 7422196"/>
                  <a:gd name="connsiteX21" fmla="*/ 4574376 w 6250893"/>
                  <a:gd name="connsiteY21" fmla="*/ 1373604 h 7422196"/>
                  <a:gd name="connsiteX22" fmla="*/ 4324728 w 6250893"/>
                  <a:gd name="connsiteY22" fmla="*/ 1344012 h 7422196"/>
                  <a:gd name="connsiteX23" fmla="*/ 4177844 w 6250893"/>
                  <a:gd name="connsiteY23" fmla="*/ 1292361 h 7422196"/>
                  <a:gd name="connsiteX24" fmla="*/ 4116508 w 6250893"/>
                  <a:gd name="connsiteY24" fmla="*/ 1183140 h 7422196"/>
                  <a:gd name="connsiteX25" fmla="*/ 6250894 w 6250893"/>
                  <a:gd name="connsiteY25" fmla="*/ 0 h 7422196"/>
                  <a:gd name="connsiteX26" fmla="*/ 299686 w 6250893"/>
                  <a:gd name="connsiteY26" fmla="*/ 0 h 742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250893" h="7422196">
                    <a:moveTo>
                      <a:pt x="299686" y="0"/>
                    </a:moveTo>
                    <a:cubicBezTo>
                      <a:pt x="134509" y="0"/>
                      <a:pt x="0" y="134509"/>
                      <a:pt x="0" y="299686"/>
                    </a:cubicBezTo>
                    <a:lnTo>
                      <a:pt x="0" y="2413626"/>
                    </a:lnTo>
                    <a:lnTo>
                      <a:pt x="1076" y="2413626"/>
                    </a:lnTo>
                    <a:lnTo>
                      <a:pt x="1076" y="2513701"/>
                    </a:lnTo>
                    <a:cubicBezTo>
                      <a:pt x="1076" y="3721590"/>
                      <a:pt x="423434" y="4832633"/>
                      <a:pt x="1127184" y="5708016"/>
                    </a:cubicBezTo>
                    <a:cubicBezTo>
                      <a:pt x="1140635" y="5627849"/>
                      <a:pt x="1176145" y="5555752"/>
                      <a:pt x="1231563" y="5500335"/>
                    </a:cubicBezTo>
                    <a:cubicBezTo>
                      <a:pt x="1321415" y="5410483"/>
                      <a:pt x="1453233" y="5372282"/>
                      <a:pt x="1592584" y="5397032"/>
                    </a:cubicBezTo>
                    <a:cubicBezTo>
                      <a:pt x="1708262" y="5416939"/>
                      <a:pt x="1822325" y="5478813"/>
                      <a:pt x="1913791" y="5570279"/>
                    </a:cubicBezTo>
                    <a:cubicBezTo>
                      <a:pt x="2028393" y="5684881"/>
                      <a:pt x="2094033" y="5832302"/>
                      <a:pt x="2094033" y="5973806"/>
                    </a:cubicBezTo>
                    <a:cubicBezTo>
                      <a:pt x="2094033" y="5973806"/>
                      <a:pt x="2094033" y="5973806"/>
                      <a:pt x="2094033" y="5973806"/>
                    </a:cubicBezTo>
                    <a:cubicBezTo>
                      <a:pt x="2094033" y="6081951"/>
                      <a:pt x="2054757" y="6180949"/>
                      <a:pt x="1983198" y="6252508"/>
                    </a:cubicBezTo>
                    <a:cubicBezTo>
                      <a:pt x="1921862" y="6314382"/>
                      <a:pt x="1840619" y="6350431"/>
                      <a:pt x="1752381" y="6360115"/>
                    </a:cubicBezTo>
                    <a:cubicBezTo>
                      <a:pt x="2308171" y="6845423"/>
                      <a:pt x="2968879" y="7212901"/>
                      <a:pt x="3696302" y="7422197"/>
                    </a:cubicBezTo>
                    <a:cubicBezTo>
                      <a:pt x="2917227" y="6945497"/>
                      <a:pt x="2395871" y="6086793"/>
                      <a:pt x="2395333" y="5107569"/>
                    </a:cubicBezTo>
                    <a:cubicBezTo>
                      <a:pt x="2395333" y="5060222"/>
                      <a:pt x="2396409" y="5013413"/>
                      <a:pt x="2399099" y="4969294"/>
                    </a:cubicBezTo>
                    <a:cubicBezTo>
                      <a:pt x="2435686" y="3563946"/>
                      <a:pt x="3003313" y="2306557"/>
                      <a:pt x="3908826" y="1383827"/>
                    </a:cubicBezTo>
                    <a:lnTo>
                      <a:pt x="4022890" y="1447315"/>
                    </a:lnTo>
                    <a:cubicBezTo>
                      <a:pt x="4075079" y="1475831"/>
                      <a:pt x="4096063" y="1538781"/>
                      <a:pt x="4074541" y="1594198"/>
                    </a:cubicBezTo>
                    <a:cubicBezTo>
                      <a:pt x="4037417" y="1689431"/>
                      <a:pt x="4045487" y="1785201"/>
                      <a:pt x="4104133" y="1843847"/>
                    </a:cubicBezTo>
                    <a:cubicBezTo>
                      <a:pt x="4195599" y="1935313"/>
                      <a:pt x="4374227" y="1904107"/>
                      <a:pt x="4504432" y="1773902"/>
                    </a:cubicBezTo>
                    <a:cubicBezTo>
                      <a:pt x="4634098" y="1644236"/>
                      <a:pt x="4665304" y="1465070"/>
                      <a:pt x="4574376" y="1373604"/>
                    </a:cubicBezTo>
                    <a:cubicBezTo>
                      <a:pt x="4515192" y="1314420"/>
                      <a:pt x="4419960" y="1306888"/>
                      <a:pt x="4324728" y="1344012"/>
                    </a:cubicBezTo>
                    <a:cubicBezTo>
                      <a:pt x="4269310" y="1365534"/>
                      <a:pt x="4206360" y="1344550"/>
                      <a:pt x="4177844" y="1292361"/>
                    </a:cubicBezTo>
                    <a:lnTo>
                      <a:pt x="4116508" y="1183140"/>
                    </a:lnTo>
                    <a:cubicBezTo>
                      <a:pt x="4716417" y="635420"/>
                      <a:pt x="5443303" y="225437"/>
                      <a:pt x="6250894" y="0"/>
                    </a:cubicBezTo>
                    <a:lnTo>
                      <a:pt x="299686" y="0"/>
                    </a:lnTo>
                    <a:close/>
                  </a:path>
                </a:pathLst>
              </a:custGeom>
              <a:solidFill>
                <a:schemeClr val="accent1"/>
              </a:solidFill>
              <a:ln w="5380" cap="flat">
                <a:noFill/>
                <a:prstDash val="solid"/>
                <a:miter/>
              </a:ln>
            </p:spPr>
            <p:txBody>
              <a:bodyPr rtlCol="0" anchor="ctr"/>
              <a:lstStyle/>
              <a:p>
                <a:endParaRPr lang="en-RS" sz="450"/>
              </a:p>
            </p:txBody>
          </p:sp>
          <p:sp>
            <p:nvSpPr>
              <p:cNvPr id="49" name="Freeform 8">
                <a:extLst>
                  <a:ext uri="{FF2B5EF4-FFF2-40B4-BE49-F238E27FC236}">
                    <a16:creationId xmlns:a16="http://schemas.microsoft.com/office/drawing/2014/main" id="{26881B19-58CB-2FD6-D0A7-C649F88352EE}"/>
                  </a:ext>
                </a:extLst>
              </p:cNvPr>
              <p:cNvSpPr/>
              <p:nvPr/>
            </p:nvSpPr>
            <p:spPr>
              <a:xfrm>
                <a:off x="13112120" y="6920076"/>
                <a:ext cx="7422196" cy="6250893"/>
              </a:xfrm>
              <a:custGeom>
                <a:avLst/>
                <a:gdLst>
                  <a:gd name="connsiteX0" fmla="*/ 0 w 7422196"/>
                  <a:gd name="connsiteY0" fmla="*/ 5951208 h 6250893"/>
                  <a:gd name="connsiteX1" fmla="*/ 299686 w 7422196"/>
                  <a:gd name="connsiteY1" fmla="*/ 6250893 h 6250893"/>
                  <a:gd name="connsiteX2" fmla="*/ 2413626 w 7422196"/>
                  <a:gd name="connsiteY2" fmla="*/ 6250893 h 6250893"/>
                  <a:gd name="connsiteX3" fmla="*/ 2413626 w 7422196"/>
                  <a:gd name="connsiteY3" fmla="*/ 6249818 h 6250893"/>
                  <a:gd name="connsiteX4" fmla="*/ 2513701 w 7422196"/>
                  <a:gd name="connsiteY4" fmla="*/ 6249818 h 6250893"/>
                  <a:gd name="connsiteX5" fmla="*/ 5708016 w 7422196"/>
                  <a:gd name="connsiteY5" fmla="*/ 5123710 h 6250893"/>
                  <a:gd name="connsiteX6" fmla="*/ 5500334 w 7422196"/>
                  <a:gd name="connsiteY6" fmla="*/ 5019331 h 6250893"/>
                  <a:gd name="connsiteX7" fmla="*/ 5397032 w 7422196"/>
                  <a:gd name="connsiteY7" fmla="*/ 4658309 h 6250893"/>
                  <a:gd name="connsiteX8" fmla="*/ 5570279 w 7422196"/>
                  <a:gd name="connsiteY8" fmla="*/ 4337102 h 6250893"/>
                  <a:gd name="connsiteX9" fmla="*/ 5973805 w 7422196"/>
                  <a:gd name="connsiteY9" fmla="*/ 4156860 h 6250893"/>
                  <a:gd name="connsiteX10" fmla="*/ 5973805 w 7422196"/>
                  <a:gd name="connsiteY10" fmla="*/ 4156860 h 6250893"/>
                  <a:gd name="connsiteX11" fmla="*/ 6252508 w 7422196"/>
                  <a:gd name="connsiteY11" fmla="*/ 4267696 h 6250893"/>
                  <a:gd name="connsiteX12" fmla="*/ 6360115 w 7422196"/>
                  <a:gd name="connsiteY12" fmla="*/ 4498513 h 6250893"/>
                  <a:gd name="connsiteX13" fmla="*/ 7422197 w 7422196"/>
                  <a:gd name="connsiteY13" fmla="*/ 2554591 h 6250893"/>
                  <a:gd name="connsiteX14" fmla="*/ 5107569 w 7422196"/>
                  <a:gd name="connsiteY14" fmla="*/ 3855561 h 6250893"/>
                  <a:gd name="connsiteX15" fmla="*/ 4969294 w 7422196"/>
                  <a:gd name="connsiteY15" fmla="*/ 3851795 h 6250893"/>
                  <a:gd name="connsiteX16" fmla="*/ 1383827 w 7422196"/>
                  <a:gd name="connsiteY16" fmla="*/ 2342067 h 6250893"/>
                  <a:gd name="connsiteX17" fmla="*/ 1447315 w 7422196"/>
                  <a:gd name="connsiteY17" fmla="*/ 2228004 h 6250893"/>
                  <a:gd name="connsiteX18" fmla="*/ 1594198 w 7422196"/>
                  <a:gd name="connsiteY18" fmla="*/ 2176353 h 6250893"/>
                  <a:gd name="connsiteX19" fmla="*/ 1843847 w 7422196"/>
                  <a:gd name="connsiteY19" fmla="*/ 2146761 h 6250893"/>
                  <a:gd name="connsiteX20" fmla="*/ 1773902 w 7422196"/>
                  <a:gd name="connsiteY20" fmla="*/ 1746462 h 6250893"/>
                  <a:gd name="connsiteX21" fmla="*/ 1373604 w 7422196"/>
                  <a:gd name="connsiteY21" fmla="*/ 1676518 h 6250893"/>
                  <a:gd name="connsiteX22" fmla="*/ 1344012 w 7422196"/>
                  <a:gd name="connsiteY22" fmla="*/ 1926166 h 6250893"/>
                  <a:gd name="connsiteX23" fmla="*/ 1292361 w 7422196"/>
                  <a:gd name="connsiteY23" fmla="*/ 2073049 h 6250893"/>
                  <a:gd name="connsiteX24" fmla="*/ 1183140 w 7422196"/>
                  <a:gd name="connsiteY24" fmla="*/ 2134386 h 6250893"/>
                  <a:gd name="connsiteX25" fmla="*/ 0 w 7422196"/>
                  <a:gd name="connsiteY25" fmla="*/ 0 h 6250893"/>
                  <a:gd name="connsiteX26" fmla="*/ 0 w 7422196"/>
                  <a:gd name="connsiteY26" fmla="*/ 5951208 h 6250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422196" h="6250893">
                    <a:moveTo>
                      <a:pt x="0" y="5951208"/>
                    </a:moveTo>
                    <a:cubicBezTo>
                      <a:pt x="0" y="6116385"/>
                      <a:pt x="134509" y="6250893"/>
                      <a:pt x="299686" y="6250893"/>
                    </a:cubicBezTo>
                    <a:lnTo>
                      <a:pt x="2413626" y="6250893"/>
                    </a:lnTo>
                    <a:lnTo>
                      <a:pt x="2413626" y="6249818"/>
                    </a:lnTo>
                    <a:lnTo>
                      <a:pt x="2513701" y="6249818"/>
                    </a:lnTo>
                    <a:cubicBezTo>
                      <a:pt x="3721590" y="6249818"/>
                      <a:pt x="4832633" y="5827460"/>
                      <a:pt x="5708016" y="5123710"/>
                    </a:cubicBezTo>
                    <a:cubicBezTo>
                      <a:pt x="5627849" y="5110259"/>
                      <a:pt x="5555752" y="5074748"/>
                      <a:pt x="5500334" y="5019331"/>
                    </a:cubicBezTo>
                    <a:cubicBezTo>
                      <a:pt x="5410483" y="4929479"/>
                      <a:pt x="5372282" y="4797660"/>
                      <a:pt x="5397032" y="4658309"/>
                    </a:cubicBezTo>
                    <a:cubicBezTo>
                      <a:pt x="5416939" y="4542631"/>
                      <a:pt x="5478813" y="4428568"/>
                      <a:pt x="5570279" y="4337102"/>
                    </a:cubicBezTo>
                    <a:cubicBezTo>
                      <a:pt x="5684881" y="4222500"/>
                      <a:pt x="5832302" y="4156860"/>
                      <a:pt x="5973805" y="4156860"/>
                    </a:cubicBezTo>
                    <a:cubicBezTo>
                      <a:pt x="5973805" y="4156860"/>
                      <a:pt x="5973805" y="4156860"/>
                      <a:pt x="5973805" y="4156860"/>
                    </a:cubicBezTo>
                    <a:cubicBezTo>
                      <a:pt x="6081950" y="4156860"/>
                      <a:pt x="6180949" y="4196137"/>
                      <a:pt x="6252508" y="4267696"/>
                    </a:cubicBezTo>
                    <a:cubicBezTo>
                      <a:pt x="6314382" y="4329032"/>
                      <a:pt x="6350430" y="4410275"/>
                      <a:pt x="6360115" y="4498513"/>
                    </a:cubicBezTo>
                    <a:cubicBezTo>
                      <a:pt x="6845422" y="3942722"/>
                      <a:pt x="7212901" y="3282015"/>
                      <a:pt x="7422197" y="2554591"/>
                    </a:cubicBezTo>
                    <a:cubicBezTo>
                      <a:pt x="6945497" y="3333666"/>
                      <a:pt x="6086793" y="3855023"/>
                      <a:pt x="5107569" y="3855561"/>
                    </a:cubicBezTo>
                    <a:cubicBezTo>
                      <a:pt x="5060222" y="3855561"/>
                      <a:pt x="5013412" y="3854485"/>
                      <a:pt x="4969294" y="3851795"/>
                    </a:cubicBezTo>
                    <a:cubicBezTo>
                      <a:pt x="3563946" y="3815208"/>
                      <a:pt x="2306557" y="3247581"/>
                      <a:pt x="1383827" y="2342067"/>
                    </a:cubicBezTo>
                    <a:lnTo>
                      <a:pt x="1447315" y="2228004"/>
                    </a:lnTo>
                    <a:cubicBezTo>
                      <a:pt x="1475831" y="2175815"/>
                      <a:pt x="1538781" y="2154831"/>
                      <a:pt x="1594198" y="2176353"/>
                    </a:cubicBezTo>
                    <a:cubicBezTo>
                      <a:pt x="1689431" y="2213477"/>
                      <a:pt x="1785201" y="2205407"/>
                      <a:pt x="1843847" y="2146761"/>
                    </a:cubicBezTo>
                    <a:cubicBezTo>
                      <a:pt x="1935313" y="2055295"/>
                      <a:pt x="1904107" y="1876667"/>
                      <a:pt x="1773902" y="1746462"/>
                    </a:cubicBezTo>
                    <a:cubicBezTo>
                      <a:pt x="1644236" y="1616796"/>
                      <a:pt x="1465070" y="1585590"/>
                      <a:pt x="1373604" y="1676518"/>
                    </a:cubicBezTo>
                    <a:cubicBezTo>
                      <a:pt x="1314420" y="1735702"/>
                      <a:pt x="1306888" y="1830934"/>
                      <a:pt x="1344012" y="1926166"/>
                    </a:cubicBezTo>
                    <a:cubicBezTo>
                      <a:pt x="1365534" y="1981583"/>
                      <a:pt x="1344550" y="2044534"/>
                      <a:pt x="1292361" y="2073049"/>
                    </a:cubicBezTo>
                    <a:lnTo>
                      <a:pt x="1183140" y="2134386"/>
                    </a:lnTo>
                    <a:cubicBezTo>
                      <a:pt x="635420" y="1534476"/>
                      <a:pt x="225437" y="807591"/>
                      <a:pt x="0" y="0"/>
                    </a:cubicBezTo>
                    <a:lnTo>
                      <a:pt x="0" y="5951208"/>
                    </a:lnTo>
                    <a:close/>
                  </a:path>
                </a:pathLst>
              </a:custGeom>
              <a:solidFill>
                <a:schemeClr val="tx1"/>
              </a:solidFill>
              <a:ln w="5380" cap="flat">
                <a:noFill/>
                <a:prstDash val="solid"/>
                <a:miter/>
              </a:ln>
            </p:spPr>
            <p:txBody>
              <a:bodyPr rtlCol="0" anchor="ctr"/>
              <a:lstStyle/>
              <a:p>
                <a:endParaRPr lang="en-RS" sz="450"/>
              </a:p>
            </p:txBody>
          </p:sp>
          <p:sp>
            <p:nvSpPr>
              <p:cNvPr id="50" name="Freeform 9">
                <a:extLst>
                  <a:ext uri="{FF2B5EF4-FFF2-40B4-BE49-F238E27FC236}">
                    <a16:creationId xmlns:a16="http://schemas.microsoft.com/office/drawing/2014/main" id="{C8F2277D-B1C8-9990-CA72-16D1D10F4820}"/>
                  </a:ext>
                </a:extLst>
              </p:cNvPr>
              <p:cNvSpPr/>
              <p:nvPr/>
            </p:nvSpPr>
            <p:spPr>
              <a:xfrm>
                <a:off x="17077439" y="5750388"/>
                <a:ext cx="6250894" cy="7422196"/>
              </a:xfrm>
              <a:custGeom>
                <a:avLst/>
                <a:gdLst>
                  <a:gd name="connsiteX0" fmla="*/ 5951208 w 6250894"/>
                  <a:gd name="connsiteY0" fmla="*/ 7422197 h 7422196"/>
                  <a:gd name="connsiteX1" fmla="*/ 6250894 w 6250894"/>
                  <a:gd name="connsiteY1" fmla="*/ 7122511 h 7422196"/>
                  <a:gd name="connsiteX2" fmla="*/ 6250894 w 6250894"/>
                  <a:gd name="connsiteY2" fmla="*/ 5008571 h 7422196"/>
                  <a:gd name="connsiteX3" fmla="*/ 6249817 w 6250894"/>
                  <a:gd name="connsiteY3" fmla="*/ 5008571 h 7422196"/>
                  <a:gd name="connsiteX4" fmla="*/ 6249817 w 6250894"/>
                  <a:gd name="connsiteY4" fmla="*/ 4908496 h 7422196"/>
                  <a:gd name="connsiteX5" fmla="*/ 5123710 w 6250894"/>
                  <a:gd name="connsiteY5" fmla="*/ 1714180 h 7422196"/>
                  <a:gd name="connsiteX6" fmla="*/ 5019331 w 6250894"/>
                  <a:gd name="connsiteY6" fmla="*/ 1921862 h 7422196"/>
                  <a:gd name="connsiteX7" fmla="*/ 4658309 w 6250894"/>
                  <a:gd name="connsiteY7" fmla="*/ 2025165 h 7422196"/>
                  <a:gd name="connsiteX8" fmla="*/ 4337103 w 6250894"/>
                  <a:gd name="connsiteY8" fmla="*/ 1851917 h 7422196"/>
                  <a:gd name="connsiteX9" fmla="*/ 4156861 w 6250894"/>
                  <a:gd name="connsiteY9" fmla="*/ 1448391 h 7422196"/>
                  <a:gd name="connsiteX10" fmla="*/ 4156861 w 6250894"/>
                  <a:gd name="connsiteY10" fmla="*/ 1448391 h 7422196"/>
                  <a:gd name="connsiteX11" fmla="*/ 4267696 w 6250894"/>
                  <a:gd name="connsiteY11" fmla="*/ 1169689 h 7422196"/>
                  <a:gd name="connsiteX12" fmla="*/ 4498513 w 6250894"/>
                  <a:gd name="connsiteY12" fmla="*/ 1062082 h 7422196"/>
                  <a:gd name="connsiteX13" fmla="*/ 2554591 w 6250894"/>
                  <a:gd name="connsiteY13" fmla="*/ 0 h 7422196"/>
                  <a:gd name="connsiteX14" fmla="*/ 3855561 w 6250894"/>
                  <a:gd name="connsiteY14" fmla="*/ 2314628 h 7422196"/>
                  <a:gd name="connsiteX15" fmla="*/ 3851794 w 6250894"/>
                  <a:gd name="connsiteY15" fmla="*/ 2452903 h 7422196"/>
                  <a:gd name="connsiteX16" fmla="*/ 2342067 w 6250894"/>
                  <a:gd name="connsiteY16" fmla="*/ 6038370 h 7422196"/>
                  <a:gd name="connsiteX17" fmla="*/ 2228004 w 6250894"/>
                  <a:gd name="connsiteY17" fmla="*/ 5974344 h 7422196"/>
                  <a:gd name="connsiteX18" fmla="*/ 2176353 w 6250894"/>
                  <a:gd name="connsiteY18" fmla="*/ 5827460 h 7422196"/>
                  <a:gd name="connsiteX19" fmla="*/ 2146761 w 6250894"/>
                  <a:gd name="connsiteY19" fmla="*/ 5577811 h 7422196"/>
                  <a:gd name="connsiteX20" fmla="*/ 1746463 w 6250894"/>
                  <a:gd name="connsiteY20" fmla="*/ 5647756 h 7422196"/>
                  <a:gd name="connsiteX21" fmla="*/ 1676518 w 6250894"/>
                  <a:gd name="connsiteY21" fmla="*/ 6048054 h 7422196"/>
                  <a:gd name="connsiteX22" fmla="*/ 1926167 w 6250894"/>
                  <a:gd name="connsiteY22" fmla="*/ 6077646 h 7422196"/>
                  <a:gd name="connsiteX23" fmla="*/ 2073050 w 6250894"/>
                  <a:gd name="connsiteY23" fmla="*/ 6129298 h 7422196"/>
                  <a:gd name="connsiteX24" fmla="*/ 2134386 w 6250894"/>
                  <a:gd name="connsiteY24" fmla="*/ 6238519 h 7422196"/>
                  <a:gd name="connsiteX25" fmla="*/ 0 w 6250894"/>
                  <a:gd name="connsiteY25" fmla="*/ 7421659 h 7422196"/>
                  <a:gd name="connsiteX26" fmla="*/ 5951208 w 6250894"/>
                  <a:gd name="connsiteY26" fmla="*/ 7421659 h 742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250894" h="7422196">
                    <a:moveTo>
                      <a:pt x="5951208" y="7422197"/>
                    </a:moveTo>
                    <a:cubicBezTo>
                      <a:pt x="6116385" y="7422197"/>
                      <a:pt x="6250894" y="7287688"/>
                      <a:pt x="6250894" y="7122511"/>
                    </a:cubicBezTo>
                    <a:lnTo>
                      <a:pt x="6250894" y="5008571"/>
                    </a:lnTo>
                    <a:lnTo>
                      <a:pt x="6249817" y="5008571"/>
                    </a:lnTo>
                    <a:lnTo>
                      <a:pt x="6249817" y="4908496"/>
                    </a:lnTo>
                    <a:cubicBezTo>
                      <a:pt x="6249817" y="3700607"/>
                      <a:pt x="5827459" y="2589564"/>
                      <a:pt x="5123710" y="1714180"/>
                    </a:cubicBezTo>
                    <a:cubicBezTo>
                      <a:pt x="5110259" y="1794348"/>
                      <a:pt x="5074749" y="1866444"/>
                      <a:pt x="5019331" y="1921862"/>
                    </a:cubicBezTo>
                    <a:cubicBezTo>
                      <a:pt x="4929479" y="2011714"/>
                      <a:pt x="4797661" y="2049914"/>
                      <a:pt x="4658309" y="2025165"/>
                    </a:cubicBezTo>
                    <a:cubicBezTo>
                      <a:pt x="4542632" y="2005258"/>
                      <a:pt x="4428569" y="1943383"/>
                      <a:pt x="4337103" y="1851917"/>
                    </a:cubicBezTo>
                    <a:cubicBezTo>
                      <a:pt x="4222501" y="1737316"/>
                      <a:pt x="4156861" y="1589894"/>
                      <a:pt x="4156861" y="1448391"/>
                    </a:cubicBezTo>
                    <a:cubicBezTo>
                      <a:pt x="4156861" y="1448391"/>
                      <a:pt x="4156861" y="1448391"/>
                      <a:pt x="4156861" y="1448391"/>
                    </a:cubicBezTo>
                    <a:cubicBezTo>
                      <a:pt x="4156861" y="1340246"/>
                      <a:pt x="4196137" y="1241247"/>
                      <a:pt x="4267696" y="1169689"/>
                    </a:cubicBezTo>
                    <a:cubicBezTo>
                      <a:pt x="4329032" y="1107815"/>
                      <a:pt x="4410275" y="1071766"/>
                      <a:pt x="4498513" y="1062082"/>
                    </a:cubicBezTo>
                    <a:cubicBezTo>
                      <a:pt x="3942722" y="576774"/>
                      <a:pt x="3282015" y="209296"/>
                      <a:pt x="2554591" y="0"/>
                    </a:cubicBezTo>
                    <a:cubicBezTo>
                      <a:pt x="3333667" y="476699"/>
                      <a:pt x="3855023" y="1335404"/>
                      <a:pt x="3855561" y="2314628"/>
                    </a:cubicBezTo>
                    <a:cubicBezTo>
                      <a:pt x="3855561" y="2361975"/>
                      <a:pt x="3854484" y="2408784"/>
                      <a:pt x="3851794" y="2452903"/>
                    </a:cubicBezTo>
                    <a:cubicBezTo>
                      <a:pt x="3815208" y="3858251"/>
                      <a:pt x="3247581" y="5115640"/>
                      <a:pt x="2342067" y="6038370"/>
                    </a:cubicBezTo>
                    <a:lnTo>
                      <a:pt x="2228004" y="5974344"/>
                    </a:lnTo>
                    <a:cubicBezTo>
                      <a:pt x="2175814" y="5945828"/>
                      <a:pt x="2154832" y="5882878"/>
                      <a:pt x="2176353" y="5827460"/>
                    </a:cubicBezTo>
                    <a:cubicBezTo>
                      <a:pt x="2213477" y="5732228"/>
                      <a:pt x="2205406" y="5636457"/>
                      <a:pt x="2146761" y="5577811"/>
                    </a:cubicBezTo>
                    <a:cubicBezTo>
                      <a:pt x="2055295" y="5486345"/>
                      <a:pt x="1876667" y="5517552"/>
                      <a:pt x="1746463" y="5647756"/>
                    </a:cubicBezTo>
                    <a:cubicBezTo>
                      <a:pt x="1616796" y="5777423"/>
                      <a:pt x="1585590" y="5956588"/>
                      <a:pt x="1676518" y="6048054"/>
                    </a:cubicBezTo>
                    <a:cubicBezTo>
                      <a:pt x="1735702" y="6107238"/>
                      <a:pt x="1830934" y="6114771"/>
                      <a:pt x="1926167" y="6077646"/>
                    </a:cubicBezTo>
                    <a:cubicBezTo>
                      <a:pt x="1981584" y="6056125"/>
                      <a:pt x="2044534" y="6077108"/>
                      <a:pt x="2073050" y="6129298"/>
                    </a:cubicBezTo>
                    <a:lnTo>
                      <a:pt x="2134386" y="6238519"/>
                    </a:lnTo>
                    <a:cubicBezTo>
                      <a:pt x="1534477" y="6786239"/>
                      <a:pt x="807591" y="7196222"/>
                      <a:pt x="0" y="7421659"/>
                    </a:cubicBezTo>
                    <a:lnTo>
                      <a:pt x="5951208" y="7421659"/>
                    </a:lnTo>
                    <a:close/>
                  </a:path>
                </a:pathLst>
              </a:custGeom>
              <a:solidFill>
                <a:schemeClr val="accent1"/>
              </a:solidFill>
              <a:ln w="5380" cap="flat">
                <a:noFill/>
                <a:prstDash val="solid"/>
                <a:miter/>
              </a:ln>
            </p:spPr>
            <p:txBody>
              <a:bodyPr rtlCol="0" anchor="ctr"/>
              <a:lstStyle/>
              <a:p>
                <a:endParaRPr lang="en-RS" sz="450"/>
              </a:p>
            </p:txBody>
          </p:sp>
        </p:grpSp>
        <p:grpSp>
          <p:nvGrpSpPr>
            <p:cNvPr id="9" name="Group 8">
              <a:extLst>
                <a:ext uri="{FF2B5EF4-FFF2-40B4-BE49-F238E27FC236}">
                  <a16:creationId xmlns:a16="http://schemas.microsoft.com/office/drawing/2014/main" id="{53EA0FE4-14AC-30F4-3175-D33E0F94F5C6}"/>
                </a:ext>
              </a:extLst>
            </p:cNvPr>
            <p:cNvGrpSpPr>
              <a:grpSpLocks noChangeAspect="1"/>
            </p:cNvGrpSpPr>
            <p:nvPr/>
          </p:nvGrpSpPr>
          <p:grpSpPr>
            <a:xfrm>
              <a:off x="7080682" y="1697479"/>
              <a:ext cx="953531" cy="953876"/>
              <a:chOff x="2906605" y="3402434"/>
              <a:chExt cx="2331810" cy="2332679"/>
            </a:xfrm>
          </p:grpSpPr>
          <p:sp>
            <p:nvSpPr>
              <p:cNvPr id="40" name="Freeform 4">
                <a:extLst>
                  <a:ext uri="{FF2B5EF4-FFF2-40B4-BE49-F238E27FC236}">
                    <a16:creationId xmlns:a16="http://schemas.microsoft.com/office/drawing/2014/main" id="{49F46340-5A13-7E88-46A3-787F10FA39B6}"/>
                  </a:ext>
                </a:extLst>
              </p:cNvPr>
              <p:cNvSpPr/>
              <p:nvPr/>
            </p:nvSpPr>
            <p:spPr>
              <a:xfrm>
                <a:off x="2906605" y="3402434"/>
                <a:ext cx="2331810" cy="2332679"/>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41" name="Freeform 10">
                <a:extLst>
                  <a:ext uri="{FF2B5EF4-FFF2-40B4-BE49-F238E27FC236}">
                    <a16:creationId xmlns:a16="http://schemas.microsoft.com/office/drawing/2014/main" id="{2B0B0FA8-F715-6F68-1BD7-521F8E3A101B}"/>
                  </a:ext>
                </a:extLst>
              </p:cNvPr>
              <p:cNvSpPr/>
              <p:nvPr/>
            </p:nvSpPr>
            <p:spPr>
              <a:xfrm rot="17073275">
                <a:off x="3078263" y="3574962"/>
                <a:ext cx="1987313" cy="1987313"/>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42" name="Freeform 11">
                <a:extLst>
                  <a:ext uri="{FF2B5EF4-FFF2-40B4-BE49-F238E27FC236}">
                    <a16:creationId xmlns:a16="http://schemas.microsoft.com/office/drawing/2014/main" id="{C2798C5E-DF38-4427-9FD8-A43BF7853452}"/>
                  </a:ext>
                </a:extLst>
              </p:cNvPr>
              <p:cNvSpPr/>
              <p:nvPr/>
            </p:nvSpPr>
            <p:spPr>
              <a:xfrm rot="20037154">
                <a:off x="3187549" y="3683706"/>
                <a:ext cx="1769339" cy="1769339"/>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grpSp>
            <p:nvGrpSpPr>
              <p:cNvPr id="43" name="Group 42">
                <a:extLst>
                  <a:ext uri="{FF2B5EF4-FFF2-40B4-BE49-F238E27FC236}">
                    <a16:creationId xmlns:a16="http://schemas.microsoft.com/office/drawing/2014/main" id="{299D403A-9967-CFA5-8E62-38D2CA04F328}"/>
                  </a:ext>
                </a:extLst>
              </p:cNvPr>
              <p:cNvGrpSpPr>
                <a:grpSpLocks noChangeAspect="1"/>
              </p:cNvGrpSpPr>
              <p:nvPr/>
            </p:nvGrpSpPr>
            <p:grpSpPr>
              <a:xfrm>
                <a:off x="3418155" y="3922171"/>
                <a:ext cx="1296002" cy="1296000"/>
                <a:chOff x="5730616" y="2182971"/>
                <a:chExt cx="844932" cy="844931"/>
              </a:xfrm>
            </p:grpSpPr>
            <p:sp>
              <p:nvSpPr>
                <p:cNvPr id="44" name="Oval 43">
                  <a:extLst>
                    <a:ext uri="{FF2B5EF4-FFF2-40B4-BE49-F238E27FC236}">
                      <a16:creationId xmlns:a16="http://schemas.microsoft.com/office/drawing/2014/main" id="{AE764B2A-84CF-1FF8-E94D-19A7DB3F4FFF}"/>
                    </a:ext>
                  </a:extLst>
                </p:cNvPr>
                <p:cNvSpPr/>
                <p:nvPr/>
              </p:nvSpPr>
              <p:spPr>
                <a:xfrm>
                  <a:off x="5730616" y="2182971"/>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45" name="Oval 44">
                  <a:extLst>
                    <a:ext uri="{FF2B5EF4-FFF2-40B4-BE49-F238E27FC236}">
                      <a16:creationId xmlns:a16="http://schemas.microsoft.com/office/drawing/2014/main" id="{137027B3-3BC3-4705-DD3F-B7FED20F8267}"/>
                    </a:ext>
                  </a:extLst>
                </p:cNvPr>
                <p:cNvSpPr/>
                <p:nvPr/>
              </p:nvSpPr>
              <p:spPr>
                <a:xfrm>
                  <a:off x="5795926" y="2251206"/>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10" name="Group 9">
              <a:extLst>
                <a:ext uri="{FF2B5EF4-FFF2-40B4-BE49-F238E27FC236}">
                  <a16:creationId xmlns:a16="http://schemas.microsoft.com/office/drawing/2014/main" id="{7BD92E64-1768-8C45-2354-2FC6D667C13D}"/>
                </a:ext>
              </a:extLst>
            </p:cNvPr>
            <p:cNvGrpSpPr>
              <a:grpSpLocks noChangeAspect="1"/>
            </p:cNvGrpSpPr>
            <p:nvPr/>
          </p:nvGrpSpPr>
          <p:grpSpPr>
            <a:xfrm>
              <a:off x="10784666" y="1729048"/>
              <a:ext cx="953770" cy="953876"/>
              <a:chOff x="6594957" y="3401570"/>
              <a:chExt cx="2332389" cy="2332679"/>
            </a:xfrm>
          </p:grpSpPr>
          <p:sp>
            <p:nvSpPr>
              <p:cNvPr id="33" name="Freeform 17">
                <a:extLst>
                  <a:ext uri="{FF2B5EF4-FFF2-40B4-BE49-F238E27FC236}">
                    <a16:creationId xmlns:a16="http://schemas.microsoft.com/office/drawing/2014/main" id="{559F4DDC-6799-3FD4-E018-D1472B56C55D}"/>
                  </a:ext>
                </a:extLst>
              </p:cNvPr>
              <p:cNvSpPr/>
              <p:nvPr/>
            </p:nvSpPr>
            <p:spPr>
              <a:xfrm>
                <a:off x="6594957" y="3401570"/>
                <a:ext cx="2332389" cy="2332679"/>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34" name="Freeform 18">
                <a:extLst>
                  <a:ext uri="{FF2B5EF4-FFF2-40B4-BE49-F238E27FC236}">
                    <a16:creationId xmlns:a16="http://schemas.microsoft.com/office/drawing/2014/main" id="{51A67C0E-17D2-4747-4DA2-55589B0B80A8}"/>
                  </a:ext>
                </a:extLst>
              </p:cNvPr>
              <p:cNvSpPr/>
              <p:nvPr/>
            </p:nvSpPr>
            <p:spPr>
              <a:xfrm rot="16751011">
                <a:off x="6766845" y="3574745"/>
                <a:ext cx="1987368" cy="1987368"/>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35" name="Freeform 19">
                <a:extLst>
                  <a:ext uri="{FF2B5EF4-FFF2-40B4-BE49-F238E27FC236}">
                    <a16:creationId xmlns:a16="http://schemas.microsoft.com/office/drawing/2014/main" id="{DF1980E0-4602-A112-1DE0-D186A8131146}"/>
                  </a:ext>
                </a:extLst>
              </p:cNvPr>
              <p:cNvSpPr/>
              <p:nvPr/>
            </p:nvSpPr>
            <p:spPr>
              <a:xfrm rot="17762846">
                <a:off x="6875916" y="3684274"/>
                <a:ext cx="1769339" cy="1769339"/>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grpSp>
            <p:nvGrpSpPr>
              <p:cNvPr id="36" name="Group 35">
                <a:extLst>
                  <a:ext uri="{FF2B5EF4-FFF2-40B4-BE49-F238E27FC236}">
                    <a16:creationId xmlns:a16="http://schemas.microsoft.com/office/drawing/2014/main" id="{2BAC93EB-96DA-FE90-B778-CA830EBB1163}"/>
                  </a:ext>
                </a:extLst>
              </p:cNvPr>
              <p:cNvGrpSpPr>
                <a:grpSpLocks noChangeAspect="1"/>
              </p:cNvGrpSpPr>
              <p:nvPr/>
            </p:nvGrpSpPr>
            <p:grpSpPr>
              <a:xfrm>
                <a:off x="7112528" y="3922171"/>
                <a:ext cx="1296002" cy="1296000"/>
                <a:chOff x="8894154" y="2185109"/>
                <a:chExt cx="844932" cy="844931"/>
              </a:xfrm>
            </p:grpSpPr>
            <p:sp>
              <p:nvSpPr>
                <p:cNvPr id="37" name="Oval 36">
                  <a:extLst>
                    <a:ext uri="{FF2B5EF4-FFF2-40B4-BE49-F238E27FC236}">
                      <a16:creationId xmlns:a16="http://schemas.microsoft.com/office/drawing/2014/main" id="{26A18ADC-F50B-C919-71BB-AEA980D5B74C}"/>
                    </a:ext>
                  </a:extLst>
                </p:cNvPr>
                <p:cNvSpPr/>
                <p:nvPr/>
              </p:nvSpPr>
              <p:spPr>
                <a:xfrm>
                  <a:off x="8894154" y="2185109"/>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38" name="Oval 37">
                  <a:extLst>
                    <a:ext uri="{FF2B5EF4-FFF2-40B4-BE49-F238E27FC236}">
                      <a16:creationId xmlns:a16="http://schemas.microsoft.com/office/drawing/2014/main" id="{2526B895-DDE5-A9D0-E554-285F116DD842}"/>
                    </a:ext>
                  </a:extLst>
                </p:cNvPr>
                <p:cNvSpPr/>
                <p:nvPr/>
              </p:nvSpPr>
              <p:spPr>
                <a:xfrm>
                  <a:off x="8960934" y="225120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79" name="Group 78">
              <a:extLst>
                <a:ext uri="{FF2B5EF4-FFF2-40B4-BE49-F238E27FC236}">
                  <a16:creationId xmlns:a16="http://schemas.microsoft.com/office/drawing/2014/main" id="{0F08F734-DE89-35B4-536F-4A1289536C5B}"/>
                </a:ext>
              </a:extLst>
            </p:cNvPr>
            <p:cNvGrpSpPr>
              <a:grpSpLocks noChangeAspect="1"/>
            </p:cNvGrpSpPr>
            <p:nvPr userDrawn="1"/>
          </p:nvGrpSpPr>
          <p:grpSpPr>
            <a:xfrm>
              <a:off x="7118028" y="5262260"/>
              <a:ext cx="953770" cy="953876"/>
              <a:chOff x="6594957" y="3401570"/>
              <a:chExt cx="2332389" cy="2332679"/>
            </a:xfrm>
          </p:grpSpPr>
          <p:sp>
            <p:nvSpPr>
              <p:cNvPr id="80" name="Freeform 17">
                <a:extLst>
                  <a:ext uri="{FF2B5EF4-FFF2-40B4-BE49-F238E27FC236}">
                    <a16:creationId xmlns:a16="http://schemas.microsoft.com/office/drawing/2014/main" id="{28B0CB81-479D-23F6-F8EA-7BD7917BDC0F}"/>
                  </a:ext>
                </a:extLst>
              </p:cNvPr>
              <p:cNvSpPr/>
              <p:nvPr/>
            </p:nvSpPr>
            <p:spPr>
              <a:xfrm>
                <a:off x="6594957" y="3401570"/>
                <a:ext cx="2332389" cy="2332679"/>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81" name="Freeform 18">
                <a:extLst>
                  <a:ext uri="{FF2B5EF4-FFF2-40B4-BE49-F238E27FC236}">
                    <a16:creationId xmlns:a16="http://schemas.microsoft.com/office/drawing/2014/main" id="{49224074-EADA-F958-376D-4306F7E18AC4}"/>
                  </a:ext>
                </a:extLst>
              </p:cNvPr>
              <p:cNvSpPr/>
              <p:nvPr/>
            </p:nvSpPr>
            <p:spPr>
              <a:xfrm rot="16751011">
                <a:off x="6766845" y="3574745"/>
                <a:ext cx="1987368" cy="1987368"/>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82" name="Freeform 19">
                <a:extLst>
                  <a:ext uri="{FF2B5EF4-FFF2-40B4-BE49-F238E27FC236}">
                    <a16:creationId xmlns:a16="http://schemas.microsoft.com/office/drawing/2014/main" id="{D398FA15-2034-FADC-24A8-4A836EE9CFD2}"/>
                  </a:ext>
                </a:extLst>
              </p:cNvPr>
              <p:cNvSpPr/>
              <p:nvPr/>
            </p:nvSpPr>
            <p:spPr>
              <a:xfrm rot="17762846">
                <a:off x="6875916" y="3684274"/>
                <a:ext cx="1769339" cy="1769339"/>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grpSp>
            <p:nvGrpSpPr>
              <p:cNvPr id="83" name="Group 82">
                <a:extLst>
                  <a:ext uri="{FF2B5EF4-FFF2-40B4-BE49-F238E27FC236}">
                    <a16:creationId xmlns:a16="http://schemas.microsoft.com/office/drawing/2014/main" id="{F7EDB525-4B86-D33E-ED5F-3E4A060430C4}"/>
                  </a:ext>
                </a:extLst>
              </p:cNvPr>
              <p:cNvGrpSpPr>
                <a:grpSpLocks noChangeAspect="1"/>
              </p:cNvGrpSpPr>
              <p:nvPr/>
            </p:nvGrpSpPr>
            <p:grpSpPr>
              <a:xfrm>
                <a:off x="7112528" y="3922171"/>
                <a:ext cx="1296002" cy="1296000"/>
                <a:chOff x="8894154" y="2185109"/>
                <a:chExt cx="844932" cy="844931"/>
              </a:xfrm>
            </p:grpSpPr>
            <p:sp>
              <p:nvSpPr>
                <p:cNvPr id="84" name="Oval 83">
                  <a:extLst>
                    <a:ext uri="{FF2B5EF4-FFF2-40B4-BE49-F238E27FC236}">
                      <a16:creationId xmlns:a16="http://schemas.microsoft.com/office/drawing/2014/main" id="{EB4819A9-A0BD-F57D-A0D5-34C3215E75E2}"/>
                    </a:ext>
                  </a:extLst>
                </p:cNvPr>
                <p:cNvSpPr/>
                <p:nvPr/>
              </p:nvSpPr>
              <p:spPr>
                <a:xfrm>
                  <a:off x="8894154" y="2185109"/>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85" name="Oval 84">
                  <a:extLst>
                    <a:ext uri="{FF2B5EF4-FFF2-40B4-BE49-F238E27FC236}">
                      <a16:creationId xmlns:a16="http://schemas.microsoft.com/office/drawing/2014/main" id="{2A8496DE-E7E2-74C2-8A36-146DB6F2F479}"/>
                    </a:ext>
                  </a:extLst>
                </p:cNvPr>
                <p:cNvSpPr/>
                <p:nvPr/>
              </p:nvSpPr>
              <p:spPr>
                <a:xfrm>
                  <a:off x="8960934" y="225120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86" name="Group 85">
              <a:extLst>
                <a:ext uri="{FF2B5EF4-FFF2-40B4-BE49-F238E27FC236}">
                  <a16:creationId xmlns:a16="http://schemas.microsoft.com/office/drawing/2014/main" id="{AB684558-9680-F423-3CD8-A3A071A8F11E}"/>
                </a:ext>
              </a:extLst>
            </p:cNvPr>
            <p:cNvGrpSpPr>
              <a:grpSpLocks noChangeAspect="1"/>
            </p:cNvGrpSpPr>
            <p:nvPr userDrawn="1"/>
          </p:nvGrpSpPr>
          <p:grpSpPr>
            <a:xfrm>
              <a:off x="10795658" y="5262260"/>
              <a:ext cx="953531" cy="953876"/>
              <a:chOff x="2906605" y="3402434"/>
              <a:chExt cx="2331810" cy="2332679"/>
            </a:xfrm>
          </p:grpSpPr>
          <p:sp>
            <p:nvSpPr>
              <p:cNvPr id="87" name="Freeform 4">
                <a:extLst>
                  <a:ext uri="{FF2B5EF4-FFF2-40B4-BE49-F238E27FC236}">
                    <a16:creationId xmlns:a16="http://schemas.microsoft.com/office/drawing/2014/main" id="{CB9774C0-0F60-33FA-E04F-A4452DAE0C17}"/>
                  </a:ext>
                </a:extLst>
              </p:cNvPr>
              <p:cNvSpPr/>
              <p:nvPr/>
            </p:nvSpPr>
            <p:spPr>
              <a:xfrm>
                <a:off x="2906605" y="3402434"/>
                <a:ext cx="2331810" cy="2332679"/>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88" name="Freeform 10">
                <a:extLst>
                  <a:ext uri="{FF2B5EF4-FFF2-40B4-BE49-F238E27FC236}">
                    <a16:creationId xmlns:a16="http://schemas.microsoft.com/office/drawing/2014/main" id="{606C132B-4558-E31B-B9BB-AC4FBF08A340}"/>
                  </a:ext>
                </a:extLst>
              </p:cNvPr>
              <p:cNvSpPr/>
              <p:nvPr/>
            </p:nvSpPr>
            <p:spPr>
              <a:xfrm rot="17073275">
                <a:off x="3078263" y="3574962"/>
                <a:ext cx="1987313" cy="1987313"/>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89" name="Freeform 11">
                <a:extLst>
                  <a:ext uri="{FF2B5EF4-FFF2-40B4-BE49-F238E27FC236}">
                    <a16:creationId xmlns:a16="http://schemas.microsoft.com/office/drawing/2014/main" id="{C0FA8653-EBA7-9A3B-9A3B-7771A04AA2E4}"/>
                  </a:ext>
                </a:extLst>
              </p:cNvPr>
              <p:cNvSpPr/>
              <p:nvPr/>
            </p:nvSpPr>
            <p:spPr>
              <a:xfrm rot="20037154">
                <a:off x="3187549" y="3683706"/>
                <a:ext cx="1769339" cy="1769339"/>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grpSp>
            <p:nvGrpSpPr>
              <p:cNvPr id="90" name="Group 89">
                <a:extLst>
                  <a:ext uri="{FF2B5EF4-FFF2-40B4-BE49-F238E27FC236}">
                    <a16:creationId xmlns:a16="http://schemas.microsoft.com/office/drawing/2014/main" id="{4FA74735-FF28-72E0-1741-D7D4CBC11608}"/>
                  </a:ext>
                </a:extLst>
              </p:cNvPr>
              <p:cNvGrpSpPr>
                <a:grpSpLocks noChangeAspect="1"/>
              </p:cNvGrpSpPr>
              <p:nvPr/>
            </p:nvGrpSpPr>
            <p:grpSpPr>
              <a:xfrm>
                <a:off x="3418155" y="3922171"/>
                <a:ext cx="1296002" cy="1296000"/>
                <a:chOff x="5730616" y="2182971"/>
                <a:chExt cx="844932" cy="844931"/>
              </a:xfrm>
            </p:grpSpPr>
            <p:sp>
              <p:nvSpPr>
                <p:cNvPr id="91" name="Oval 90">
                  <a:extLst>
                    <a:ext uri="{FF2B5EF4-FFF2-40B4-BE49-F238E27FC236}">
                      <a16:creationId xmlns:a16="http://schemas.microsoft.com/office/drawing/2014/main" id="{E4C8C25B-6DE1-E7BC-369B-27FBBCD9F81D}"/>
                    </a:ext>
                  </a:extLst>
                </p:cNvPr>
                <p:cNvSpPr/>
                <p:nvPr/>
              </p:nvSpPr>
              <p:spPr>
                <a:xfrm>
                  <a:off x="5730616" y="2182971"/>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92" name="Oval 91">
                  <a:extLst>
                    <a:ext uri="{FF2B5EF4-FFF2-40B4-BE49-F238E27FC236}">
                      <a16:creationId xmlns:a16="http://schemas.microsoft.com/office/drawing/2014/main" id="{C7407E49-681F-7601-CFBA-2430B7CCDA67}"/>
                    </a:ext>
                  </a:extLst>
                </p:cNvPr>
                <p:cNvSpPr/>
                <p:nvPr/>
              </p:nvSpPr>
              <p:spPr>
                <a:xfrm>
                  <a:off x="5795926" y="2251206"/>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sp>
        <p:nvSpPr>
          <p:cNvPr id="2" name="Text Placeholder 51">
            <a:extLst>
              <a:ext uri="{FF2B5EF4-FFF2-40B4-BE49-F238E27FC236}">
                <a16:creationId xmlns:a16="http://schemas.microsoft.com/office/drawing/2014/main" id="{B0673AA5-3D83-CF1A-1FA0-656C287691FD}"/>
              </a:ext>
            </a:extLst>
          </p:cNvPr>
          <p:cNvSpPr>
            <a:spLocks noGrp="1"/>
          </p:cNvSpPr>
          <p:nvPr>
            <p:ph type="body" sz="quarter" idx="66"/>
          </p:nvPr>
        </p:nvSpPr>
        <p:spPr>
          <a:xfrm>
            <a:off x="229332" y="1783110"/>
            <a:ext cx="3341574" cy="1975068"/>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2" name="Text Placeholder 51">
            <a:extLst>
              <a:ext uri="{FF2B5EF4-FFF2-40B4-BE49-F238E27FC236}">
                <a16:creationId xmlns:a16="http://schemas.microsoft.com/office/drawing/2014/main" id="{C203D6A9-C449-A61B-3C84-E870E1F29C6B}"/>
              </a:ext>
            </a:extLst>
          </p:cNvPr>
          <p:cNvSpPr>
            <a:spLocks noGrp="1"/>
          </p:cNvSpPr>
          <p:nvPr>
            <p:ph type="body" sz="quarter" idx="67"/>
          </p:nvPr>
        </p:nvSpPr>
        <p:spPr>
          <a:xfrm>
            <a:off x="4004752" y="1783110"/>
            <a:ext cx="3341574" cy="1975068"/>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3" name="Text Placeholder 51">
            <a:extLst>
              <a:ext uri="{FF2B5EF4-FFF2-40B4-BE49-F238E27FC236}">
                <a16:creationId xmlns:a16="http://schemas.microsoft.com/office/drawing/2014/main" id="{BAF75376-FE1D-CD62-FD7C-B764198BE38B}"/>
              </a:ext>
            </a:extLst>
          </p:cNvPr>
          <p:cNvSpPr>
            <a:spLocks noGrp="1"/>
          </p:cNvSpPr>
          <p:nvPr>
            <p:ph type="body" sz="quarter" idx="68"/>
          </p:nvPr>
        </p:nvSpPr>
        <p:spPr>
          <a:xfrm>
            <a:off x="229332" y="4032493"/>
            <a:ext cx="3341574" cy="1975068"/>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5" name="Text Placeholder 51">
            <a:extLst>
              <a:ext uri="{FF2B5EF4-FFF2-40B4-BE49-F238E27FC236}">
                <a16:creationId xmlns:a16="http://schemas.microsoft.com/office/drawing/2014/main" id="{48E4A5E4-91D4-E084-669B-C49122F1342D}"/>
              </a:ext>
            </a:extLst>
          </p:cNvPr>
          <p:cNvSpPr>
            <a:spLocks noGrp="1"/>
          </p:cNvSpPr>
          <p:nvPr>
            <p:ph type="body" sz="quarter" idx="69"/>
          </p:nvPr>
        </p:nvSpPr>
        <p:spPr>
          <a:xfrm>
            <a:off x="4004752" y="4032493"/>
            <a:ext cx="3341574" cy="1975068"/>
          </a:xfrm>
          <a:prstGeom prst="rect">
            <a:avLst/>
          </a:prstGeom>
          <a:solidFill>
            <a:schemeClr val="accent4">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3183079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Infog_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Freeform 14">
            <a:extLst>
              <a:ext uri="{FF2B5EF4-FFF2-40B4-BE49-F238E27FC236}">
                <a16:creationId xmlns:a16="http://schemas.microsoft.com/office/drawing/2014/main" id="{B753A631-A545-8F5B-DA07-6C3C3B5CAFE1}"/>
              </a:ext>
            </a:extLst>
          </p:cNvPr>
          <p:cNvSpPr>
            <a:spLocks/>
          </p:cNvSpPr>
          <p:nvPr/>
        </p:nvSpPr>
        <p:spPr bwMode="auto">
          <a:xfrm>
            <a:off x="5796816" y="2107236"/>
            <a:ext cx="1933918" cy="2635454"/>
          </a:xfrm>
          <a:custGeom>
            <a:avLst/>
            <a:gdLst>
              <a:gd name="T0" fmla="*/ 204 w 478"/>
              <a:gd name="T1" fmla="*/ 88 h 651"/>
              <a:gd name="T2" fmla="*/ 189 w 478"/>
              <a:gd name="T3" fmla="*/ 182 h 651"/>
              <a:gd name="T4" fmla="*/ 189 w 478"/>
              <a:gd name="T5" fmla="*/ 183 h 651"/>
              <a:gd name="T6" fmla="*/ 69 w 478"/>
              <a:gd name="T7" fmla="*/ 471 h 651"/>
              <a:gd name="T8" fmla="*/ 69 w 478"/>
              <a:gd name="T9" fmla="*/ 472 h 651"/>
              <a:gd name="T10" fmla="*/ 23 w 478"/>
              <a:gd name="T11" fmla="*/ 510 h 651"/>
              <a:gd name="T12" fmla="*/ 55 w 478"/>
              <a:gd name="T13" fmla="*/ 628 h 651"/>
              <a:gd name="T14" fmla="*/ 173 w 478"/>
              <a:gd name="T15" fmla="*/ 596 h 651"/>
              <a:gd name="T16" fmla="*/ 183 w 478"/>
              <a:gd name="T17" fmla="*/ 538 h 651"/>
              <a:gd name="T18" fmla="*/ 184 w 478"/>
              <a:gd name="T19" fmla="*/ 537 h 651"/>
              <a:gd name="T20" fmla="*/ 367 w 478"/>
              <a:gd name="T21" fmla="*/ 285 h 651"/>
              <a:gd name="T22" fmla="*/ 367 w 478"/>
              <a:gd name="T23" fmla="*/ 284 h 651"/>
              <a:gd name="T24" fmla="*/ 441 w 478"/>
              <a:gd name="T25" fmla="*/ 223 h 651"/>
              <a:gd name="T26" fmla="*/ 390 w 478"/>
              <a:gd name="T27" fmla="*/ 37 h 651"/>
              <a:gd name="T28" fmla="*/ 204 w 478"/>
              <a:gd name="T29" fmla="*/ 88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8" h="651">
                <a:moveTo>
                  <a:pt x="204" y="88"/>
                </a:moveTo>
                <a:cubicBezTo>
                  <a:pt x="187" y="118"/>
                  <a:pt x="182" y="151"/>
                  <a:pt x="189" y="182"/>
                </a:cubicBezTo>
                <a:cubicBezTo>
                  <a:pt x="189" y="182"/>
                  <a:pt x="189" y="183"/>
                  <a:pt x="189" y="183"/>
                </a:cubicBezTo>
                <a:cubicBezTo>
                  <a:pt x="195" y="286"/>
                  <a:pt x="164" y="420"/>
                  <a:pt x="69" y="471"/>
                </a:cubicBezTo>
                <a:cubicBezTo>
                  <a:pt x="69" y="471"/>
                  <a:pt x="69" y="472"/>
                  <a:pt x="69" y="472"/>
                </a:cubicBezTo>
                <a:cubicBezTo>
                  <a:pt x="50" y="478"/>
                  <a:pt x="34" y="491"/>
                  <a:pt x="23" y="510"/>
                </a:cubicBezTo>
                <a:cubicBezTo>
                  <a:pt x="0" y="551"/>
                  <a:pt x="14" y="604"/>
                  <a:pt x="55" y="628"/>
                </a:cubicBezTo>
                <a:cubicBezTo>
                  <a:pt x="97" y="651"/>
                  <a:pt x="150" y="637"/>
                  <a:pt x="173" y="596"/>
                </a:cubicBezTo>
                <a:cubicBezTo>
                  <a:pt x="184" y="577"/>
                  <a:pt x="187" y="557"/>
                  <a:pt x="183" y="538"/>
                </a:cubicBezTo>
                <a:cubicBezTo>
                  <a:pt x="184" y="537"/>
                  <a:pt x="184" y="537"/>
                  <a:pt x="184" y="537"/>
                </a:cubicBezTo>
                <a:cubicBezTo>
                  <a:pt x="187" y="439"/>
                  <a:pt x="286" y="332"/>
                  <a:pt x="367" y="285"/>
                </a:cubicBezTo>
                <a:cubicBezTo>
                  <a:pt x="367" y="285"/>
                  <a:pt x="367" y="285"/>
                  <a:pt x="367" y="284"/>
                </a:cubicBezTo>
                <a:cubicBezTo>
                  <a:pt x="397" y="274"/>
                  <a:pt x="424" y="253"/>
                  <a:pt x="441" y="223"/>
                </a:cubicBezTo>
                <a:cubicBezTo>
                  <a:pt x="478" y="158"/>
                  <a:pt x="456" y="75"/>
                  <a:pt x="390" y="37"/>
                </a:cubicBezTo>
                <a:cubicBezTo>
                  <a:pt x="325" y="0"/>
                  <a:pt x="242" y="22"/>
                  <a:pt x="204" y="88"/>
                </a:cubicBezTo>
                <a:close/>
              </a:path>
            </a:pathLst>
          </a:custGeom>
          <a:solidFill>
            <a:schemeClr val="accent4"/>
          </a:solidFill>
          <a:ln>
            <a:noFill/>
          </a:ln>
          <a:effectLst>
            <a:outerShdw blurRad="571500" algn="ctr" rotWithShape="0">
              <a:prstClr val="black">
                <a:alpha val="25000"/>
              </a:prstClr>
            </a:outerShdw>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Freeform 15">
            <a:extLst>
              <a:ext uri="{FF2B5EF4-FFF2-40B4-BE49-F238E27FC236}">
                <a16:creationId xmlns:a16="http://schemas.microsoft.com/office/drawing/2014/main" id="{C5CC603B-C8DC-D5AF-EE12-604AD5712D14}"/>
              </a:ext>
            </a:extLst>
          </p:cNvPr>
          <p:cNvSpPr>
            <a:spLocks/>
          </p:cNvSpPr>
          <p:nvPr/>
        </p:nvSpPr>
        <p:spPr bwMode="auto">
          <a:xfrm>
            <a:off x="6573384" y="2201024"/>
            <a:ext cx="1059810" cy="1063561"/>
          </a:xfrm>
          <a:custGeom>
            <a:avLst/>
            <a:gdLst>
              <a:gd name="T0" fmla="*/ 100 w 262"/>
              <a:gd name="T1" fmla="*/ 17 h 263"/>
              <a:gd name="T2" fmla="*/ 245 w 262"/>
              <a:gd name="T3" fmla="*/ 100 h 263"/>
              <a:gd name="T4" fmla="*/ 162 w 262"/>
              <a:gd name="T5" fmla="*/ 245 h 263"/>
              <a:gd name="T6" fmla="*/ 17 w 262"/>
              <a:gd name="T7" fmla="*/ 162 h 263"/>
              <a:gd name="T8" fmla="*/ 100 w 262"/>
              <a:gd name="T9" fmla="*/ 17 h 263"/>
            </a:gdLst>
            <a:ahLst/>
            <a:cxnLst>
              <a:cxn ang="0">
                <a:pos x="T0" y="T1"/>
              </a:cxn>
              <a:cxn ang="0">
                <a:pos x="T2" y="T3"/>
              </a:cxn>
              <a:cxn ang="0">
                <a:pos x="T4" y="T5"/>
              </a:cxn>
              <a:cxn ang="0">
                <a:pos x="T6" y="T7"/>
              </a:cxn>
              <a:cxn ang="0">
                <a:pos x="T8" y="T9"/>
              </a:cxn>
            </a:cxnLst>
            <a:rect l="0" t="0" r="r" b="b"/>
            <a:pathLst>
              <a:path w="262" h="263">
                <a:moveTo>
                  <a:pt x="100" y="17"/>
                </a:moveTo>
                <a:cubicBezTo>
                  <a:pt x="163" y="0"/>
                  <a:pt x="228" y="37"/>
                  <a:pt x="245" y="100"/>
                </a:cubicBezTo>
                <a:cubicBezTo>
                  <a:pt x="262" y="163"/>
                  <a:pt x="225" y="228"/>
                  <a:pt x="162" y="245"/>
                </a:cubicBezTo>
                <a:cubicBezTo>
                  <a:pt x="99" y="263"/>
                  <a:pt x="34" y="225"/>
                  <a:pt x="17" y="162"/>
                </a:cubicBezTo>
                <a:cubicBezTo>
                  <a:pt x="0" y="99"/>
                  <a:pt x="37" y="34"/>
                  <a:pt x="100" y="17"/>
                </a:cubicBez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16">
            <a:extLst>
              <a:ext uri="{FF2B5EF4-FFF2-40B4-BE49-F238E27FC236}">
                <a16:creationId xmlns:a16="http://schemas.microsoft.com/office/drawing/2014/main" id="{70B0615B-7846-B78D-538D-D75AFE54EF39}"/>
              </a:ext>
            </a:extLst>
          </p:cNvPr>
          <p:cNvSpPr>
            <a:spLocks/>
          </p:cNvSpPr>
          <p:nvPr/>
        </p:nvSpPr>
        <p:spPr bwMode="auto">
          <a:xfrm>
            <a:off x="5909362" y="4018643"/>
            <a:ext cx="2327829" cy="1331795"/>
          </a:xfrm>
          <a:custGeom>
            <a:avLst/>
            <a:gdLst>
              <a:gd name="T0" fmla="*/ 482 w 575"/>
              <a:gd name="T1" fmla="*/ 91 h 329"/>
              <a:gd name="T2" fmla="*/ 402 w 575"/>
              <a:gd name="T3" fmla="*/ 95 h 329"/>
              <a:gd name="T4" fmla="*/ 401 w 575"/>
              <a:gd name="T5" fmla="*/ 94 h 329"/>
              <a:gd name="T6" fmla="*/ 144 w 575"/>
              <a:gd name="T7" fmla="*/ 44 h 329"/>
              <a:gd name="T8" fmla="*/ 143 w 575"/>
              <a:gd name="T9" fmla="*/ 44 h 329"/>
              <a:gd name="T10" fmla="*/ 104 w 575"/>
              <a:gd name="T11" fmla="*/ 13 h 329"/>
              <a:gd name="T12" fmla="*/ 13 w 575"/>
              <a:gd name="T13" fmla="*/ 59 h 329"/>
              <a:gd name="T14" fmla="*/ 59 w 575"/>
              <a:gd name="T15" fmla="*/ 151 h 329"/>
              <a:gd name="T16" fmla="*/ 108 w 575"/>
              <a:gd name="T17" fmla="*/ 149 h 329"/>
              <a:gd name="T18" fmla="*/ 108 w 575"/>
              <a:gd name="T19" fmla="*/ 149 h 329"/>
              <a:gd name="T20" fmla="*/ 347 w 575"/>
              <a:gd name="T21" fmla="*/ 258 h 329"/>
              <a:gd name="T22" fmla="*/ 347 w 575"/>
              <a:gd name="T23" fmla="*/ 258 h 329"/>
              <a:gd name="T24" fmla="*/ 410 w 575"/>
              <a:gd name="T25" fmla="*/ 309 h 329"/>
              <a:gd name="T26" fmla="*/ 555 w 575"/>
              <a:gd name="T27" fmla="*/ 236 h 329"/>
              <a:gd name="T28" fmla="*/ 482 w 575"/>
              <a:gd name="T29" fmla="*/ 91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5" h="329">
                <a:moveTo>
                  <a:pt x="482" y="91"/>
                </a:moveTo>
                <a:cubicBezTo>
                  <a:pt x="455" y="82"/>
                  <a:pt x="426" y="84"/>
                  <a:pt x="402" y="95"/>
                </a:cubicBezTo>
                <a:cubicBezTo>
                  <a:pt x="402" y="94"/>
                  <a:pt x="401" y="94"/>
                  <a:pt x="401" y="94"/>
                </a:cubicBezTo>
                <a:cubicBezTo>
                  <a:pt x="317" y="117"/>
                  <a:pt x="202" y="113"/>
                  <a:pt x="144" y="44"/>
                </a:cubicBezTo>
                <a:cubicBezTo>
                  <a:pt x="144" y="44"/>
                  <a:pt x="143" y="44"/>
                  <a:pt x="143" y="44"/>
                </a:cubicBezTo>
                <a:cubicBezTo>
                  <a:pt x="135" y="30"/>
                  <a:pt x="121" y="18"/>
                  <a:pt x="104" y="13"/>
                </a:cubicBezTo>
                <a:cubicBezTo>
                  <a:pt x="66" y="0"/>
                  <a:pt x="25" y="21"/>
                  <a:pt x="13" y="59"/>
                </a:cubicBezTo>
                <a:cubicBezTo>
                  <a:pt x="0" y="97"/>
                  <a:pt x="20" y="138"/>
                  <a:pt x="59" y="151"/>
                </a:cubicBezTo>
                <a:cubicBezTo>
                  <a:pt x="75" y="156"/>
                  <a:pt x="93" y="155"/>
                  <a:pt x="108" y="149"/>
                </a:cubicBezTo>
                <a:cubicBezTo>
                  <a:pt x="108" y="149"/>
                  <a:pt x="108" y="149"/>
                  <a:pt x="108" y="149"/>
                </a:cubicBezTo>
                <a:cubicBezTo>
                  <a:pt x="190" y="136"/>
                  <a:pt x="294" y="200"/>
                  <a:pt x="347" y="258"/>
                </a:cubicBezTo>
                <a:cubicBezTo>
                  <a:pt x="347" y="258"/>
                  <a:pt x="347" y="258"/>
                  <a:pt x="347" y="258"/>
                </a:cubicBezTo>
                <a:cubicBezTo>
                  <a:pt x="361" y="281"/>
                  <a:pt x="382" y="300"/>
                  <a:pt x="410" y="309"/>
                </a:cubicBezTo>
                <a:cubicBezTo>
                  <a:pt x="470" y="329"/>
                  <a:pt x="535" y="297"/>
                  <a:pt x="555" y="236"/>
                </a:cubicBezTo>
                <a:cubicBezTo>
                  <a:pt x="575" y="176"/>
                  <a:pt x="542" y="111"/>
                  <a:pt x="482" y="91"/>
                </a:cubicBezTo>
                <a:close/>
              </a:path>
            </a:pathLst>
          </a:custGeom>
          <a:solidFill>
            <a:schemeClr val="accent1"/>
          </a:solidFill>
          <a:ln>
            <a:noFill/>
          </a:ln>
          <a:effectLst>
            <a:outerShdw blurRad="571500" algn="ctr" rotWithShape="0">
              <a:prstClr val="black">
                <a:alpha val="25000"/>
              </a:prstClr>
            </a:outerShdw>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7">
            <a:extLst>
              <a:ext uri="{FF2B5EF4-FFF2-40B4-BE49-F238E27FC236}">
                <a16:creationId xmlns:a16="http://schemas.microsoft.com/office/drawing/2014/main" id="{6D89A179-3F3E-84EE-1ECA-841229055BD2}"/>
              </a:ext>
            </a:extLst>
          </p:cNvPr>
          <p:cNvSpPr>
            <a:spLocks/>
          </p:cNvSpPr>
          <p:nvPr/>
        </p:nvSpPr>
        <p:spPr bwMode="auto">
          <a:xfrm>
            <a:off x="7261791" y="4371287"/>
            <a:ext cx="917251" cy="919126"/>
          </a:xfrm>
          <a:custGeom>
            <a:avLst/>
            <a:gdLst>
              <a:gd name="T0" fmla="*/ 202 w 227"/>
              <a:gd name="T1" fmla="*/ 69 h 227"/>
              <a:gd name="T2" fmla="*/ 158 w 227"/>
              <a:gd name="T3" fmla="*/ 202 h 227"/>
              <a:gd name="T4" fmla="*/ 24 w 227"/>
              <a:gd name="T5" fmla="*/ 158 h 227"/>
              <a:gd name="T6" fmla="*/ 69 w 227"/>
              <a:gd name="T7" fmla="*/ 25 h 227"/>
              <a:gd name="T8" fmla="*/ 202 w 227"/>
              <a:gd name="T9" fmla="*/ 69 h 227"/>
            </a:gdLst>
            <a:ahLst/>
            <a:cxnLst>
              <a:cxn ang="0">
                <a:pos x="T0" y="T1"/>
              </a:cxn>
              <a:cxn ang="0">
                <a:pos x="T2" y="T3"/>
              </a:cxn>
              <a:cxn ang="0">
                <a:pos x="T4" y="T5"/>
              </a:cxn>
              <a:cxn ang="0">
                <a:pos x="T6" y="T7"/>
              </a:cxn>
              <a:cxn ang="0">
                <a:pos x="T8" y="T9"/>
              </a:cxn>
            </a:cxnLst>
            <a:rect l="0" t="0" r="r" b="b"/>
            <a:pathLst>
              <a:path w="227" h="227">
                <a:moveTo>
                  <a:pt x="202" y="69"/>
                </a:moveTo>
                <a:cubicBezTo>
                  <a:pt x="227" y="118"/>
                  <a:pt x="207" y="178"/>
                  <a:pt x="158" y="202"/>
                </a:cubicBezTo>
                <a:cubicBezTo>
                  <a:pt x="109" y="227"/>
                  <a:pt x="49" y="207"/>
                  <a:pt x="24" y="158"/>
                </a:cubicBezTo>
                <a:cubicBezTo>
                  <a:pt x="0" y="109"/>
                  <a:pt x="20" y="49"/>
                  <a:pt x="69" y="25"/>
                </a:cubicBezTo>
                <a:cubicBezTo>
                  <a:pt x="118" y="0"/>
                  <a:pt x="178" y="20"/>
                  <a:pt x="202" y="69"/>
                </a:cubicBez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8">
            <a:extLst>
              <a:ext uri="{FF2B5EF4-FFF2-40B4-BE49-F238E27FC236}">
                <a16:creationId xmlns:a16="http://schemas.microsoft.com/office/drawing/2014/main" id="{1C8EF045-7446-E63E-8490-2E74ADD941B1}"/>
              </a:ext>
            </a:extLst>
          </p:cNvPr>
          <p:cNvSpPr>
            <a:spLocks/>
          </p:cNvSpPr>
          <p:nvPr/>
        </p:nvSpPr>
        <p:spPr bwMode="auto">
          <a:xfrm>
            <a:off x="5091527" y="3945488"/>
            <a:ext cx="1538130" cy="1785731"/>
          </a:xfrm>
          <a:custGeom>
            <a:avLst/>
            <a:gdLst>
              <a:gd name="T0" fmla="*/ 187 w 380"/>
              <a:gd name="T1" fmla="*/ 390 h 441"/>
              <a:gd name="T2" fmla="*/ 208 w 380"/>
              <a:gd name="T3" fmla="*/ 324 h 441"/>
              <a:gd name="T4" fmla="*/ 208 w 380"/>
              <a:gd name="T5" fmla="*/ 324 h 441"/>
              <a:gd name="T6" fmla="*/ 323 w 380"/>
              <a:gd name="T7" fmla="*/ 131 h 441"/>
              <a:gd name="T8" fmla="*/ 323 w 380"/>
              <a:gd name="T9" fmla="*/ 131 h 441"/>
              <a:gd name="T10" fmla="*/ 359 w 380"/>
              <a:gd name="T11" fmla="*/ 108 h 441"/>
              <a:gd name="T12" fmla="*/ 348 w 380"/>
              <a:gd name="T13" fmla="*/ 21 h 441"/>
              <a:gd name="T14" fmla="*/ 261 w 380"/>
              <a:gd name="T15" fmla="*/ 32 h 441"/>
              <a:gd name="T16" fmla="*/ 248 w 380"/>
              <a:gd name="T17" fmla="*/ 73 h 441"/>
              <a:gd name="T18" fmla="*/ 248 w 380"/>
              <a:gd name="T19" fmla="*/ 73 h 441"/>
              <a:gd name="T20" fmla="*/ 92 w 380"/>
              <a:gd name="T21" fmla="*/ 234 h 441"/>
              <a:gd name="T22" fmla="*/ 92 w 380"/>
              <a:gd name="T23" fmla="*/ 234 h 441"/>
              <a:gd name="T24" fmla="*/ 33 w 380"/>
              <a:gd name="T25" fmla="*/ 270 h 441"/>
              <a:gd name="T26" fmla="*/ 50 w 380"/>
              <a:gd name="T27" fmla="*/ 407 h 441"/>
              <a:gd name="T28" fmla="*/ 187 w 380"/>
              <a:gd name="T29" fmla="*/ 390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0" h="441">
                <a:moveTo>
                  <a:pt x="187" y="390"/>
                </a:moveTo>
                <a:cubicBezTo>
                  <a:pt x="203" y="371"/>
                  <a:pt x="209" y="347"/>
                  <a:pt x="208" y="324"/>
                </a:cubicBezTo>
                <a:cubicBezTo>
                  <a:pt x="208" y="324"/>
                  <a:pt x="208" y="324"/>
                  <a:pt x="208" y="324"/>
                </a:cubicBezTo>
                <a:cubicBezTo>
                  <a:pt x="214" y="250"/>
                  <a:pt x="250" y="158"/>
                  <a:pt x="323" y="131"/>
                </a:cubicBezTo>
                <a:cubicBezTo>
                  <a:pt x="323" y="131"/>
                  <a:pt x="323" y="131"/>
                  <a:pt x="323" y="131"/>
                </a:cubicBezTo>
                <a:cubicBezTo>
                  <a:pt x="336" y="128"/>
                  <a:pt x="349" y="120"/>
                  <a:pt x="359" y="108"/>
                </a:cubicBezTo>
                <a:cubicBezTo>
                  <a:pt x="380" y="81"/>
                  <a:pt x="375" y="42"/>
                  <a:pt x="348" y="21"/>
                </a:cubicBezTo>
                <a:cubicBezTo>
                  <a:pt x="321" y="0"/>
                  <a:pt x="282" y="5"/>
                  <a:pt x="261" y="32"/>
                </a:cubicBezTo>
                <a:cubicBezTo>
                  <a:pt x="251" y="44"/>
                  <a:pt x="247" y="58"/>
                  <a:pt x="248" y="73"/>
                </a:cubicBezTo>
                <a:cubicBezTo>
                  <a:pt x="248" y="73"/>
                  <a:pt x="248" y="73"/>
                  <a:pt x="248" y="73"/>
                </a:cubicBezTo>
                <a:cubicBezTo>
                  <a:pt x="235" y="142"/>
                  <a:pt x="154" y="208"/>
                  <a:pt x="92" y="234"/>
                </a:cubicBezTo>
                <a:cubicBezTo>
                  <a:pt x="92" y="234"/>
                  <a:pt x="92" y="234"/>
                  <a:pt x="92" y="234"/>
                </a:cubicBezTo>
                <a:cubicBezTo>
                  <a:pt x="69" y="238"/>
                  <a:pt x="48" y="250"/>
                  <a:pt x="33" y="270"/>
                </a:cubicBezTo>
                <a:cubicBezTo>
                  <a:pt x="0" y="313"/>
                  <a:pt x="7" y="374"/>
                  <a:pt x="50" y="407"/>
                </a:cubicBezTo>
                <a:cubicBezTo>
                  <a:pt x="93" y="441"/>
                  <a:pt x="154" y="433"/>
                  <a:pt x="187" y="390"/>
                </a:cubicBezTo>
                <a:close/>
              </a:path>
            </a:pathLst>
          </a:custGeom>
          <a:solidFill>
            <a:schemeClr val="accent5"/>
          </a:solidFill>
          <a:ln>
            <a:noFill/>
          </a:ln>
          <a:effectLst>
            <a:outerShdw blurRad="571500" algn="ctr" rotWithShape="0">
              <a:prstClr val="black">
                <a:alpha val="25000"/>
              </a:prstClr>
            </a:outerShdw>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9">
            <a:extLst>
              <a:ext uri="{FF2B5EF4-FFF2-40B4-BE49-F238E27FC236}">
                <a16:creationId xmlns:a16="http://schemas.microsoft.com/office/drawing/2014/main" id="{D8D32347-6B2A-28C3-DA0B-8410BA78BA2B}"/>
              </a:ext>
            </a:extLst>
          </p:cNvPr>
          <p:cNvSpPr>
            <a:spLocks/>
          </p:cNvSpPr>
          <p:nvPr/>
        </p:nvSpPr>
        <p:spPr bwMode="auto">
          <a:xfrm>
            <a:off x="5172185" y="4920887"/>
            <a:ext cx="729675" cy="729674"/>
          </a:xfrm>
          <a:custGeom>
            <a:avLst/>
            <a:gdLst>
              <a:gd name="T0" fmla="*/ 100 w 180"/>
              <a:gd name="T1" fmla="*/ 174 h 180"/>
              <a:gd name="T2" fmla="*/ 5 w 180"/>
              <a:gd name="T3" fmla="*/ 100 h 180"/>
              <a:gd name="T4" fmla="*/ 79 w 180"/>
              <a:gd name="T5" fmla="*/ 6 h 180"/>
              <a:gd name="T6" fmla="*/ 174 w 180"/>
              <a:gd name="T7" fmla="*/ 79 h 180"/>
              <a:gd name="T8" fmla="*/ 100 w 180"/>
              <a:gd name="T9" fmla="*/ 174 h 180"/>
            </a:gdLst>
            <a:ahLst/>
            <a:cxnLst>
              <a:cxn ang="0">
                <a:pos x="T0" y="T1"/>
              </a:cxn>
              <a:cxn ang="0">
                <a:pos x="T2" y="T3"/>
              </a:cxn>
              <a:cxn ang="0">
                <a:pos x="T4" y="T5"/>
              </a:cxn>
              <a:cxn ang="0">
                <a:pos x="T6" y="T7"/>
              </a:cxn>
              <a:cxn ang="0">
                <a:pos x="T8" y="T9"/>
              </a:cxn>
            </a:cxnLst>
            <a:rect l="0" t="0" r="r" b="b"/>
            <a:pathLst>
              <a:path w="180" h="180">
                <a:moveTo>
                  <a:pt x="100" y="174"/>
                </a:moveTo>
                <a:cubicBezTo>
                  <a:pt x="54" y="180"/>
                  <a:pt x="11" y="147"/>
                  <a:pt x="5" y="100"/>
                </a:cubicBezTo>
                <a:cubicBezTo>
                  <a:pt x="0" y="54"/>
                  <a:pt x="33" y="11"/>
                  <a:pt x="79" y="6"/>
                </a:cubicBezTo>
                <a:cubicBezTo>
                  <a:pt x="126" y="0"/>
                  <a:pt x="168" y="33"/>
                  <a:pt x="174" y="79"/>
                </a:cubicBezTo>
                <a:cubicBezTo>
                  <a:pt x="180" y="126"/>
                  <a:pt x="147" y="168"/>
                  <a:pt x="100" y="174"/>
                </a:cubicBez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0">
            <a:extLst>
              <a:ext uri="{FF2B5EF4-FFF2-40B4-BE49-F238E27FC236}">
                <a16:creationId xmlns:a16="http://schemas.microsoft.com/office/drawing/2014/main" id="{D4BA1F98-AF99-EA88-6572-D92193B4113C}"/>
              </a:ext>
            </a:extLst>
          </p:cNvPr>
          <p:cNvSpPr>
            <a:spLocks/>
          </p:cNvSpPr>
          <p:nvPr/>
        </p:nvSpPr>
        <p:spPr bwMode="auto">
          <a:xfrm>
            <a:off x="3954811" y="2099733"/>
            <a:ext cx="3038745" cy="3016234"/>
          </a:xfrm>
          <a:custGeom>
            <a:avLst/>
            <a:gdLst>
              <a:gd name="T0" fmla="*/ 681 w 751"/>
              <a:gd name="T1" fmla="*/ 420 h 745"/>
              <a:gd name="T2" fmla="*/ 566 w 751"/>
              <a:gd name="T3" fmla="*/ 368 h 745"/>
              <a:gd name="T4" fmla="*/ 565 w 751"/>
              <a:gd name="T5" fmla="*/ 368 h 745"/>
              <a:gd name="T6" fmla="*/ 239 w 751"/>
              <a:gd name="T7" fmla="*/ 115 h 745"/>
              <a:gd name="T8" fmla="*/ 239 w 751"/>
              <a:gd name="T9" fmla="*/ 115 h 745"/>
              <a:gd name="T10" fmla="*/ 206 w 751"/>
              <a:gd name="T11" fmla="*/ 44 h 745"/>
              <a:gd name="T12" fmla="*/ 45 w 751"/>
              <a:gd name="T13" fmla="*/ 44 h 745"/>
              <a:gd name="T14" fmla="*/ 45 w 751"/>
              <a:gd name="T15" fmla="*/ 206 h 745"/>
              <a:gd name="T16" fmla="*/ 115 w 751"/>
              <a:gd name="T17" fmla="*/ 239 h 745"/>
              <a:gd name="T18" fmla="*/ 116 w 751"/>
              <a:gd name="T19" fmla="*/ 239 h 745"/>
              <a:gd name="T20" fmla="*/ 374 w 751"/>
              <a:gd name="T21" fmla="*/ 559 h 745"/>
              <a:gd name="T22" fmla="*/ 374 w 751"/>
              <a:gd name="T23" fmla="*/ 560 h 745"/>
              <a:gd name="T24" fmla="*/ 427 w 751"/>
              <a:gd name="T25" fmla="*/ 675 h 745"/>
              <a:gd name="T26" fmla="*/ 681 w 751"/>
              <a:gd name="T27" fmla="*/ 675 h 745"/>
              <a:gd name="T28" fmla="*/ 681 w 751"/>
              <a:gd name="T29" fmla="*/ 420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51" h="745">
                <a:moveTo>
                  <a:pt x="681" y="420"/>
                </a:moveTo>
                <a:cubicBezTo>
                  <a:pt x="649" y="388"/>
                  <a:pt x="608" y="371"/>
                  <a:pt x="566" y="368"/>
                </a:cubicBezTo>
                <a:cubicBezTo>
                  <a:pt x="566" y="368"/>
                  <a:pt x="566" y="368"/>
                  <a:pt x="565" y="368"/>
                </a:cubicBezTo>
                <a:cubicBezTo>
                  <a:pt x="432" y="340"/>
                  <a:pt x="272" y="254"/>
                  <a:pt x="239" y="115"/>
                </a:cubicBezTo>
                <a:cubicBezTo>
                  <a:pt x="239" y="115"/>
                  <a:pt x="239" y="115"/>
                  <a:pt x="239" y="115"/>
                </a:cubicBezTo>
                <a:cubicBezTo>
                  <a:pt x="237" y="89"/>
                  <a:pt x="226" y="64"/>
                  <a:pt x="206" y="44"/>
                </a:cubicBezTo>
                <a:cubicBezTo>
                  <a:pt x="162" y="0"/>
                  <a:pt x="90" y="0"/>
                  <a:pt x="45" y="44"/>
                </a:cubicBezTo>
                <a:cubicBezTo>
                  <a:pt x="0" y="89"/>
                  <a:pt x="0" y="161"/>
                  <a:pt x="45" y="206"/>
                </a:cubicBezTo>
                <a:cubicBezTo>
                  <a:pt x="65" y="225"/>
                  <a:pt x="90" y="236"/>
                  <a:pt x="115" y="239"/>
                </a:cubicBezTo>
                <a:cubicBezTo>
                  <a:pt x="116" y="239"/>
                  <a:pt x="116" y="239"/>
                  <a:pt x="116" y="239"/>
                </a:cubicBezTo>
                <a:cubicBezTo>
                  <a:pt x="240" y="277"/>
                  <a:pt x="341" y="440"/>
                  <a:pt x="374" y="559"/>
                </a:cubicBezTo>
                <a:cubicBezTo>
                  <a:pt x="374" y="559"/>
                  <a:pt x="374" y="560"/>
                  <a:pt x="374" y="560"/>
                </a:cubicBezTo>
                <a:cubicBezTo>
                  <a:pt x="377" y="602"/>
                  <a:pt x="395" y="643"/>
                  <a:pt x="427" y="675"/>
                </a:cubicBezTo>
                <a:cubicBezTo>
                  <a:pt x="497" y="745"/>
                  <a:pt x="611" y="745"/>
                  <a:pt x="681" y="675"/>
                </a:cubicBezTo>
                <a:cubicBezTo>
                  <a:pt x="751" y="605"/>
                  <a:pt x="751" y="491"/>
                  <a:pt x="681" y="420"/>
                </a:cubicBezTo>
                <a:close/>
              </a:path>
            </a:pathLst>
          </a:custGeom>
          <a:solidFill>
            <a:schemeClr val="accent2"/>
          </a:solidFill>
          <a:ln>
            <a:noFill/>
          </a:ln>
          <a:effectLst>
            <a:outerShdw blurRad="571500" dist="254000" dir="2880000" sx="90000" sy="90000" algn="ctr" rotWithShape="0">
              <a:prstClr val="black">
                <a:alpha val="24000"/>
              </a:prstClr>
            </a:outerShdw>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Oval 21">
            <a:extLst>
              <a:ext uri="{FF2B5EF4-FFF2-40B4-BE49-F238E27FC236}">
                <a16:creationId xmlns:a16="http://schemas.microsoft.com/office/drawing/2014/main" id="{A616E82F-A3F5-8D4A-0AEB-A5B8D693F1F9}"/>
              </a:ext>
            </a:extLst>
          </p:cNvPr>
          <p:cNvSpPr>
            <a:spLocks noChangeArrowheads="1"/>
          </p:cNvSpPr>
          <p:nvPr/>
        </p:nvSpPr>
        <p:spPr bwMode="auto">
          <a:xfrm>
            <a:off x="4091743" y="2229160"/>
            <a:ext cx="744681" cy="740929"/>
          </a:xfrm>
          <a:prstGeom prst="ellipse">
            <a:avLst/>
          </a:pr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Oval 22">
            <a:extLst>
              <a:ext uri="{FF2B5EF4-FFF2-40B4-BE49-F238E27FC236}">
                <a16:creationId xmlns:a16="http://schemas.microsoft.com/office/drawing/2014/main" id="{EB3C2CF1-1A74-5C53-EA31-82DFB3DA00AA}"/>
              </a:ext>
            </a:extLst>
          </p:cNvPr>
          <p:cNvSpPr>
            <a:spLocks noChangeArrowheads="1"/>
          </p:cNvSpPr>
          <p:nvPr/>
        </p:nvSpPr>
        <p:spPr bwMode="auto">
          <a:xfrm>
            <a:off x="5569848" y="3690384"/>
            <a:ext cx="1262393" cy="1264267"/>
          </a:xfrm>
          <a:prstGeom prst="ellipse">
            <a:avLst/>
          </a:prstGeom>
          <a:solidFill>
            <a:schemeClr val="bg2">
              <a:lumMod val="25000"/>
            </a:schemeClr>
          </a:solidFill>
          <a:ln w="19050"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cxnSp>
        <p:nvCxnSpPr>
          <p:cNvPr id="19" name="Straight Connector 18">
            <a:extLst>
              <a:ext uri="{FF2B5EF4-FFF2-40B4-BE49-F238E27FC236}">
                <a16:creationId xmlns:a16="http://schemas.microsoft.com/office/drawing/2014/main" id="{D0E79FBA-5A66-5C38-44B5-08640BF3E698}"/>
              </a:ext>
            </a:extLst>
          </p:cNvPr>
          <p:cNvCxnSpPr/>
          <p:nvPr/>
        </p:nvCxnSpPr>
        <p:spPr>
          <a:xfrm>
            <a:off x="7809057" y="2724074"/>
            <a:ext cx="522143"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FFC5F1E-DB36-0E11-1221-993356323E50}"/>
              </a:ext>
            </a:extLst>
          </p:cNvPr>
          <p:cNvCxnSpPr/>
          <p:nvPr/>
        </p:nvCxnSpPr>
        <p:spPr>
          <a:xfrm>
            <a:off x="8253557" y="4832274"/>
            <a:ext cx="522143"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979AE5E-4119-914E-B7E0-013F3E8A0C81}"/>
              </a:ext>
            </a:extLst>
          </p:cNvPr>
          <p:cNvCxnSpPr/>
          <p:nvPr/>
        </p:nvCxnSpPr>
        <p:spPr>
          <a:xfrm flipH="1">
            <a:off x="4532457" y="5352974"/>
            <a:ext cx="522143"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B684C53D-3D1A-38A7-2E66-EE06697BBB57}"/>
              </a:ext>
            </a:extLst>
          </p:cNvPr>
          <p:cNvCxnSpPr/>
          <p:nvPr/>
        </p:nvCxnSpPr>
        <p:spPr>
          <a:xfrm flipH="1">
            <a:off x="3364057" y="2609774"/>
            <a:ext cx="522143"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sp>
        <p:nvSpPr>
          <p:cNvPr id="38" name="Text Placeholder 51">
            <a:extLst>
              <a:ext uri="{FF2B5EF4-FFF2-40B4-BE49-F238E27FC236}">
                <a16:creationId xmlns:a16="http://schemas.microsoft.com/office/drawing/2014/main" id="{44D74DBD-8DB8-A38A-1BC5-2EFF9B7D3801}"/>
              </a:ext>
            </a:extLst>
          </p:cNvPr>
          <p:cNvSpPr>
            <a:spLocks noGrp="1"/>
          </p:cNvSpPr>
          <p:nvPr>
            <p:ph type="body" sz="quarter" idx="67"/>
          </p:nvPr>
        </p:nvSpPr>
        <p:spPr>
          <a:xfrm>
            <a:off x="591230" y="2090676"/>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BF645E65-431A-9837-4E09-727131E60D0A}"/>
              </a:ext>
            </a:extLst>
          </p:cNvPr>
          <p:cNvSpPr>
            <a:spLocks noGrp="1"/>
          </p:cNvSpPr>
          <p:nvPr>
            <p:ph type="body" sz="quarter" idx="68"/>
          </p:nvPr>
        </p:nvSpPr>
        <p:spPr>
          <a:xfrm>
            <a:off x="8422535" y="2231371"/>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0" name="Text Placeholder 51">
            <a:extLst>
              <a:ext uri="{FF2B5EF4-FFF2-40B4-BE49-F238E27FC236}">
                <a16:creationId xmlns:a16="http://schemas.microsoft.com/office/drawing/2014/main" id="{36278FB0-0BF0-7140-2315-B65CA54A7227}"/>
              </a:ext>
            </a:extLst>
          </p:cNvPr>
          <p:cNvSpPr>
            <a:spLocks noGrp="1"/>
          </p:cNvSpPr>
          <p:nvPr>
            <p:ph type="body" sz="quarter" idx="69"/>
          </p:nvPr>
        </p:nvSpPr>
        <p:spPr>
          <a:xfrm>
            <a:off x="8882201" y="4319255"/>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1" name="Text Placeholder 51">
            <a:extLst>
              <a:ext uri="{FF2B5EF4-FFF2-40B4-BE49-F238E27FC236}">
                <a16:creationId xmlns:a16="http://schemas.microsoft.com/office/drawing/2014/main" id="{B552C8F5-49C5-F03D-2B5E-0EC604844273}"/>
              </a:ext>
            </a:extLst>
          </p:cNvPr>
          <p:cNvSpPr>
            <a:spLocks noGrp="1"/>
          </p:cNvSpPr>
          <p:nvPr>
            <p:ph type="body" sz="quarter" idx="70"/>
          </p:nvPr>
        </p:nvSpPr>
        <p:spPr>
          <a:xfrm>
            <a:off x="1728911" y="4830850"/>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3" name="Picture Placeholder 23">
            <a:extLst>
              <a:ext uri="{FF2B5EF4-FFF2-40B4-BE49-F238E27FC236}">
                <a16:creationId xmlns:a16="http://schemas.microsoft.com/office/drawing/2014/main" id="{323DB0E4-926D-1D43-660C-8FBF397BA9E9}"/>
              </a:ext>
            </a:extLst>
          </p:cNvPr>
          <p:cNvSpPr>
            <a:spLocks noGrp="1" noChangeAspect="1"/>
          </p:cNvSpPr>
          <p:nvPr>
            <p:ph type="pic" sz="quarter" idx="53"/>
          </p:nvPr>
        </p:nvSpPr>
        <p:spPr>
          <a:xfrm>
            <a:off x="6719721" y="2349284"/>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4" name="Picture Placeholder 23">
            <a:extLst>
              <a:ext uri="{FF2B5EF4-FFF2-40B4-BE49-F238E27FC236}">
                <a16:creationId xmlns:a16="http://schemas.microsoft.com/office/drawing/2014/main" id="{344FA0E1-C8A5-77F3-59A5-84F156BC5D55}"/>
              </a:ext>
            </a:extLst>
          </p:cNvPr>
          <p:cNvSpPr>
            <a:spLocks noGrp="1" noChangeAspect="1"/>
          </p:cNvSpPr>
          <p:nvPr>
            <p:ph type="pic" sz="quarter" idx="71"/>
          </p:nvPr>
        </p:nvSpPr>
        <p:spPr>
          <a:xfrm>
            <a:off x="4169763" y="2305341"/>
            <a:ext cx="588640" cy="58856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6" name="Picture Placeholder 23">
            <a:extLst>
              <a:ext uri="{FF2B5EF4-FFF2-40B4-BE49-F238E27FC236}">
                <a16:creationId xmlns:a16="http://schemas.microsoft.com/office/drawing/2014/main" id="{54F99228-AA54-DC90-E9D2-A72681058B5C}"/>
              </a:ext>
            </a:extLst>
          </p:cNvPr>
          <p:cNvSpPr>
            <a:spLocks noGrp="1" noChangeAspect="1"/>
          </p:cNvSpPr>
          <p:nvPr>
            <p:ph type="pic" sz="quarter" idx="72"/>
          </p:nvPr>
        </p:nvSpPr>
        <p:spPr>
          <a:xfrm>
            <a:off x="5235007" y="4983747"/>
            <a:ext cx="604031" cy="603955"/>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7" name="Picture Placeholder 23">
            <a:extLst>
              <a:ext uri="{FF2B5EF4-FFF2-40B4-BE49-F238E27FC236}">
                <a16:creationId xmlns:a16="http://schemas.microsoft.com/office/drawing/2014/main" id="{30B67784-EFAD-2ED9-E306-B334C83144F2}"/>
              </a:ext>
            </a:extLst>
          </p:cNvPr>
          <p:cNvSpPr>
            <a:spLocks noGrp="1" noChangeAspect="1"/>
          </p:cNvSpPr>
          <p:nvPr>
            <p:ph type="pic" sz="quarter" idx="73"/>
          </p:nvPr>
        </p:nvSpPr>
        <p:spPr>
          <a:xfrm>
            <a:off x="7352620" y="4463100"/>
            <a:ext cx="735592" cy="73550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35FD57B9-740D-F5DB-618E-8D62FDBF276F}"/>
              </a:ext>
            </a:extLst>
          </p:cNvPr>
          <p:cNvSpPr>
            <a:spLocks noGrp="1" noChangeAspect="1"/>
          </p:cNvSpPr>
          <p:nvPr>
            <p:ph type="pic" sz="quarter" idx="74"/>
          </p:nvPr>
        </p:nvSpPr>
        <p:spPr>
          <a:xfrm>
            <a:off x="5682256" y="3803794"/>
            <a:ext cx="1037576" cy="103744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11823959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Infog_6">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126" name="Group 125">
            <a:extLst>
              <a:ext uri="{FF2B5EF4-FFF2-40B4-BE49-F238E27FC236}">
                <a16:creationId xmlns:a16="http://schemas.microsoft.com/office/drawing/2014/main" id="{2C5C9647-9820-A8A4-16FD-B1252271A761}"/>
              </a:ext>
            </a:extLst>
          </p:cNvPr>
          <p:cNvGrpSpPr>
            <a:grpSpLocks noChangeAspect="1"/>
          </p:cNvGrpSpPr>
          <p:nvPr/>
        </p:nvGrpSpPr>
        <p:grpSpPr>
          <a:xfrm>
            <a:off x="656076" y="1783110"/>
            <a:ext cx="3689200" cy="4206240"/>
            <a:chOff x="707122" y="1502278"/>
            <a:chExt cx="4132278" cy="4711416"/>
          </a:xfrm>
        </p:grpSpPr>
        <p:sp>
          <p:nvSpPr>
            <p:cNvPr id="64" name="Freeform 6">
              <a:extLst>
                <a:ext uri="{FF2B5EF4-FFF2-40B4-BE49-F238E27FC236}">
                  <a16:creationId xmlns:a16="http://schemas.microsoft.com/office/drawing/2014/main" id="{90CD9B88-F3FB-A09A-EBEB-033A49E1229D}"/>
                </a:ext>
              </a:extLst>
            </p:cNvPr>
            <p:cNvSpPr/>
            <p:nvPr/>
          </p:nvSpPr>
          <p:spPr>
            <a:xfrm>
              <a:off x="1839865" y="1502278"/>
              <a:ext cx="2578255" cy="1924976"/>
            </a:xfrm>
            <a:custGeom>
              <a:avLst/>
              <a:gdLst>
                <a:gd name="connsiteX0" fmla="*/ 3313227 w 5157181"/>
                <a:gd name="connsiteY0" fmla="*/ 1828732 h 3850453"/>
                <a:gd name="connsiteX1" fmla="*/ 4202548 w 5157181"/>
                <a:gd name="connsiteY1" fmla="*/ 1745742 h 3850453"/>
                <a:gd name="connsiteX2" fmla="*/ 5157182 w 5157181"/>
                <a:gd name="connsiteY2" fmla="*/ 1839045 h 3850453"/>
                <a:gd name="connsiteX3" fmla="*/ 2060025 w 5157181"/>
                <a:gd name="connsiteY3" fmla="*/ 51071 h 3850453"/>
                <a:gd name="connsiteX4" fmla="*/ 1869981 w 5157181"/>
                <a:gd name="connsiteY4" fmla="*/ 0 h 3850453"/>
                <a:gd name="connsiteX5" fmla="*/ 1686814 w 5157181"/>
                <a:gd name="connsiteY5" fmla="*/ 47142 h 3850453"/>
                <a:gd name="connsiteX6" fmla="*/ 351113 w 5157181"/>
                <a:gd name="connsiteY6" fmla="*/ 1875384 h 3850453"/>
                <a:gd name="connsiteX7" fmla="*/ 424281 w 5157181"/>
                <a:gd name="connsiteY7" fmla="*/ 1866544 h 3850453"/>
                <a:gd name="connsiteX8" fmla="*/ 590753 w 5157181"/>
                <a:gd name="connsiteY8" fmla="*/ 1910740 h 3850453"/>
                <a:gd name="connsiteX9" fmla="*/ 689457 w 5157181"/>
                <a:gd name="connsiteY9" fmla="*/ 2498547 h 3850453"/>
                <a:gd name="connsiteX10" fmla="*/ 298077 w 5157181"/>
                <a:gd name="connsiteY10" fmla="*/ 2749973 h 3850453"/>
                <a:gd name="connsiteX11" fmla="*/ 298077 w 5157181"/>
                <a:gd name="connsiteY11" fmla="*/ 2749973 h 3850453"/>
                <a:gd name="connsiteX12" fmla="*/ 131606 w 5157181"/>
                <a:gd name="connsiteY12" fmla="*/ 2705777 h 3850453"/>
                <a:gd name="connsiteX13" fmla="*/ 103124 w 5157181"/>
                <a:gd name="connsiteY13" fmla="*/ 2683679 h 3850453"/>
                <a:gd name="connsiteX14" fmla="*/ 0 w 5157181"/>
                <a:gd name="connsiteY14" fmla="*/ 3663848 h 3850453"/>
                <a:gd name="connsiteX15" fmla="*/ 0 w 5157181"/>
                <a:gd name="connsiteY15" fmla="*/ 3850454 h 3850453"/>
                <a:gd name="connsiteX16" fmla="*/ 583878 w 5157181"/>
                <a:gd name="connsiteY16" fmla="*/ 3104032 h 3850453"/>
                <a:gd name="connsiteX17" fmla="*/ 882937 w 5157181"/>
                <a:gd name="connsiteY17" fmla="*/ 2902204 h 3850453"/>
                <a:gd name="connsiteX18" fmla="*/ 1747215 w 5157181"/>
                <a:gd name="connsiteY18" fmla="*/ 2403280 h 3850453"/>
                <a:gd name="connsiteX19" fmla="*/ 3092247 w 5157181"/>
                <a:gd name="connsiteY19" fmla="*/ 1875384 h 3850453"/>
                <a:gd name="connsiteX20" fmla="*/ 3107961 w 5157181"/>
                <a:gd name="connsiteY20" fmla="*/ 1930383 h 3850453"/>
                <a:gd name="connsiteX21" fmla="*/ 3053452 w 5157181"/>
                <a:gd name="connsiteY21" fmla="*/ 2044310 h 3850453"/>
                <a:gd name="connsiteX22" fmla="*/ 2927248 w 5157181"/>
                <a:gd name="connsiteY22" fmla="*/ 2204889 h 3850453"/>
                <a:gd name="connsiteX23" fmla="*/ 3196844 w 5157181"/>
                <a:gd name="connsiteY23" fmla="*/ 2394441 h 3850453"/>
                <a:gd name="connsiteX24" fmla="*/ 3466440 w 5157181"/>
                <a:gd name="connsiteY24" fmla="*/ 2204889 h 3850453"/>
                <a:gd name="connsiteX25" fmla="*/ 3340235 w 5157181"/>
                <a:gd name="connsiteY25" fmla="*/ 2044310 h 3850453"/>
                <a:gd name="connsiteX26" fmla="*/ 3285727 w 5157181"/>
                <a:gd name="connsiteY26" fmla="*/ 1930383 h 3850453"/>
                <a:gd name="connsiteX27" fmla="*/ 3313227 w 5157181"/>
                <a:gd name="connsiteY27" fmla="*/ 1828732 h 3850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157181" h="3850453">
                  <a:moveTo>
                    <a:pt x="3313227" y="1828732"/>
                  </a:moveTo>
                  <a:cubicBezTo>
                    <a:pt x="3605902" y="1774715"/>
                    <a:pt x="3903489" y="1745742"/>
                    <a:pt x="4202548" y="1745742"/>
                  </a:cubicBezTo>
                  <a:cubicBezTo>
                    <a:pt x="4524688" y="1745742"/>
                    <a:pt x="4843882" y="1777170"/>
                    <a:pt x="5157182" y="1839045"/>
                  </a:cubicBezTo>
                  <a:lnTo>
                    <a:pt x="2060025" y="51071"/>
                  </a:lnTo>
                  <a:cubicBezTo>
                    <a:pt x="2002569" y="17678"/>
                    <a:pt x="1936767" y="0"/>
                    <a:pt x="1869981" y="0"/>
                  </a:cubicBezTo>
                  <a:cubicBezTo>
                    <a:pt x="1806143" y="0"/>
                    <a:pt x="1742796" y="16205"/>
                    <a:pt x="1686814" y="47142"/>
                  </a:cubicBezTo>
                  <a:cubicBezTo>
                    <a:pt x="1091641" y="546557"/>
                    <a:pt x="637895" y="1175122"/>
                    <a:pt x="351113" y="1875384"/>
                  </a:cubicBezTo>
                  <a:cubicBezTo>
                    <a:pt x="375666" y="1870473"/>
                    <a:pt x="399728" y="1866544"/>
                    <a:pt x="424281" y="1866544"/>
                  </a:cubicBezTo>
                  <a:cubicBezTo>
                    <a:pt x="483209" y="1866544"/>
                    <a:pt x="540664" y="1881768"/>
                    <a:pt x="590753" y="1910740"/>
                  </a:cubicBezTo>
                  <a:cubicBezTo>
                    <a:pt x="774903" y="2017302"/>
                    <a:pt x="818608" y="2275112"/>
                    <a:pt x="689457" y="2498547"/>
                  </a:cubicBezTo>
                  <a:cubicBezTo>
                    <a:pt x="600083" y="2653724"/>
                    <a:pt x="449817" y="2749973"/>
                    <a:pt x="298077" y="2749973"/>
                  </a:cubicBezTo>
                  <a:cubicBezTo>
                    <a:pt x="298077" y="2749973"/>
                    <a:pt x="298077" y="2749973"/>
                    <a:pt x="298077" y="2749973"/>
                  </a:cubicBezTo>
                  <a:cubicBezTo>
                    <a:pt x="239149" y="2749973"/>
                    <a:pt x="181203" y="2734750"/>
                    <a:pt x="131606" y="2705777"/>
                  </a:cubicBezTo>
                  <a:cubicBezTo>
                    <a:pt x="121293" y="2699885"/>
                    <a:pt x="112945" y="2691045"/>
                    <a:pt x="103124" y="2683679"/>
                  </a:cubicBezTo>
                  <a:cubicBezTo>
                    <a:pt x="35848" y="3002873"/>
                    <a:pt x="0" y="3330905"/>
                    <a:pt x="0" y="3663848"/>
                  </a:cubicBezTo>
                  <a:lnTo>
                    <a:pt x="0" y="3850454"/>
                  </a:lnTo>
                  <a:cubicBezTo>
                    <a:pt x="133079" y="3562198"/>
                    <a:pt x="332452" y="3305370"/>
                    <a:pt x="583878" y="3104032"/>
                  </a:cubicBezTo>
                  <a:cubicBezTo>
                    <a:pt x="787179" y="2957694"/>
                    <a:pt x="881956" y="2902695"/>
                    <a:pt x="882937" y="2902204"/>
                  </a:cubicBezTo>
                  <a:lnTo>
                    <a:pt x="1747215" y="2403280"/>
                  </a:lnTo>
                  <a:cubicBezTo>
                    <a:pt x="2168059" y="2160202"/>
                    <a:pt x="2622296" y="1984892"/>
                    <a:pt x="3092247" y="1875384"/>
                  </a:cubicBezTo>
                  <a:lnTo>
                    <a:pt x="3107961" y="1930383"/>
                  </a:lnTo>
                  <a:cubicBezTo>
                    <a:pt x="3121711" y="1976543"/>
                    <a:pt x="3097648" y="2025159"/>
                    <a:pt x="3053452" y="2044310"/>
                  </a:cubicBezTo>
                  <a:cubicBezTo>
                    <a:pt x="2977337" y="2077703"/>
                    <a:pt x="2927248" y="2137122"/>
                    <a:pt x="2927248" y="2204889"/>
                  </a:cubicBezTo>
                  <a:cubicBezTo>
                    <a:pt x="2927248" y="2309487"/>
                    <a:pt x="3048051" y="2394441"/>
                    <a:pt x="3196844" y="2394441"/>
                  </a:cubicBezTo>
                  <a:cubicBezTo>
                    <a:pt x="3345637" y="2394441"/>
                    <a:pt x="3466440" y="2309487"/>
                    <a:pt x="3466440" y="2204889"/>
                  </a:cubicBezTo>
                  <a:cubicBezTo>
                    <a:pt x="3466440" y="2137122"/>
                    <a:pt x="3415860" y="2077703"/>
                    <a:pt x="3340235" y="2044310"/>
                  </a:cubicBezTo>
                  <a:cubicBezTo>
                    <a:pt x="3296039" y="2024668"/>
                    <a:pt x="3271977" y="1976543"/>
                    <a:pt x="3285727" y="1930383"/>
                  </a:cubicBezTo>
                  <a:lnTo>
                    <a:pt x="3313227" y="1828732"/>
                  </a:lnTo>
                  <a:close/>
                </a:path>
              </a:pathLst>
            </a:custGeom>
            <a:solidFill>
              <a:srgbClr val="FFB500"/>
            </a:solidFill>
            <a:ln w="4907" cap="flat">
              <a:noFill/>
              <a:prstDash val="solid"/>
              <a:miter/>
            </a:ln>
          </p:spPr>
          <p:txBody>
            <a:bodyPr rtlCol="0" anchor="ctr"/>
            <a:lstStyle/>
            <a:p>
              <a:endParaRPr lang="en-RS" sz="450"/>
            </a:p>
          </p:txBody>
        </p:sp>
        <p:sp>
          <p:nvSpPr>
            <p:cNvPr id="65" name="Freeform 7">
              <a:extLst>
                <a:ext uri="{FF2B5EF4-FFF2-40B4-BE49-F238E27FC236}">
                  <a16:creationId xmlns:a16="http://schemas.microsoft.com/office/drawing/2014/main" id="{34A54B6F-E0DC-32F9-594D-A235C2ABA89B}"/>
                </a:ext>
              </a:extLst>
            </p:cNvPr>
            <p:cNvSpPr/>
            <p:nvPr/>
          </p:nvSpPr>
          <p:spPr>
            <a:xfrm>
              <a:off x="708841" y="1715128"/>
              <a:ext cx="1643385" cy="2736112"/>
            </a:xfrm>
            <a:custGeom>
              <a:avLst/>
              <a:gdLst>
                <a:gd name="connsiteX0" fmla="*/ 2356138 w 3287199"/>
                <a:gd name="connsiteY0" fmla="*/ 1592038 h 5472937"/>
                <a:gd name="connsiteX1" fmla="*/ 2728858 w 3287199"/>
                <a:gd name="connsiteY1" fmla="*/ 780305 h 5472937"/>
                <a:gd name="connsiteX2" fmla="*/ 3287200 w 3287199"/>
                <a:gd name="connsiteY2" fmla="*/ 0 h 5472937"/>
                <a:gd name="connsiteX3" fmla="*/ 189552 w 3287199"/>
                <a:gd name="connsiteY3" fmla="*/ 1788465 h 5472937"/>
                <a:gd name="connsiteX4" fmla="*/ 50580 w 3287199"/>
                <a:gd name="connsiteY4" fmla="*/ 1927437 h 5472937"/>
                <a:gd name="connsiteX5" fmla="*/ 0 w 3287199"/>
                <a:gd name="connsiteY5" fmla="*/ 2109622 h 5472937"/>
                <a:gd name="connsiteX6" fmla="*/ 914857 w 3287199"/>
                <a:gd name="connsiteY6" fmla="*/ 4180451 h 5472937"/>
                <a:gd name="connsiteX7" fmla="*/ 943830 w 3287199"/>
                <a:gd name="connsiteY7" fmla="*/ 4112683 h 5472937"/>
                <a:gd name="connsiteX8" fmla="*/ 1065123 w 3287199"/>
                <a:gd name="connsiteY8" fmla="*/ 3990408 h 5472937"/>
                <a:gd name="connsiteX9" fmla="*/ 1623466 w 3287199"/>
                <a:gd name="connsiteY9" fmla="*/ 4198620 h 5472937"/>
                <a:gd name="connsiteX10" fmla="*/ 1646055 w 3287199"/>
                <a:gd name="connsiteY10" fmla="*/ 4664151 h 5472937"/>
                <a:gd name="connsiteX11" fmla="*/ 1646055 w 3287199"/>
                <a:gd name="connsiteY11" fmla="*/ 4664151 h 5472937"/>
                <a:gd name="connsiteX12" fmla="*/ 1524762 w 3287199"/>
                <a:gd name="connsiteY12" fmla="*/ 4786427 h 5472937"/>
                <a:gd name="connsiteX13" fmla="*/ 1491370 w 3287199"/>
                <a:gd name="connsiteY13" fmla="*/ 4800177 h 5472937"/>
                <a:gd name="connsiteX14" fmla="*/ 2288862 w 3287199"/>
                <a:gd name="connsiteY14" fmla="*/ 5379635 h 5472937"/>
                <a:gd name="connsiteX15" fmla="*/ 2450423 w 3287199"/>
                <a:gd name="connsiteY15" fmla="*/ 5472938 h 5472937"/>
                <a:gd name="connsiteX16" fmla="*/ 2095872 w 3287199"/>
                <a:gd name="connsiteY16" fmla="*/ 4593929 h 5472937"/>
                <a:gd name="connsiteX17" fmla="*/ 2070337 w 3287199"/>
                <a:gd name="connsiteY17" fmla="*/ 4233977 h 5472937"/>
                <a:gd name="connsiteX18" fmla="*/ 2070337 w 3287199"/>
                <a:gd name="connsiteY18" fmla="*/ 3236129 h 5472937"/>
                <a:gd name="connsiteX19" fmla="*/ 2285915 w 3287199"/>
                <a:gd name="connsiteY19" fmla="*/ 1807616 h 5472937"/>
                <a:gd name="connsiteX20" fmla="*/ 2341406 w 3287199"/>
                <a:gd name="connsiteY20" fmla="*/ 1821366 h 5472937"/>
                <a:gd name="connsiteX21" fmla="*/ 2413101 w 3287199"/>
                <a:gd name="connsiteY21" fmla="*/ 1925472 h 5472937"/>
                <a:gd name="connsiteX22" fmla="*/ 2488726 w 3287199"/>
                <a:gd name="connsiteY22" fmla="*/ 2115024 h 5472937"/>
                <a:gd name="connsiteX23" fmla="*/ 2787786 w 3287199"/>
                <a:gd name="connsiteY23" fmla="*/ 1976543 h 5472937"/>
                <a:gd name="connsiteX24" fmla="*/ 2758322 w 3287199"/>
                <a:gd name="connsiteY24" fmla="*/ 1648511 h 5472937"/>
                <a:gd name="connsiteX25" fmla="*/ 2556002 w 3287199"/>
                <a:gd name="connsiteY25" fmla="*/ 1677484 h 5472937"/>
                <a:gd name="connsiteX26" fmla="*/ 2429798 w 3287199"/>
                <a:gd name="connsiteY26" fmla="*/ 1667662 h 5472937"/>
                <a:gd name="connsiteX27" fmla="*/ 2356138 w 3287199"/>
                <a:gd name="connsiteY27" fmla="*/ 1592038 h 5472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287199" h="5472937">
                  <a:moveTo>
                    <a:pt x="2356138" y="1592038"/>
                  </a:moveTo>
                  <a:cubicBezTo>
                    <a:pt x="2455824" y="1311639"/>
                    <a:pt x="2579082" y="1039588"/>
                    <a:pt x="2728858" y="780305"/>
                  </a:cubicBezTo>
                  <a:cubicBezTo>
                    <a:pt x="2889927" y="501379"/>
                    <a:pt x="3076532" y="240623"/>
                    <a:pt x="3287200" y="0"/>
                  </a:cubicBezTo>
                  <a:lnTo>
                    <a:pt x="189552" y="1788465"/>
                  </a:lnTo>
                  <a:cubicBezTo>
                    <a:pt x="132097" y="1821857"/>
                    <a:pt x="83972" y="1869982"/>
                    <a:pt x="50580" y="1927437"/>
                  </a:cubicBezTo>
                  <a:cubicBezTo>
                    <a:pt x="18660" y="1982927"/>
                    <a:pt x="982" y="2045784"/>
                    <a:pt x="0" y="2109622"/>
                  </a:cubicBezTo>
                  <a:cubicBezTo>
                    <a:pt x="134552" y="2875195"/>
                    <a:pt x="451781" y="3582331"/>
                    <a:pt x="914857" y="4180451"/>
                  </a:cubicBezTo>
                  <a:cubicBezTo>
                    <a:pt x="922714" y="4156879"/>
                    <a:pt x="931554" y="4133799"/>
                    <a:pt x="943830" y="4112683"/>
                  </a:cubicBezTo>
                  <a:cubicBezTo>
                    <a:pt x="973294" y="4061612"/>
                    <a:pt x="1015035" y="4019381"/>
                    <a:pt x="1065123" y="3990408"/>
                  </a:cubicBezTo>
                  <a:cubicBezTo>
                    <a:pt x="1249273" y="3883846"/>
                    <a:pt x="1494807" y="3975676"/>
                    <a:pt x="1623466" y="4198620"/>
                  </a:cubicBezTo>
                  <a:cubicBezTo>
                    <a:pt x="1713331" y="4354288"/>
                    <a:pt x="1721680" y="4532545"/>
                    <a:pt x="1646055" y="4664151"/>
                  </a:cubicBezTo>
                  <a:cubicBezTo>
                    <a:pt x="1646055" y="4664151"/>
                    <a:pt x="1646055" y="4664151"/>
                    <a:pt x="1646055" y="4664151"/>
                  </a:cubicBezTo>
                  <a:cubicBezTo>
                    <a:pt x="1616592" y="4715222"/>
                    <a:pt x="1574360" y="4757454"/>
                    <a:pt x="1524762" y="4786427"/>
                  </a:cubicBezTo>
                  <a:cubicBezTo>
                    <a:pt x="1514449" y="4792320"/>
                    <a:pt x="1502664" y="4795266"/>
                    <a:pt x="1491370" y="4800177"/>
                  </a:cubicBezTo>
                  <a:cubicBezTo>
                    <a:pt x="1733956" y="5018210"/>
                    <a:pt x="2000114" y="5213164"/>
                    <a:pt x="2288862" y="5379635"/>
                  </a:cubicBezTo>
                  <a:lnTo>
                    <a:pt x="2450423" y="5472938"/>
                  </a:lnTo>
                  <a:cubicBezTo>
                    <a:pt x="2267255" y="5213164"/>
                    <a:pt x="2144488" y="4912631"/>
                    <a:pt x="2095872" y="4593929"/>
                  </a:cubicBezTo>
                  <a:cubicBezTo>
                    <a:pt x="2070828" y="4344958"/>
                    <a:pt x="2070337" y="4234959"/>
                    <a:pt x="2070337" y="4233977"/>
                  </a:cubicBezTo>
                  <a:lnTo>
                    <a:pt x="2070337" y="3236129"/>
                  </a:lnTo>
                  <a:cubicBezTo>
                    <a:pt x="2070337" y="2750464"/>
                    <a:pt x="2145470" y="2269219"/>
                    <a:pt x="2285915" y="1807616"/>
                  </a:cubicBezTo>
                  <a:lnTo>
                    <a:pt x="2341406" y="1821366"/>
                  </a:lnTo>
                  <a:cubicBezTo>
                    <a:pt x="2388548" y="1832661"/>
                    <a:pt x="2418012" y="1877839"/>
                    <a:pt x="2413101" y="1925472"/>
                  </a:cubicBezTo>
                  <a:cubicBezTo>
                    <a:pt x="2404262" y="2007971"/>
                    <a:pt x="2430289" y="2081141"/>
                    <a:pt x="2488726" y="2115024"/>
                  </a:cubicBezTo>
                  <a:cubicBezTo>
                    <a:pt x="2579573" y="2167568"/>
                    <a:pt x="2713143" y="2105203"/>
                    <a:pt x="2787786" y="1976543"/>
                  </a:cubicBezTo>
                  <a:cubicBezTo>
                    <a:pt x="2862427" y="1847393"/>
                    <a:pt x="2849169" y="1700564"/>
                    <a:pt x="2758322" y="1648511"/>
                  </a:cubicBezTo>
                  <a:cubicBezTo>
                    <a:pt x="2699884" y="1614627"/>
                    <a:pt x="2623278" y="1628868"/>
                    <a:pt x="2556002" y="1677484"/>
                  </a:cubicBezTo>
                  <a:cubicBezTo>
                    <a:pt x="2517208" y="1705966"/>
                    <a:pt x="2463190" y="1702528"/>
                    <a:pt x="2429798" y="1667662"/>
                  </a:cubicBezTo>
                  <a:lnTo>
                    <a:pt x="2356138" y="1592038"/>
                  </a:lnTo>
                  <a:close/>
                </a:path>
              </a:pathLst>
            </a:custGeom>
            <a:solidFill>
              <a:schemeClr val="accent1">
                <a:lumMod val="50000"/>
              </a:schemeClr>
            </a:solidFill>
            <a:ln w="4907" cap="flat">
              <a:noFill/>
              <a:prstDash val="solid"/>
              <a:miter/>
            </a:ln>
          </p:spPr>
          <p:txBody>
            <a:bodyPr rtlCol="0" anchor="ctr"/>
            <a:lstStyle/>
            <a:p>
              <a:endParaRPr lang="en-RS" sz="450"/>
            </a:p>
          </p:txBody>
        </p:sp>
        <p:sp>
          <p:nvSpPr>
            <p:cNvPr id="66" name="Freeform 8">
              <a:extLst>
                <a:ext uri="{FF2B5EF4-FFF2-40B4-BE49-F238E27FC236}">
                  <a16:creationId xmlns:a16="http://schemas.microsoft.com/office/drawing/2014/main" id="{DC32B261-50F8-37A7-84DC-9A9D6F06B5E8}"/>
                </a:ext>
              </a:extLst>
            </p:cNvPr>
            <p:cNvSpPr/>
            <p:nvPr/>
          </p:nvSpPr>
          <p:spPr>
            <a:xfrm>
              <a:off x="707122" y="3151311"/>
              <a:ext cx="2160657" cy="2093452"/>
            </a:xfrm>
            <a:custGeom>
              <a:avLst/>
              <a:gdLst>
                <a:gd name="connsiteX0" fmla="*/ 913384 w 4321877"/>
                <a:gd name="connsiteY0" fmla="*/ 1602350 h 4187450"/>
                <a:gd name="connsiteX1" fmla="*/ 396782 w 4321877"/>
                <a:gd name="connsiteY1" fmla="*/ 873607 h 4187450"/>
                <a:gd name="connsiteX2" fmla="*/ 0 w 4321877"/>
                <a:gd name="connsiteY2" fmla="*/ 0 h 4187450"/>
                <a:gd name="connsiteX3" fmla="*/ 0 w 4321877"/>
                <a:gd name="connsiteY3" fmla="*/ 3576929 h 4187450"/>
                <a:gd name="connsiteX4" fmla="*/ 51071 w 4321877"/>
                <a:gd name="connsiteY4" fmla="*/ 3766973 h 4187450"/>
                <a:gd name="connsiteX5" fmla="*/ 183659 w 4321877"/>
                <a:gd name="connsiteY5" fmla="*/ 3902016 h 4187450"/>
                <a:gd name="connsiteX6" fmla="*/ 2434708 w 4321877"/>
                <a:gd name="connsiteY6" fmla="*/ 4144602 h 4187450"/>
                <a:gd name="connsiteX7" fmla="*/ 2390512 w 4321877"/>
                <a:gd name="connsiteY7" fmla="*/ 4085674 h 4187450"/>
                <a:gd name="connsiteX8" fmla="*/ 2345334 w 4321877"/>
                <a:gd name="connsiteY8" fmla="*/ 3919694 h 4187450"/>
                <a:gd name="connsiteX9" fmla="*/ 2804973 w 4321877"/>
                <a:gd name="connsiteY9" fmla="*/ 3540099 h 4187450"/>
                <a:gd name="connsiteX10" fmla="*/ 3219433 w 4321877"/>
                <a:gd name="connsiteY10" fmla="*/ 3753222 h 4187450"/>
                <a:gd name="connsiteX11" fmla="*/ 3219433 w 4321877"/>
                <a:gd name="connsiteY11" fmla="*/ 3753222 h 4187450"/>
                <a:gd name="connsiteX12" fmla="*/ 3264611 w 4321877"/>
                <a:gd name="connsiteY12" fmla="*/ 3919694 h 4187450"/>
                <a:gd name="connsiteX13" fmla="*/ 3259701 w 4321877"/>
                <a:gd name="connsiteY13" fmla="*/ 3955051 h 4187450"/>
                <a:gd name="connsiteX14" fmla="*/ 4160316 w 4321877"/>
                <a:gd name="connsiteY14" fmla="*/ 3554340 h 4187450"/>
                <a:gd name="connsiteX15" fmla="*/ 4321878 w 4321877"/>
                <a:gd name="connsiteY15" fmla="*/ 3461038 h 4187450"/>
                <a:gd name="connsiteX16" fmla="*/ 3383449 w 4321877"/>
                <a:gd name="connsiteY16" fmla="*/ 3328941 h 4187450"/>
                <a:gd name="connsiteX17" fmla="*/ 3058854 w 4321877"/>
                <a:gd name="connsiteY17" fmla="*/ 3170818 h 4187450"/>
                <a:gd name="connsiteX18" fmla="*/ 2194577 w 4321877"/>
                <a:gd name="connsiteY18" fmla="*/ 2671894 h 4187450"/>
                <a:gd name="connsiteX19" fmla="*/ 1065124 w 4321877"/>
                <a:gd name="connsiteY19" fmla="*/ 1771278 h 4187450"/>
                <a:gd name="connsiteX20" fmla="*/ 1104900 w 4321877"/>
                <a:gd name="connsiteY20" fmla="*/ 1730519 h 4187450"/>
                <a:gd name="connsiteX21" fmla="*/ 1231104 w 4321877"/>
                <a:gd name="connsiteY21" fmla="*/ 1720697 h 4187450"/>
                <a:gd name="connsiteX22" fmla="*/ 1433424 w 4321877"/>
                <a:gd name="connsiteY22" fmla="*/ 1749670 h 4187450"/>
                <a:gd name="connsiteX23" fmla="*/ 1462888 w 4321877"/>
                <a:gd name="connsiteY23" fmla="*/ 1421638 h 4187450"/>
                <a:gd name="connsiteX24" fmla="*/ 1163828 w 4321877"/>
                <a:gd name="connsiteY24" fmla="*/ 1283157 h 4187450"/>
                <a:gd name="connsiteX25" fmla="*/ 1088204 w 4321877"/>
                <a:gd name="connsiteY25" fmla="*/ 1472709 h 4187450"/>
                <a:gd name="connsiteX26" fmla="*/ 1016508 w 4321877"/>
                <a:gd name="connsiteY26" fmla="*/ 1576815 h 4187450"/>
                <a:gd name="connsiteX27" fmla="*/ 913384 w 4321877"/>
                <a:gd name="connsiteY27" fmla="*/ 1602350 h 418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21877" h="4187450">
                  <a:moveTo>
                    <a:pt x="913384" y="1602350"/>
                  </a:moveTo>
                  <a:cubicBezTo>
                    <a:pt x="720395" y="1375969"/>
                    <a:pt x="546557" y="1132891"/>
                    <a:pt x="396782" y="873607"/>
                  </a:cubicBezTo>
                  <a:cubicBezTo>
                    <a:pt x="235221" y="594682"/>
                    <a:pt x="103124" y="302497"/>
                    <a:pt x="0" y="0"/>
                  </a:cubicBezTo>
                  <a:lnTo>
                    <a:pt x="0" y="3576929"/>
                  </a:lnTo>
                  <a:cubicBezTo>
                    <a:pt x="0" y="3643714"/>
                    <a:pt x="17678" y="3709026"/>
                    <a:pt x="51071" y="3766973"/>
                  </a:cubicBezTo>
                  <a:cubicBezTo>
                    <a:pt x="82990" y="3822463"/>
                    <a:pt x="128660" y="3869114"/>
                    <a:pt x="183659" y="3902016"/>
                  </a:cubicBezTo>
                  <a:cubicBezTo>
                    <a:pt x="913875" y="4167683"/>
                    <a:pt x="1685341" y="4246254"/>
                    <a:pt x="2434708" y="4144602"/>
                  </a:cubicBezTo>
                  <a:cubicBezTo>
                    <a:pt x="2418503" y="4125942"/>
                    <a:pt x="2402789" y="4106790"/>
                    <a:pt x="2390512" y="4085674"/>
                  </a:cubicBezTo>
                  <a:cubicBezTo>
                    <a:pt x="2361048" y="4034604"/>
                    <a:pt x="2345334" y="3977149"/>
                    <a:pt x="2345334" y="3919694"/>
                  </a:cubicBezTo>
                  <a:cubicBezTo>
                    <a:pt x="2345334" y="3707062"/>
                    <a:pt x="2547163" y="3540099"/>
                    <a:pt x="2804973" y="3540099"/>
                  </a:cubicBezTo>
                  <a:cubicBezTo>
                    <a:pt x="2984703" y="3540099"/>
                    <a:pt x="3143318" y="3621616"/>
                    <a:pt x="3219433" y="3753222"/>
                  </a:cubicBezTo>
                  <a:cubicBezTo>
                    <a:pt x="3219433" y="3753222"/>
                    <a:pt x="3219433" y="3753222"/>
                    <a:pt x="3219433" y="3753222"/>
                  </a:cubicBezTo>
                  <a:cubicBezTo>
                    <a:pt x="3248897" y="3804294"/>
                    <a:pt x="3264611" y="3861748"/>
                    <a:pt x="3264611" y="3919694"/>
                  </a:cubicBezTo>
                  <a:cubicBezTo>
                    <a:pt x="3264611" y="3931971"/>
                    <a:pt x="3261174" y="3943265"/>
                    <a:pt x="3259701" y="3955051"/>
                  </a:cubicBezTo>
                  <a:cubicBezTo>
                    <a:pt x="3570055" y="3853891"/>
                    <a:pt x="3872061" y="3720812"/>
                    <a:pt x="4160316" y="3554340"/>
                  </a:cubicBezTo>
                  <a:lnTo>
                    <a:pt x="4321878" y="3461038"/>
                  </a:lnTo>
                  <a:cubicBezTo>
                    <a:pt x="4005630" y="3489520"/>
                    <a:pt x="3683491" y="3445815"/>
                    <a:pt x="3383449" y="3328941"/>
                  </a:cubicBezTo>
                  <a:cubicBezTo>
                    <a:pt x="3155103" y="3226308"/>
                    <a:pt x="3059836" y="3171308"/>
                    <a:pt x="3058854" y="3170818"/>
                  </a:cubicBezTo>
                  <a:lnTo>
                    <a:pt x="2194577" y="2671894"/>
                  </a:lnTo>
                  <a:cubicBezTo>
                    <a:pt x="1773733" y="2428816"/>
                    <a:pt x="1394629" y="2123372"/>
                    <a:pt x="1065124" y="1771278"/>
                  </a:cubicBezTo>
                  <a:lnTo>
                    <a:pt x="1104900" y="1730519"/>
                  </a:lnTo>
                  <a:cubicBezTo>
                    <a:pt x="1138292" y="1695653"/>
                    <a:pt x="1191819" y="1692216"/>
                    <a:pt x="1231104" y="1720697"/>
                  </a:cubicBezTo>
                  <a:cubicBezTo>
                    <a:pt x="1297889" y="1769804"/>
                    <a:pt x="1374496" y="1783554"/>
                    <a:pt x="1433424" y="1749670"/>
                  </a:cubicBezTo>
                  <a:cubicBezTo>
                    <a:pt x="1524271" y="1697127"/>
                    <a:pt x="1537039" y="1550298"/>
                    <a:pt x="1462888" y="1421638"/>
                  </a:cubicBezTo>
                  <a:cubicBezTo>
                    <a:pt x="1388246" y="1292488"/>
                    <a:pt x="1254675" y="1230613"/>
                    <a:pt x="1163828" y="1283157"/>
                  </a:cubicBezTo>
                  <a:cubicBezTo>
                    <a:pt x="1105391" y="1317041"/>
                    <a:pt x="1079364" y="1390210"/>
                    <a:pt x="1088204" y="1472709"/>
                  </a:cubicBezTo>
                  <a:cubicBezTo>
                    <a:pt x="1093606" y="1520834"/>
                    <a:pt x="1063650" y="1565520"/>
                    <a:pt x="1016508" y="1576815"/>
                  </a:cubicBezTo>
                  <a:lnTo>
                    <a:pt x="913384" y="1602350"/>
                  </a:lnTo>
                  <a:close/>
                </a:path>
              </a:pathLst>
            </a:custGeom>
            <a:solidFill>
              <a:schemeClr val="accent5"/>
            </a:solidFill>
            <a:ln w="4907" cap="flat">
              <a:noFill/>
              <a:prstDash val="solid"/>
              <a:miter/>
            </a:ln>
          </p:spPr>
          <p:txBody>
            <a:bodyPr rtlCol="0" anchor="ctr"/>
            <a:lstStyle/>
            <a:p>
              <a:endParaRPr lang="en-RS" sz="450"/>
            </a:p>
          </p:txBody>
        </p:sp>
        <p:sp>
          <p:nvSpPr>
            <p:cNvPr id="67" name="Freeform 9">
              <a:extLst>
                <a:ext uri="{FF2B5EF4-FFF2-40B4-BE49-F238E27FC236}">
                  <a16:creationId xmlns:a16="http://schemas.microsoft.com/office/drawing/2014/main" id="{B97A1BF0-1408-DCFC-05BC-D89BB07AC90E}"/>
                </a:ext>
              </a:extLst>
            </p:cNvPr>
            <p:cNvSpPr/>
            <p:nvPr/>
          </p:nvSpPr>
          <p:spPr>
            <a:xfrm>
              <a:off x="1128402" y="4288227"/>
              <a:ext cx="2578746" cy="1925467"/>
            </a:xfrm>
            <a:custGeom>
              <a:avLst/>
              <a:gdLst>
                <a:gd name="connsiteX0" fmla="*/ 1843955 w 5158164"/>
                <a:gd name="connsiteY0" fmla="*/ 2022212 h 3851435"/>
                <a:gd name="connsiteX1" fmla="*/ 954634 w 5158164"/>
                <a:gd name="connsiteY1" fmla="*/ 2105203 h 3851435"/>
                <a:gd name="connsiteX2" fmla="*/ 0 w 5158164"/>
                <a:gd name="connsiteY2" fmla="*/ 2011900 h 3851435"/>
                <a:gd name="connsiteX3" fmla="*/ 3097649 w 5158164"/>
                <a:gd name="connsiteY3" fmla="*/ 3800364 h 3851435"/>
                <a:gd name="connsiteX4" fmla="*/ 3287691 w 5158164"/>
                <a:gd name="connsiteY4" fmla="*/ 3851436 h 3851435"/>
                <a:gd name="connsiteX5" fmla="*/ 3470859 w 5158164"/>
                <a:gd name="connsiteY5" fmla="*/ 3804293 h 3851435"/>
                <a:gd name="connsiteX6" fmla="*/ 4806561 w 5158164"/>
                <a:gd name="connsiteY6" fmla="*/ 1976052 h 3851435"/>
                <a:gd name="connsiteX7" fmla="*/ 4733392 w 5158164"/>
                <a:gd name="connsiteY7" fmla="*/ 1984891 h 3851435"/>
                <a:gd name="connsiteX8" fmla="*/ 4566920 w 5158164"/>
                <a:gd name="connsiteY8" fmla="*/ 1940695 h 3851435"/>
                <a:gd name="connsiteX9" fmla="*/ 4468216 w 5158164"/>
                <a:gd name="connsiteY9" fmla="*/ 1352889 h 3851435"/>
                <a:gd name="connsiteX10" fmla="*/ 4860087 w 5158164"/>
                <a:gd name="connsiteY10" fmla="*/ 1100480 h 3851435"/>
                <a:gd name="connsiteX11" fmla="*/ 4860087 w 5158164"/>
                <a:gd name="connsiteY11" fmla="*/ 1100480 h 3851435"/>
                <a:gd name="connsiteX12" fmla="*/ 5026558 w 5158164"/>
                <a:gd name="connsiteY12" fmla="*/ 1144676 h 3851435"/>
                <a:gd name="connsiteX13" fmla="*/ 5055040 w 5158164"/>
                <a:gd name="connsiteY13" fmla="*/ 1166774 h 3851435"/>
                <a:gd name="connsiteX14" fmla="*/ 5158164 w 5158164"/>
                <a:gd name="connsiteY14" fmla="*/ 186605 h 3851435"/>
                <a:gd name="connsiteX15" fmla="*/ 5158164 w 5158164"/>
                <a:gd name="connsiteY15" fmla="*/ 0 h 3851435"/>
                <a:gd name="connsiteX16" fmla="*/ 4574286 w 5158164"/>
                <a:gd name="connsiteY16" fmla="*/ 746421 h 3851435"/>
                <a:gd name="connsiteX17" fmla="*/ 4275226 w 5158164"/>
                <a:gd name="connsiteY17" fmla="*/ 948250 h 3851435"/>
                <a:gd name="connsiteX18" fmla="*/ 3410949 w 5158164"/>
                <a:gd name="connsiteY18" fmla="*/ 1447173 h 3851435"/>
                <a:gd name="connsiteX19" fmla="*/ 2065917 w 5158164"/>
                <a:gd name="connsiteY19" fmla="*/ 1975070 h 3851435"/>
                <a:gd name="connsiteX20" fmla="*/ 2050203 w 5158164"/>
                <a:gd name="connsiteY20" fmla="*/ 1920071 h 3851435"/>
                <a:gd name="connsiteX21" fmla="*/ 2104712 w 5158164"/>
                <a:gd name="connsiteY21" fmla="*/ 1806143 h 3851435"/>
                <a:gd name="connsiteX22" fmla="*/ 2230916 w 5158164"/>
                <a:gd name="connsiteY22" fmla="*/ 1645564 h 3851435"/>
                <a:gd name="connsiteX23" fmla="*/ 1961320 w 5158164"/>
                <a:gd name="connsiteY23" fmla="*/ 1456013 h 3851435"/>
                <a:gd name="connsiteX24" fmla="*/ 1691725 w 5158164"/>
                <a:gd name="connsiteY24" fmla="*/ 1645564 h 3851435"/>
                <a:gd name="connsiteX25" fmla="*/ 1817929 w 5158164"/>
                <a:gd name="connsiteY25" fmla="*/ 1806143 h 3851435"/>
                <a:gd name="connsiteX26" fmla="*/ 1872437 w 5158164"/>
                <a:gd name="connsiteY26" fmla="*/ 1920071 h 3851435"/>
                <a:gd name="connsiteX27" fmla="*/ 1843955 w 5158164"/>
                <a:gd name="connsiteY27" fmla="*/ 2022212 h 385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158164" h="3851435">
                  <a:moveTo>
                    <a:pt x="1843955" y="2022212"/>
                  </a:moveTo>
                  <a:cubicBezTo>
                    <a:pt x="1551280" y="2076229"/>
                    <a:pt x="1253693" y="2105203"/>
                    <a:pt x="954634" y="2105203"/>
                  </a:cubicBezTo>
                  <a:cubicBezTo>
                    <a:pt x="632494" y="2105203"/>
                    <a:pt x="313301" y="2073774"/>
                    <a:pt x="0" y="2011900"/>
                  </a:cubicBezTo>
                  <a:lnTo>
                    <a:pt x="3097649" y="3800364"/>
                  </a:lnTo>
                  <a:cubicBezTo>
                    <a:pt x="3155103" y="3833757"/>
                    <a:pt x="3220906" y="3851436"/>
                    <a:pt x="3287691" y="3851436"/>
                  </a:cubicBezTo>
                  <a:cubicBezTo>
                    <a:pt x="3351530" y="3851436"/>
                    <a:pt x="3414878" y="3835231"/>
                    <a:pt x="3470859" y="3804293"/>
                  </a:cubicBezTo>
                  <a:cubicBezTo>
                    <a:pt x="4066032" y="3304879"/>
                    <a:pt x="4519778" y="2676313"/>
                    <a:pt x="4806561" y="1976052"/>
                  </a:cubicBezTo>
                  <a:cubicBezTo>
                    <a:pt x="4782007" y="1980962"/>
                    <a:pt x="4757945" y="1984891"/>
                    <a:pt x="4733392" y="1984891"/>
                  </a:cubicBezTo>
                  <a:cubicBezTo>
                    <a:pt x="4674464" y="1984891"/>
                    <a:pt x="4617009" y="1969668"/>
                    <a:pt x="4566920" y="1940695"/>
                  </a:cubicBezTo>
                  <a:cubicBezTo>
                    <a:pt x="4382770" y="1834134"/>
                    <a:pt x="4339065" y="1576324"/>
                    <a:pt x="4468216" y="1352889"/>
                  </a:cubicBezTo>
                  <a:cubicBezTo>
                    <a:pt x="4558081" y="1197220"/>
                    <a:pt x="4708347" y="1100480"/>
                    <a:pt x="4860087" y="1100480"/>
                  </a:cubicBezTo>
                  <a:cubicBezTo>
                    <a:pt x="4860087" y="1100480"/>
                    <a:pt x="4860087" y="1100480"/>
                    <a:pt x="4860087" y="1100480"/>
                  </a:cubicBezTo>
                  <a:cubicBezTo>
                    <a:pt x="4919015" y="1100480"/>
                    <a:pt x="4976961" y="1115703"/>
                    <a:pt x="5026558" y="1144676"/>
                  </a:cubicBezTo>
                  <a:cubicBezTo>
                    <a:pt x="5036871" y="1150569"/>
                    <a:pt x="5045219" y="1159408"/>
                    <a:pt x="5055040" y="1166774"/>
                  </a:cubicBezTo>
                  <a:cubicBezTo>
                    <a:pt x="5122316" y="847581"/>
                    <a:pt x="5158164" y="519548"/>
                    <a:pt x="5158164" y="186605"/>
                  </a:cubicBezTo>
                  <a:lnTo>
                    <a:pt x="5158164" y="0"/>
                  </a:lnTo>
                  <a:cubicBezTo>
                    <a:pt x="5025085" y="288256"/>
                    <a:pt x="4825712" y="545084"/>
                    <a:pt x="4574286" y="746421"/>
                  </a:cubicBezTo>
                  <a:cubicBezTo>
                    <a:pt x="4370984" y="892759"/>
                    <a:pt x="4276209" y="947759"/>
                    <a:pt x="4275226" y="948250"/>
                  </a:cubicBezTo>
                  <a:lnTo>
                    <a:pt x="3410949" y="1447173"/>
                  </a:lnTo>
                  <a:cubicBezTo>
                    <a:pt x="2990105" y="1690251"/>
                    <a:pt x="2535868" y="1865562"/>
                    <a:pt x="2065917" y="1975070"/>
                  </a:cubicBezTo>
                  <a:lnTo>
                    <a:pt x="2050203" y="1920071"/>
                  </a:lnTo>
                  <a:cubicBezTo>
                    <a:pt x="2036453" y="1873910"/>
                    <a:pt x="2060516" y="1825295"/>
                    <a:pt x="2104712" y="1806143"/>
                  </a:cubicBezTo>
                  <a:cubicBezTo>
                    <a:pt x="2180336" y="1772751"/>
                    <a:pt x="2230916" y="1713331"/>
                    <a:pt x="2230916" y="1645564"/>
                  </a:cubicBezTo>
                  <a:cubicBezTo>
                    <a:pt x="2230916" y="1540967"/>
                    <a:pt x="2110114" y="1456013"/>
                    <a:pt x="1961320" y="1456013"/>
                  </a:cubicBezTo>
                  <a:cubicBezTo>
                    <a:pt x="1812527" y="1456013"/>
                    <a:pt x="1691725" y="1540967"/>
                    <a:pt x="1691725" y="1645564"/>
                  </a:cubicBezTo>
                  <a:cubicBezTo>
                    <a:pt x="1691725" y="1713331"/>
                    <a:pt x="1742305" y="1772751"/>
                    <a:pt x="1817929" y="1806143"/>
                  </a:cubicBezTo>
                  <a:cubicBezTo>
                    <a:pt x="1862125" y="1825786"/>
                    <a:pt x="1886187" y="1873910"/>
                    <a:pt x="1872437" y="1920071"/>
                  </a:cubicBezTo>
                  <a:lnTo>
                    <a:pt x="1843955" y="2022212"/>
                  </a:lnTo>
                  <a:close/>
                </a:path>
              </a:pathLst>
            </a:custGeom>
            <a:solidFill>
              <a:schemeClr val="accent4"/>
            </a:solidFill>
            <a:ln w="4907" cap="flat">
              <a:noFill/>
              <a:prstDash val="solid"/>
              <a:miter/>
            </a:ln>
          </p:spPr>
          <p:txBody>
            <a:bodyPr rtlCol="0" anchor="ctr"/>
            <a:lstStyle/>
            <a:p>
              <a:endParaRPr lang="en-RS" sz="450"/>
            </a:p>
          </p:txBody>
        </p:sp>
        <p:sp>
          <p:nvSpPr>
            <p:cNvPr id="68" name="Freeform 10">
              <a:extLst>
                <a:ext uri="{FF2B5EF4-FFF2-40B4-BE49-F238E27FC236}">
                  <a16:creationId xmlns:a16="http://schemas.microsoft.com/office/drawing/2014/main" id="{AC5DF34A-65C3-1DC4-ECDD-5DA1DD5BF407}"/>
                </a:ext>
              </a:extLst>
            </p:cNvPr>
            <p:cNvSpPr/>
            <p:nvPr/>
          </p:nvSpPr>
          <p:spPr>
            <a:xfrm>
              <a:off x="3194541" y="3264487"/>
              <a:ext cx="1643386" cy="2736113"/>
            </a:xfrm>
            <a:custGeom>
              <a:avLst/>
              <a:gdLst>
                <a:gd name="connsiteX0" fmla="*/ 931063 w 3287200"/>
                <a:gd name="connsiteY0" fmla="*/ 3880900 h 5472938"/>
                <a:gd name="connsiteX1" fmla="*/ 558343 w 3287200"/>
                <a:gd name="connsiteY1" fmla="*/ 4692633 h 5472938"/>
                <a:gd name="connsiteX2" fmla="*/ 0 w 3287200"/>
                <a:gd name="connsiteY2" fmla="*/ 5472938 h 5472938"/>
                <a:gd name="connsiteX3" fmla="*/ 3097649 w 3287200"/>
                <a:gd name="connsiteY3" fmla="*/ 3684473 h 5472938"/>
                <a:gd name="connsiteX4" fmla="*/ 3236621 w 3287200"/>
                <a:gd name="connsiteY4" fmla="*/ 3545502 h 5472938"/>
                <a:gd name="connsiteX5" fmla="*/ 3287201 w 3287200"/>
                <a:gd name="connsiteY5" fmla="*/ 3363315 h 5472938"/>
                <a:gd name="connsiteX6" fmla="*/ 2371852 w 3287200"/>
                <a:gd name="connsiteY6" fmla="*/ 1292488 h 5472938"/>
                <a:gd name="connsiteX7" fmla="*/ 2342880 w 3287200"/>
                <a:gd name="connsiteY7" fmla="*/ 1360255 h 5472938"/>
                <a:gd name="connsiteX8" fmla="*/ 2221586 w 3287200"/>
                <a:gd name="connsiteY8" fmla="*/ 1482530 h 5472938"/>
                <a:gd name="connsiteX9" fmla="*/ 1663243 w 3287200"/>
                <a:gd name="connsiteY9" fmla="*/ 1274318 h 5472938"/>
                <a:gd name="connsiteX10" fmla="*/ 1640654 w 3287200"/>
                <a:gd name="connsiteY10" fmla="*/ 808787 h 5472938"/>
                <a:gd name="connsiteX11" fmla="*/ 1640654 w 3287200"/>
                <a:gd name="connsiteY11" fmla="*/ 808787 h 5472938"/>
                <a:gd name="connsiteX12" fmla="*/ 1761947 w 3287200"/>
                <a:gd name="connsiteY12" fmla="*/ 686511 h 5472938"/>
                <a:gd name="connsiteX13" fmla="*/ 1795340 w 3287200"/>
                <a:gd name="connsiteY13" fmla="*/ 672761 h 5472938"/>
                <a:gd name="connsiteX14" fmla="*/ 997848 w 3287200"/>
                <a:gd name="connsiteY14" fmla="*/ 93303 h 5472938"/>
                <a:gd name="connsiteX15" fmla="*/ 836287 w 3287200"/>
                <a:gd name="connsiteY15" fmla="*/ 0 h 5472938"/>
                <a:gd name="connsiteX16" fmla="*/ 1190837 w 3287200"/>
                <a:gd name="connsiteY16" fmla="*/ 879009 h 5472938"/>
                <a:gd name="connsiteX17" fmla="*/ 1216372 w 3287200"/>
                <a:gd name="connsiteY17" fmla="*/ 1238961 h 5472938"/>
                <a:gd name="connsiteX18" fmla="*/ 1216372 w 3287200"/>
                <a:gd name="connsiteY18" fmla="*/ 2236809 h 5472938"/>
                <a:gd name="connsiteX19" fmla="*/ 1000794 w 3287200"/>
                <a:gd name="connsiteY19" fmla="*/ 3665321 h 5472938"/>
                <a:gd name="connsiteX20" fmla="*/ 945303 w 3287200"/>
                <a:gd name="connsiteY20" fmla="*/ 3651572 h 5472938"/>
                <a:gd name="connsiteX21" fmla="*/ 873608 w 3287200"/>
                <a:gd name="connsiteY21" fmla="*/ 3547465 h 5472938"/>
                <a:gd name="connsiteX22" fmla="*/ 797983 w 3287200"/>
                <a:gd name="connsiteY22" fmla="*/ 3357914 h 5472938"/>
                <a:gd name="connsiteX23" fmla="*/ 498924 w 3287200"/>
                <a:gd name="connsiteY23" fmla="*/ 3496395 h 5472938"/>
                <a:gd name="connsiteX24" fmla="*/ 528388 w 3287200"/>
                <a:gd name="connsiteY24" fmla="*/ 3824427 h 5472938"/>
                <a:gd name="connsiteX25" fmla="*/ 730707 w 3287200"/>
                <a:gd name="connsiteY25" fmla="*/ 3795454 h 5472938"/>
                <a:gd name="connsiteX26" fmla="*/ 856911 w 3287200"/>
                <a:gd name="connsiteY26" fmla="*/ 3805275 h 5472938"/>
                <a:gd name="connsiteX27" fmla="*/ 931063 w 3287200"/>
                <a:gd name="connsiteY27" fmla="*/ 3880900 h 5472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287200" h="5472938">
                  <a:moveTo>
                    <a:pt x="931063" y="3880900"/>
                  </a:moveTo>
                  <a:cubicBezTo>
                    <a:pt x="831376" y="4161299"/>
                    <a:pt x="708118" y="4433350"/>
                    <a:pt x="558343" y="4692633"/>
                  </a:cubicBezTo>
                  <a:cubicBezTo>
                    <a:pt x="397273" y="4971559"/>
                    <a:pt x="210668" y="5232316"/>
                    <a:pt x="0" y="5472938"/>
                  </a:cubicBezTo>
                  <a:lnTo>
                    <a:pt x="3097649" y="3684473"/>
                  </a:lnTo>
                  <a:cubicBezTo>
                    <a:pt x="3155103" y="3651081"/>
                    <a:pt x="3203228" y="3602956"/>
                    <a:pt x="3236621" y="3545502"/>
                  </a:cubicBezTo>
                  <a:cubicBezTo>
                    <a:pt x="3268540" y="3490011"/>
                    <a:pt x="3286218" y="3427154"/>
                    <a:pt x="3287201" y="3363315"/>
                  </a:cubicBezTo>
                  <a:cubicBezTo>
                    <a:pt x="3152158" y="2598234"/>
                    <a:pt x="2834928" y="1890607"/>
                    <a:pt x="2371852" y="1292488"/>
                  </a:cubicBezTo>
                  <a:cubicBezTo>
                    <a:pt x="2363995" y="1316059"/>
                    <a:pt x="2355156" y="1339139"/>
                    <a:pt x="2342880" y="1360255"/>
                  </a:cubicBezTo>
                  <a:cubicBezTo>
                    <a:pt x="2313416" y="1411325"/>
                    <a:pt x="2271675" y="1453558"/>
                    <a:pt x="2221586" y="1482530"/>
                  </a:cubicBezTo>
                  <a:cubicBezTo>
                    <a:pt x="2037436" y="1589092"/>
                    <a:pt x="1791902" y="1497262"/>
                    <a:pt x="1663243" y="1274318"/>
                  </a:cubicBezTo>
                  <a:cubicBezTo>
                    <a:pt x="1573378" y="1118650"/>
                    <a:pt x="1565030" y="940393"/>
                    <a:pt x="1640654" y="808787"/>
                  </a:cubicBezTo>
                  <a:cubicBezTo>
                    <a:pt x="1640654" y="808787"/>
                    <a:pt x="1640654" y="808787"/>
                    <a:pt x="1640654" y="808787"/>
                  </a:cubicBezTo>
                  <a:cubicBezTo>
                    <a:pt x="1670118" y="757716"/>
                    <a:pt x="1712350" y="715484"/>
                    <a:pt x="1761947" y="686511"/>
                  </a:cubicBezTo>
                  <a:cubicBezTo>
                    <a:pt x="1772260" y="680619"/>
                    <a:pt x="1784045" y="677672"/>
                    <a:pt x="1795340" y="672761"/>
                  </a:cubicBezTo>
                  <a:cubicBezTo>
                    <a:pt x="1552753" y="454728"/>
                    <a:pt x="1286595" y="259774"/>
                    <a:pt x="997848" y="93303"/>
                  </a:cubicBezTo>
                  <a:lnTo>
                    <a:pt x="836287" y="0"/>
                  </a:lnTo>
                  <a:cubicBezTo>
                    <a:pt x="1019455" y="259774"/>
                    <a:pt x="1142222" y="560307"/>
                    <a:pt x="1190837" y="879009"/>
                  </a:cubicBezTo>
                  <a:cubicBezTo>
                    <a:pt x="1215882" y="1127980"/>
                    <a:pt x="1216372" y="1237979"/>
                    <a:pt x="1216372" y="1238961"/>
                  </a:cubicBezTo>
                  <a:lnTo>
                    <a:pt x="1216372" y="2236809"/>
                  </a:lnTo>
                  <a:cubicBezTo>
                    <a:pt x="1216372" y="2722473"/>
                    <a:pt x="1141239" y="3203719"/>
                    <a:pt x="1000794" y="3665321"/>
                  </a:cubicBezTo>
                  <a:lnTo>
                    <a:pt x="945303" y="3651572"/>
                  </a:lnTo>
                  <a:cubicBezTo>
                    <a:pt x="898161" y="3640277"/>
                    <a:pt x="868697" y="3595099"/>
                    <a:pt x="873608" y="3547465"/>
                  </a:cubicBezTo>
                  <a:cubicBezTo>
                    <a:pt x="882447" y="3464967"/>
                    <a:pt x="856420" y="3391798"/>
                    <a:pt x="797983" y="3357914"/>
                  </a:cubicBezTo>
                  <a:cubicBezTo>
                    <a:pt x="707136" y="3305370"/>
                    <a:pt x="573566" y="3367735"/>
                    <a:pt x="498924" y="3496395"/>
                  </a:cubicBezTo>
                  <a:cubicBezTo>
                    <a:pt x="424282" y="3625545"/>
                    <a:pt x="437541" y="3772374"/>
                    <a:pt x="528388" y="3824427"/>
                  </a:cubicBezTo>
                  <a:cubicBezTo>
                    <a:pt x="586825" y="3858311"/>
                    <a:pt x="663432" y="3844070"/>
                    <a:pt x="730707" y="3795454"/>
                  </a:cubicBezTo>
                  <a:cubicBezTo>
                    <a:pt x="769502" y="3766973"/>
                    <a:pt x="823519" y="3770410"/>
                    <a:pt x="856911" y="3805275"/>
                  </a:cubicBezTo>
                  <a:lnTo>
                    <a:pt x="931063" y="3880900"/>
                  </a:lnTo>
                  <a:close/>
                </a:path>
              </a:pathLst>
            </a:custGeom>
            <a:solidFill>
              <a:schemeClr val="accent3">
                <a:lumMod val="65000"/>
              </a:schemeClr>
            </a:solidFill>
            <a:ln w="4907" cap="flat">
              <a:noFill/>
              <a:prstDash val="solid"/>
              <a:miter/>
            </a:ln>
          </p:spPr>
          <p:txBody>
            <a:bodyPr rtlCol="0" anchor="ctr"/>
            <a:lstStyle/>
            <a:p>
              <a:endParaRPr lang="en-RS" sz="450"/>
            </a:p>
          </p:txBody>
        </p:sp>
        <p:sp>
          <p:nvSpPr>
            <p:cNvPr id="69" name="Freeform 11">
              <a:extLst>
                <a:ext uri="{FF2B5EF4-FFF2-40B4-BE49-F238E27FC236}">
                  <a16:creationId xmlns:a16="http://schemas.microsoft.com/office/drawing/2014/main" id="{B440E97A-0216-A18E-1FBE-95A4B7192122}"/>
                </a:ext>
              </a:extLst>
            </p:cNvPr>
            <p:cNvSpPr/>
            <p:nvPr/>
          </p:nvSpPr>
          <p:spPr>
            <a:xfrm>
              <a:off x="2678743" y="2470964"/>
              <a:ext cx="2160657" cy="2093452"/>
            </a:xfrm>
            <a:custGeom>
              <a:avLst/>
              <a:gdLst>
                <a:gd name="connsiteX0" fmla="*/ 3408985 w 4321877"/>
                <a:gd name="connsiteY0" fmla="*/ 2585100 h 4187450"/>
                <a:gd name="connsiteX1" fmla="*/ 3925587 w 4321877"/>
                <a:gd name="connsiteY1" fmla="*/ 3313843 h 4187450"/>
                <a:gd name="connsiteX2" fmla="*/ 4321878 w 4321877"/>
                <a:gd name="connsiteY2" fmla="*/ 4187451 h 4187450"/>
                <a:gd name="connsiteX3" fmla="*/ 4321878 w 4321877"/>
                <a:gd name="connsiteY3" fmla="*/ 610521 h 4187450"/>
                <a:gd name="connsiteX4" fmla="*/ 4270807 w 4321877"/>
                <a:gd name="connsiteY4" fmla="*/ 420478 h 4187450"/>
                <a:gd name="connsiteX5" fmla="*/ 4138219 w 4321877"/>
                <a:gd name="connsiteY5" fmla="*/ 285435 h 4187450"/>
                <a:gd name="connsiteX6" fmla="*/ 1887169 w 4321877"/>
                <a:gd name="connsiteY6" fmla="*/ 42848 h 4187450"/>
                <a:gd name="connsiteX7" fmla="*/ 1931365 w 4321877"/>
                <a:gd name="connsiteY7" fmla="*/ 101776 h 4187450"/>
                <a:gd name="connsiteX8" fmla="*/ 1976543 w 4321877"/>
                <a:gd name="connsiteY8" fmla="*/ 267756 h 4187450"/>
                <a:gd name="connsiteX9" fmla="*/ 1516905 w 4321877"/>
                <a:gd name="connsiteY9" fmla="*/ 647351 h 4187450"/>
                <a:gd name="connsiteX10" fmla="*/ 1102445 w 4321877"/>
                <a:gd name="connsiteY10" fmla="*/ 434228 h 4187450"/>
                <a:gd name="connsiteX11" fmla="*/ 1102445 w 4321877"/>
                <a:gd name="connsiteY11" fmla="*/ 434228 h 4187450"/>
                <a:gd name="connsiteX12" fmla="*/ 1057267 w 4321877"/>
                <a:gd name="connsiteY12" fmla="*/ 267756 h 4187450"/>
                <a:gd name="connsiteX13" fmla="*/ 1062177 w 4321877"/>
                <a:gd name="connsiteY13" fmla="*/ 232400 h 4187450"/>
                <a:gd name="connsiteX14" fmla="*/ 161561 w 4321877"/>
                <a:gd name="connsiteY14" fmla="*/ 633110 h 4187450"/>
                <a:gd name="connsiteX15" fmla="*/ 0 w 4321877"/>
                <a:gd name="connsiteY15" fmla="*/ 726413 h 4187450"/>
                <a:gd name="connsiteX16" fmla="*/ 938428 w 4321877"/>
                <a:gd name="connsiteY16" fmla="*/ 858510 h 4187450"/>
                <a:gd name="connsiteX17" fmla="*/ 1263024 w 4321877"/>
                <a:gd name="connsiteY17" fmla="*/ 1016633 h 4187450"/>
                <a:gd name="connsiteX18" fmla="*/ 2127301 w 4321877"/>
                <a:gd name="connsiteY18" fmla="*/ 1515557 h 4187450"/>
                <a:gd name="connsiteX19" fmla="*/ 3256754 w 4321877"/>
                <a:gd name="connsiteY19" fmla="*/ 2416173 h 4187450"/>
                <a:gd name="connsiteX20" fmla="*/ 3216978 w 4321877"/>
                <a:gd name="connsiteY20" fmla="*/ 2456932 h 4187450"/>
                <a:gd name="connsiteX21" fmla="*/ 3090774 w 4321877"/>
                <a:gd name="connsiteY21" fmla="*/ 2466753 h 4187450"/>
                <a:gd name="connsiteX22" fmla="*/ 2888454 w 4321877"/>
                <a:gd name="connsiteY22" fmla="*/ 2437780 h 4187450"/>
                <a:gd name="connsiteX23" fmla="*/ 2858990 w 4321877"/>
                <a:gd name="connsiteY23" fmla="*/ 2765812 h 4187450"/>
                <a:gd name="connsiteX24" fmla="*/ 3158050 w 4321877"/>
                <a:gd name="connsiteY24" fmla="*/ 2904293 h 4187450"/>
                <a:gd name="connsiteX25" fmla="*/ 3233674 w 4321877"/>
                <a:gd name="connsiteY25" fmla="*/ 2714742 h 4187450"/>
                <a:gd name="connsiteX26" fmla="*/ 3305370 w 4321877"/>
                <a:gd name="connsiteY26" fmla="*/ 2610636 h 4187450"/>
                <a:gd name="connsiteX27" fmla="*/ 3408985 w 4321877"/>
                <a:gd name="connsiteY27" fmla="*/ 2585100 h 418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321877" h="4187450">
                  <a:moveTo>
                    <a:pt x="3408985" y="2585100"/>
                  </a:moveTo>
                  <a:cubicBezTo>
                    <a:pt x="3601974" y="2811482"/>
                    <a:pt x="3776303" y="3054560"/>
                    <a:pt x="3925587" y="3313843"/>
                  </a:cubicBezTo>
                  <a:cubicBezTo>
                    <a:pt x="4086657" y="3592769"/>
                    <a:pt x="4219245" y="3884953"/>
                    <a:pt x="4321878" y="4187451"/>
                  </a:cubicBezTo>
                  <a:lnTo>
                    <a:pt x="4321878" y="610521"/>
                  </a:lnTo>
                  <a:cubicBezTo>
                    <a:pt x="4321878" y="543736"/>
                    <a:pt x="4304200" y="478424"/>
                    <a:pt x="4270807" y="420478"/>
                  </a:cubicBezTo>
                  <a:cubicBezTo>
                    <a:pt x="4238888" y="364988"/>
                    <a:pt x="4193218" y="318336"/>
                    <a:pt x="4138219" y="285435"/>
                  </a:cubicBezTo>
                  <a:cubicBezTo>
                    <a:pt x="3408003" y="19768"/>
                    <a:pt x="2636537" y="-58803"/>
                    <a:pt x="1887169" y="42848"/>
                  </a:cubicBezTo>
                  <a:cubicBezTo>
                    <a:pt x="1903374" y="61508"/>
                    <a:pt x="1919089" y="80660"/>
                    <a:pt x="1931365" y="101776"/>
                  </a:cubicBezTo>
                  <a:cubicBezTo>
                    <a:pt x="1960829" y="152847"/>
                    <a:pt x="1976543" y="210302"/>
                    <a:pt x="1976543" y="267756"/>
                  </a:cubicBezTo>
                  <a:cubicBezTo>
                    <a:pt x="1976543" y="480388"/>
                    <a:pt x="1774715" y="647351"/>
                    <a:pt x="1516905" y="647351"/>
                  </a:cubicBezTo>
                  <a:cubicBezTo>
                    <a:pt x="1337175" y="647351"/>
                    <a:pt x="1178560" y="565834"/>
                    <a:pt x="1102445" y="434228"/>
                  </a:cubicBezTo>
                  <a:cubicBezTo>
                    <a:pt x="1102445" y="434228"/>
                    <a:pt x="1102445" y="434228"/>
                    <a:pt x="1102445" y="434228"/>
                  </a:cubicBezTo>
                  <a:cubicBezTo>
                    <a:pt x="1072981" y="383157"/>
                    <a:pt x="1057267" y="325702"/>
                    <a:pt x="1057267" y="267756"/>
                  </a:cubicBezTo>
                  <a:cubicBezTo>
                    <a:pt x="1057267" y="255480"/>
                    <a:pt x="1060704" y="244185"/>
                    <a:pt x="1062177" y="232400"/>
                  </a:cubicBezTo>
                  <a:cubicBezTo>
                    <a:pt x="751823" y="333559"/>
                    <a:pt x="449817" y="466638"/>
                    <a:pt x="161561" y="633110"/>
                  </a:cubicBezTo>
                  <a:lnTo>
                    <a:pt x="0" y="726413"/>
                  </a:lnTo>
                  <a:cubicBezTo>
                    <a:pt x="316247" y="697931"/>
                    <a:pt x="638387" y="741636"/>
                    <a:pt x="938428" y="858510"/>
                  </a:cubicBezTo>
                  <a:cubicBezTo>
                    <a:pt x="1166774" y="961142"/>
                    <a:pt x="1262041" y="1016142"/>
                    <a:pt x="1263024" y="1016633"/>
                  </a:cubicBezTo>
                  <a:lnTo>
                    <a:pt x="2127301" y="1515557"/>
                  </a:lnTo>
                  <a:cubicBezTo>
                    <a:pt x="2548145" y="1758635"/>
                    <a:pt x="2927248" y="2064078"/>
                    <a:pt x="3256754" y="2416173"/>
                  </a:cubicBezTo>
                  <a:lnTo>
                    <a:pt x="3216978" y="2456932"/>
                  </a:lnTo>
                  <a:cubicBezTo>
                    <a:pt x="3183585" y="2491797"/>
                    <a:pt x="3130059" y="2495235"/>
                    <a:pt x="3090774" y="2466753"/>
                  </a:cubicBezTo>
                  <a:cubicBezTo>
                    <a:pt x="3023989" y="2417646"/>
                    <a:pt x="2947382" y="2403896"/>
                    <a:pt x="2888454" y="2437780"/>
                  </a:cubicBezTo>
                  <a:cubicBezTo>
                    <a:pt x="2797607" y="2490324"/>
                    <a:pt x="2784839" y="2637153"/>
                    <a:pt x="2858990" y="2765812"/>
                  </a:cubicBezTo>
                  <a:cubicBezTo>
                    <a:pt x="2933632" y="2894963"/>
                    <a:pt x="3067202" y="2956837"/>
                    <a:pt x="3158050" y="2904293"/>
                  </a:cubicBezTo>
                  <a:cubicBezTo>
                    <a:pt x="3216487" y="2870410"/>
                    <a:pt x="3242513" y="2797241"/>
                    <a:pt x="3233674" y="2714742"/>
                  </a:cubicBezTo>
                  <a:cubicBezTo>
                    <a:pt x="3228272" y="2666617"/>
                    <a:pt x="3258227" y="2621930"/>
                    <a:pt x="3305370" y="2610636"/>
                  </a:cubicBezTo>
                  <a:lnTo>
                    <a:pt x="3408985" y="2585100"/>
                  </a:lnTo>
                  <a:close/>
                </a:path>
              </a:pathLst>
            </a:custGeom>
            <a:solidFill>
              <a:schemeClr val="tx1"/>
            </a:solidFill>
            <a:ln w="4907" cap="flat">
              <a:noFill/>
              <a:prstDash val="solid"/>
              <a:miter/>
            </a:ln>
          </p:spPr>
          <p:txBody>
            <a:bodyPr rtlCol="0" anchor="ctr"/>
            <a:lstStyle/>
            <a:p>
              <a:endParaRPr lang="en-RS" sz="450"/>
            </a:p>
          </p:txBody>
        </p:sp>
        <p:grpSp>
          <p:nvGrpSpPr>
            <p:cNvPr id="9" name="Group 8">
              <a:extLst>
                <a:ext uri="{FF2B5EF4-FFF2-40B4-BE49-F238E27FC236}">
                  <a16:creationId xmlns:a16="http://schemas.microsoft.com/office/drawing/2014/main" id="{DE6F44AF-4D5F-3294-6C83-DCB5A50B1E8C}"/>
                </a:ext>
              </a:extLst>
            </p:cNvPr>
            <p:cNvGrpSpPr>
              <a:grpSpLocks noChangeAspect="1"/>
            </p:cNvGrpSpPr>
            <p:nvPr/>
          </p:nvGrpSpPr>
          <p:grpSpPr>
            <a:xfrm>
              <a:off x="2501662" y="1750478"/>
              <a:ext cx="647682" cy="647916"/>
              <a:chOff x="2906605" y="3402434"/>
              <a:chExt cx="2331810" cy="2332679"/>
            </a:xfrm>
          </p:grpSpPr>
          <p:sp>
            <p:nvSpPr>
              <p:cNvPr id="57" name="Freeform 4">
                <a:extLst>
                  <a:ext uri="{FF2B5EF4-FFF2-40B4-BE49-F238E27FC236}">
                    <a16:creationId xmlns:a16="http://schemas.microsoft.com/office/drawing/2014/main" id="{DDBC363A-746D-55F9-7E73-6063E8D10B81}"/>
                  </a:ext>
                </a:extLst>
              </p:cNvPr>
              <p:cNvSpPr/>
              <p:nvPr/>
            </p:nvSpPr>
            <p:spPr>
              <a:xfrm>
                <a:off x="2906605" y="3402434"/>
                <a:ext cx="2331810" cy="2332679"/>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58" name="Freeform 12">
                <a:extLst>
                  <a:ext uri="{FF2B5EF4-FFF2-40B4-BE49-F238E27FC236}">
                    <a16:creationId xmlns:a16="http://schemas.microsoft.com/office/drawing/2014/main" id="{9E82B69D-9E97-82F6-B7CD-838851E0FA68}"/>
                  </a:ext>
                </a:extLst>
              </p:cNvPr>
              <p:cNvSpPr/>
              <p:nvPr/>
            </p:nvSpPr>
            <p:spPr>
              <a:xfrm rot="17073275">
                <a:off x="3078263" y="3574962"/>
                <a:ext cx="1987313" cy="1987313"/>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59" name="Freeform 13">
                <a:extLst>
                  <a:ext uri="{FF2B5EF4-FFF2-40B4-BE49-F238E27FC236}">
                    <a16:creationId xmlns:a16="http://schemas.microsoft.com/office/drawing/2014/main" id="{C824C9B1-A5C0-1A3B-0F36-C1ED5F95BC40}"/>
                  </a:ext>
                </a:extLst>
              </p:cNvPr>
              <p:cNvSpPr/>
              <p:nvPr/>
            </p:nvSpPr>
            <p:spPr>
              <a:xfrm rot="20037154">
                <a:off x="3187549" y="3683706"/>
                <a:ext cx="1769339" cy="1769339"/>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grpSp>
            <p:nvGrpSpPr>
              <p:cNvPr id="60" name="Group 59">
                <a:extLst>
                  <a:ext uri="{FF2B5EF4-FFF2-40B4-BE49-F238E27FC236}">
                    <a16:creationId xmlns:a16="http://schemas.microsoft.com/office/drawing/2014/main" id="{18944BE4-AEBF-946F-7DC9-100D829C0219}"/>
                  </a:ext>
                </a:extLst>
              </p:cNvPr>
              <p:cNvGrpSpPr>
                <a:grpSpLocks noChangeAspect="1"/>
              </p:cNvGrpSpPr>
              <p:nvPr/>
            </p:nvGrpSpPr>
            <p:grpSpPr>
              <a:xfrm>
                <a:off x="3418155" y="3922171"/>
                <a:ext cx="1296002" cy="1296000"/>
                <a:chOff x="5730616" y="2182971"/>
                <a:chExt cx="844932" cy="844931"/>
              </a:xfrm>
            </p:grpSpPr>
            <p:sp>
              <p:nvSpPr>
                <p:cNvPr id="61" name="Oval 60">
                  <a:extLst>
                    <a:ext uri="{FF2B5EF4-FFF2-40B4-BE49-F238E27FC236}">
                      <a16:creationId xmlns:a16="http://schemas.microsoft.com/office/drawing/2014/main" id="{216A1997-7B34-551A-2B4E-904E6E66927C}"/>
                    </a:ext>
                  </a:extLst>
                </p:cNvPr>
                <p:cNvSpPr/>
                <p:nvPr/>
              </p:nvSpPr>
              <p:spPr>
                <a:xfrm>
                  <a:off x="5730616" y="2182971"/>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62" name="Oval 61">
                  <a:extLst>
                    <a:ext uri="{FF2B5EF4-FFF2-40B4-BE49-F238E27FC236}">
                      <a16:creationId xmlns:a16="http://schemas.microsoft.com/office/drawing/2014/main" id="{175515CD-84CC-962F-A596-B62205E63CBF}"/>
                    </a:ext>
                  </a:extLst>
                </p:cNvPr>
                <p:cNvSpPr/>
                <p:nvPr/>
              </p:nvSpPr>
              <p:spPr>
                <a:xfrm>
                  <a:off x="5795926" y="2251206"/>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10" name="Group 9">
              <a:extLst>
                <a:ext uri="{FF2B5EF4-FFF2-40B4-BE49-F238E27FC236}">
                  <a16:creationId xmlns:a16="http://schemas.microsoft.com/office/drawing/2014/main" id="{63F03235-1C29-1D3C-EF55-BB4D8FDDB434}"/>
                </a:ext>
              </a:extLst>
            </p:cNvPr>
            <p:cNvGrpSpPr>
              <a:grpSpLocks noChangeAspect="1"/>
            </p:cNvGrpSpPr>
            <p:nvPr/>
          </p:nvGrpSpPr>
          <p:grpSpPr>
            <a:xfrm>
              <a:off x="3958275" y="2688001"/>
              <a:ext cx="647844" cy="647916"/>
              <a:chOff x="6594957" y="3401570"/>
              <a:chExt cx="2332389" cy="2332679"/>
            </a:xfrm>
          </p:grpSpPr>
          <p:sp>
            <p:nvSpPr>
              <p:cNvPr id="50" name="Freeform 19">
                <a:extLst>
                  <a:ext uri="{FF2B5EF4-FFF2-40B4-BE49-F238E27FC236}">
                    <a16:creationId xmlns:a16="http://schemas.microsoft.com/office/drawing/2014/main" id="{27F6B584-854F-A5C0-6DCE-6D85AF5F9C30}"/>
                  </a:ext>
                </a:extLst>
              </p:cNvPr>
              <p:cNvSpPr/>
              <p:nvPr/>
            </p:nvSpPr>
            <p:spPr>
              <a:xfrm>
                <a:off x="6594957" y="3401570"/>
                <a:ext cx="2332389" cy="2332679"/>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51" name="Freeform 20">
                <a:extLst>
                  <a:ext uri="{FF2B5EF4-FFF2-40B4-BE49-F238E27FC236}">
                    <a16:creationId xmlns:a16="http://schemas.microsoft.com/office/drawing/2014/main" id="{F9776E43-4FF4-B7D6-F476-BDDED044D97B}"/>
                  </a:ext>
                </a:extLst>
              </p:cNvPr>
              <p:cNvSpPr/>
              <p:nvPr/>
            </p:nvSpPr>
            <p:spPr>
              <a:xfrm rot="16751011">
                <a:off x="6766845" y="3574745"/>
                <a:ext cx="1987368" cy="1987368"/>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52" name="Freeform 21">
                <a:extLst>
                  <a:ext uri="{FF2B5EF4-FFF2-40B4-BE49-F238E27FC236}">
                    <a16:creationId xmlns:a16="http://schemas.microsoft.com/office/drawing/2014/main" id="{D30413C5-F5B0-9453-508B-D1C3B97A94E4}"/>
                  </a:ext>
                </a:extLst>
              </p:cNvPr>
              <p:cNvSpPr/>
              <p:nvPr/>
            </p:nvSpPr>
            <p:spPr>
              <a:xfrm rot="17762846">
                <a:off x="6875916" y="3684274"/>
                <a:ext cx="1769339" cy="1769339"/>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grpSp>
            <p:nvGrpSpPr>
              <p:cNvPr id="53" name="Group 52">
                <a:extLst>
                  <a:ext uri="{FF2B5EF4-FFF2-40B4-BE49-F238E27FC236}">
                    <a16:creationId xmlns:a16="http://schemas.microsoft.com/office/drawing/2014/main" id="{70E4903D-9FBE-E24D-89D8-85420227FDA5}"/>
                  </a:ext>
                </a:extLst>
              </p:cNvPr>
              <p:cNvGrpSpPr>
                <a:grpSpLocks noChangeAspect="1"/>
              </p:cNvGrpSpPr>
              <p:nvPr/>
            </p:nvGrpSpPr>
            <p:grpSpPr>
              <a:xfrm>
                <a:off x="7112528" y="3922171"/>
                <a:ext cx="1296002" cy="1296000"/>
                <a:chOff x="8894154" y="2185109"/>
                <a:chExt cx="844932" cy="844931"/>
              </a:xfrm>
            </p:grpSpPr>
            <p:sp>
              <p:nvSpPr>
                <p:cNvPr id="54" name="Oval 53">
                  <a:extLst>
                    <a:ext uri="{FF2B5EF4-FFF2-40B4-BE49-F238E27FC236}">
                      <a16:creationId xmlns:a16="http://schemas.microsoft.com/office/drawing/2014/main" id="{573088B6-8C43-C840-E96A-FB7243DEB57D}"/>
                    </a:ext>
                  </a:extLst>
                </p:cNvPr>
                <p:cNvSpPr/>
                <p:nvPr/>
              </p:nvSpPr>
              <p:spPr>
                <a:xfrm>
                  <a:off x="8894154" y="2185109"/>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55" name="Oval 54">
                  <a:extLst>
                    <a:ext uri="{FF2B5EF4-FFF2-40B4-BE49-F238E27FC236}">
                      <a16:creationId xmlns:a16="http://schemas.microsoft.com/office/drawing/2014/main" id="{A087913B-68E3-3CEE-F8A9-48DA3026EAAA}"/>
                    </a:ext>
                  </a:extLst>
                </p:cNvPr>
                <p:cNvSpPr/>
                <p:nvPr/>
              </p:nvSpPr>
              <p:spPr>
                <a:xfrm>
                  <a:off x="8960934" y="225120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12" name="Group 11">
              <a:extLst>
                <a:ext uri="{FF2B5EF4-FFF2-40B4-BE49-F238E27FC236}">
                  <a16:creationId xmlns:a16="http://schemas.microsoft.com/office/drawing/2014/main" id="{602FAD91-354A-E3B9-3A92-48DC0B4DF184}"/>
                </a:ext>
              </a:extLst>
            </p:cNvPr>
            <p:cNvGrpSpPr>
              <a:grpSpLocks noChangeAspect="1"/>
            </p:cNvGrpSpPr>
            <p:nvPr/>
          </p:nvGrpSpPr>
          <p:grpSpPr>
            <a:xfrm>
              <a:off x="3955314" y="4482230"/>
              <a:ext cx="647916" cy="647916"/>
              <a:chOff x="8439063" y="6597464"/>
              <a:chExt cx="2331503" cy="2331503"/>
            </a:xfrm>
          </p:grpSpPr>
          <p:sp>
            <p:nvSpPr>
              <p:cNvPr id="42" name="Freeform 27">
                <a:extLst>
                  <a:ext uri="{FF2B5EF4-FFF2-40B4-BE49-F238E27FC236}">
                    <a16:creationId xmlns:a16="http://schemas.microsoft.com/office/drawing/2014/main" id="{D7D43063-CD89-9014-88A0-D3E4EDF4EC97}"/>
                  </a:ext>
                </a:extLst>
              </p:cNvPr>
              <p:cNvSpPr/>
              <p:nvPr/>
            </p:nvSpPr>
            <p:spPr>
              <a:xfrm rot="18900000">
                <a:off x="8439063" y="6597464"/>
                <a:ext cx="2331503" cy="2331503"/>
              </a:xfrm>
              <a:custGeom>
                <a:avLst/>
                <a:gdLst>
                  <a:gd name="connsiteX0" fmla="*/ 1711944 w 1711943"/>
                  <a:gd name="connsiteY0" fmla="*/ 855972 h 1711943"/>
                  <a:gd name="connsiteX1" fmla="*/ 855972 w 1711943"/>
                  <a:gd name="connsiteY1" fmla="*/ 1711943 h 1711943"/>
                  <a:gd name="connsiteX2" fmla="*/ -1 w 1711943"/>
                  <a:gd name="connsiteY2" fmla="*/ 855972 h 1711943"/>
                  <a:gd name="connsiteX3" fmla="*/ 855972 w 1711943"/>
                  <a:gd name="connsiteY3" fmla="*/ 0 h 1711943"/>
                  <a:gd name="connsiteX4" fmla="*/ 1711944 w 1711943"/>
                  <a:gd name="connsiteY4" fmla="*/ 855972 h 171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943" h="1711943">
                    <a:moveTo>
                      <a:pt x="1711944" y="855972"/>
                    </a:moveTo>
                    <a:cubicBezTo>
                      <a:pt x="1711944" y="1328712"/>
                      <a:pt x="1328712" y="1711943"/>
                      <a:pt x="855972" y="1711943"/>
                    </a:cubicBezTo>
                    <a:cubicBezTo>
                      <a:pt x="383231" y="1711943"/>
                      <a:pt x="-1" y="1328712"/>
                      <a:pt x="-1" y="855972"/>
                    </a:cubicBezTo>
                    <a:cubicBezTo>
                      <a:pt x="-1" y="383231"/>
                      <a:pt x="383231" y="0"/>
                      <a:pt x="855972" y="0"/>
                    </a:cubicBezTo>
                    <a:cubicBezTo>
                      <a:pt x="1328712" y="0"/>
                      <a:pt x="1711944" y="383232"/>
                      <a:pt x="1711944" y="855972"/>
                    </a:cubicBezTo>
                    <a:close/>
                  </a:path>
                </a:pathLst>
              </a:custGeom>
              <a:solidFill>
                <a:schemeClr val="accent3"/>
              </a:solidFill>
              <a:ln w="6350" cap="flat">
                <a:noFill/>
                <a:prstDash val="solid"/>
                <a:miter/>
              </a:ln>
            </p:spPr>
            <p:txBody>
              <a:bodyPr rtlCol="0" anchor="ctr"/>
              <a:lstStyle/>
              <a:p>
                <a:endParaRPr lang="en-RS" sz="450"/>
              </a:p>
            </p:txBody>
          </p:sp>
          <p:grpSp>
            <p:nvGrpSpPr>
              <p:cNvPr id="43" name="Group 42">
                <a:extLst>
                  <a:ext uri="{FF2B5EF4-FFF2-40B4-BE49-F238E27FC236}">
                    <a16:creationId xmlns:a16="http://schemas.microsoft.com/office/drawing/2014/main" id="{A9898BAC-7509-6BE0-3FC4-98DE63ADE70D}"/>
                  </a:ext>
                </a:extLst>
              </p:cNvPr>
              <p:cNvGrpSpPr/>
              <p:nvPr/>
            </p:nvGrpSpPr>
            <p:grpSpPr>
              <a:xfrm>
                <a:off x="8611178" y="6769427"/>
                <a:ext cx="1987332" cy="1987331"/>
                <a:chOff x="8611178" y="6769427"/>
                <a:chExt cx="1987332" cy="1987331"/>
              </a:xfrm>
            </p:grpSpPr>
            <p:sp>
              <p:nvSpPr>
                <p:cNvPr id="44" name="Freeform 29">
                  <a:extLst>
                    <a:ext uri="{FF2B5EF4-FFF2-40B4-BE49-F238E27FC236}">
                      <a16:creationId xmlns:a16="http://schemas.microsoft.com/office/drawing/2014/main" id="{FFD10E9F-936A-19D5-8A01-2D6E6B51A48D}"/>
                    </a:ext>
                  </a:extLst>
                </p:cNvPr>
                <p:cNvSpPr/>
                <p:nvPr/>
              </p:nvSpPr>
              <p:spPr>
                <a:xfrm>
                  <a:off x="8611178" y="6769427"/>
                  <a:ext cx="1987332" cy="1987331"/>
                </a:xfrm>
                <a:custGeom>
                  <a:avLst/>
                  <a:gdLst>
                    <a:gd name="connsiteX0" fmla="*/ 1459230 w 1459230"/>
                    <a:gd name="connsiteY0" fmla="*/ 729615 h 1459229"/>
                    <a:gd name="connsiteX1" fmla="*/ 729615 w 1459230"/>
                    <a:gd name="connsiteY1" fmla="*/ 1459230 h 1459229"/>
                    <a:gd name="connsiteX2" fmla="*/ 0 w 1459230"/>
                    <a:gd name="connsiteY2" fmla="*/ 729615 h 1459229"/>
                    <a:gd name="connsiteX3" fmla="*/ 729615 w 1459230"/>
                    <a:gd name="connsiteY3" fmla="*/ 0 h 1459229"/>
                    <a:gd name="connsiteX4" fmla="*/ 1459230 w 1459230"/>
                    <a:gd name="connsiteY4" fmla="*/ 729615 h 1459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30" h="1459229">
                      <a:moveTo>
                        <a:pt x="1459230" y="729615"/>
                      </a:moveTo>
                      <a:cubicBezTo>
                        <a:pt x="1459230" y="1132570"/>
                        <a:pt x="1132570" y="1459230"/>
                        <a:pt x="729615" y="1459230"/>
                      </a:cubicBezTo>
                      <a:cubicBezTo>
                        <a:pt x="326659" y="1459230"/>
                        <a:pt x="0" y="1132570"/>
                        <a:pt x="0" y="729615"/>
                      </a:cubicBezTo>
                      <a:cubicBezTo>
                        <a:pt x="0" y="326660"/>
                        <a:pt x="326659" y="0"/>
                        <a:pt x="729615" y="0"/>
                      </a:cubicBezTo>
                      <a:cubicBezTo>
                        <a:pt x="1132570" y="0"/>
                        <a:pt x="1459230" y="326660"/>
                        <a:pt x="1459230" y="729615"/>
                      </a:cubicBezTo>
                      <a:close/>
                    </a:path>
                  </a:pathLst>
                </a:custGeom>
                <a:solidFill>
                  <a:schemeClr val="accent3">
                    <a:lumMod val="75000"/>
                  </a:schemeClr>
                </a:solidFill>
                <a:ln w="6350" cap="flat">
                  <a:noFill/>
                  <a:prstDash val="solid"/>
                  <a:miter/>
                </a:ln>
              </p:spPr>
              <p:txBody>
                <a:bodyPr rtlCol="0" anchor="ctr"/>
                <a:lstStyle/>
                <a:p>
                  <a:endParaRPr lang="en-RS" sz="450"/>
                </a:p>
              </p:txBody>
            </p:sp>
            <p:sp>
              <p:nvSpPr>
                <p:cNvPr id="45" name="Freeform 30">
                  <a:extLst>
                    <a:ext uri="{FF2B5EF4-FFF2-40B4-BE49-F238E27FC236}">
                      <a16:creationId xmlns:a16="http://schemas.microsoft.com/office/drawing/2014/main" id="{D879DC61-CE76-5A31-92FB-6E56BD60F463}"/>
                    </a:ext>
                  </a:extLst>
                </p:cNvPr>
                <p:cNvSpPr/>
                <p:nvPr/>
              </p:nvSpPr>
              <p:spPr>
                <a:xfrm rot="18900000">
                  <a:off x="8720123" y="6878525"/>
                  <a:ext cx="1769383" cy="1769383"/>
                </a:xfrm>
                <a:custGeom>
                  <a:avLst/>
                  <a:gdLst>
                    <a:gd name="connsiteX0" fmla="*/ 1299198 w 1299197"/>
                    <a:gd name="connsiteY0" fmla="*/ 649599 h 1299197"/>
                    <a:gd name="connsiteX1" fmla="*/ 649598 w 1299197"/>
                    <a:gd name="connsiteY1" fmla="*/ 1299197 h 1299197"/>
                    <a:gd name="connsiteX2" fmla="*/ -1 w 1299197"/>
                    <a:gd name="connsiteY2" fmla="*/ 649599 h 1299197"/>
                    <a:gd name="connsiteX3" fmla="*/ 649598 w 1299197"/>
                    <a:gd name="connsiteY3" fmla="*/ 0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2" y="1299197"/>
                        <a:pt x="649598" y="1299197"/>
                      </a:cubicBezTo>
                      <a:cubicBezTo>
                        <a:pt x="290835" y="1299197"/>
                        <a:pt x="-1" y="1008362"/>
                        <a:pt x="-1" y="649599"/>
                      </a:cubicBezTo>
                      <a:cubicBezTo>
                        <a:pt x="-1" y="290835"/>
                        <a:pt x="290835" y="0"/>
                        <a:pt x="649598" y="0"/>
                      </a:cubicBezTo>
                      <a:cubicBezTo>
                        <a:pt x="1008362" y="0"/>
                        <a:pt x="1299198" y="290835"/>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46" name="Group 45">
                  <a:extLst>
                    <a:ext uri="{FF2B5EF4-FFF2-40B4-BE49-F238E27FC236}">
                      <a16:creationId xmlns:a16="http://schemas.microsoft.com/office/drawing/2014/main" id="{2D7475B0-EF2D-41BC-9ECD-7DA0EEDEFE33}"/>
                    </a:ext>
                  </a:extLst>
                </p:cNvPr>
                <p:cNvGrpSpPr>
                  <a:grpSpLocks noChangeAspect="1"/>
                </p:cNvGrpSpPr>
                <p:nvPr/>
              </p:nvGrpSpPr>
              <p:grpSpPr>
                <a:xfrm>
                  <a:off x="8955453" y="7110567"/>
                  <a:ext cx="1296002" cy="1296000"/>
                  <a:chOff x="5738342" y="3286296"/>
                  <a:chExt cx="844932" cy="844931"/>
                </a:xfrm>
              </p:grpSpPr>
              <p:sp>
                <p:nvSpPr>
                  <p:cNvPr id="47" name="Oval 46">
                    <a:extLst>
                      <a:ext uri="{FF2B5EF4-FFF2-40B4-BE49-F238E27FC236}">
                        <a16:creationId xmlns:a16="http://schemas.microsoft.com/office/drawing/2014/main" id="{4777E75F-6CFB-D614-055A-23BACABFE9B0}"/>
                      </a:ext>
                    </a:extLst>
                  </p:cNvPr>
                  <p:cNvSpPr/>
                  <p:nvPr/>
                </p:nvSpPr>
                <p:spPr>
                  <a:xfrm>
                    <a:off x="5738342" y="3286296"/>
                    <a:ext cx="844932" cy="844931"/>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48" name="Oval 47">
                    <a:extLst>
                      <a:ext uri="{FF2B5EF4-FFF2-40B4-BE49-F238E27FC236}">
                        <a16:creationId xmlns:a16="http://schemas.microsoft.com/office/drawing/2014/main" id="{3DA456C2-8257-A7F9-C4EA-847712108B65}"/>
                      </a:ext>
                    </a:extLst>
                  </p:cNvPr>
                  <p:cNvSpPr/>
                  <p:nvPr/>
                </p:nvSpPr>
                <p:spPr>
                  <a:xfrm>
                    <a:off x="5806578" y="3356328"/>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grpSp>
          <p:nvGrpSpPr>
            <p:cNvPr id="13" name="Group 12">
              <a:extLst>
                <a:ext uri="{FF2B5EF4-FFF2-40B4-BE49-F238E27FC236}">
                  <a16:creationId xmlns:a16="http://schemas.microsoft.com/office/drawing/2014/main" id="{B7AD5004-8B86-5493-D610-86CB492160FB}"/>
                </a:ext>
              </a:extLst>
            </p:cNvPr>
            <p:cNvGrpSpPr>
              <a:grpSpLocks noChangeAspect="1"/>
            </p:cNvGrpSpPr>
            <p:nvPr/>
          </p:nvGrpSpPr>
          <p:grpSpPr>
            <a:xfrm>
              <a:off x="2362121" y="5312213"/>
              <a:ext cx="647646" cy="647916"/>
              <a:chOff x="6595018" y="9790782"/>
              <a:chExt cx="2332583" cy="2333543"/>
            </a:xfrm>
          </p:grpSpPr>
          <p:sp>
            <p:nvSpPr>
              <p:cNvPr id="35" name="Freeform 36">
                <a:extLst>
                  <a:ext uri="{FF2B5EF4-FFF2-40B4-BE49-F238E27FC236}">
                    <a16:creationId xmlns:a16="http://schemas.microsoft.com/office/drawing/2014/main" id="{C45C62BA-ED13-83F5-D532-C27AC78CE1F4}"/>
                  </a:ext>
                </a:extLst>
              </p:cNvPr>
              <p:cNvSpPr/>
              <p:nvPr/>
            </p:nvSpPr>
            <p:spPr>
              <a:xfrm>
                <a:off x="6595018" y="9790782"/>
                <a:ext cx="2332583" cy="2333543"/>
              </a:xfrm>
              <a:custGeom>
                <a:avLst/>
                <a:gdLst>
                  <a:gd name="connsiteX0" fmla="*/ 1597872 w 1712736"/>
                  <a:gd name="connsiteY0" fmla="*/ 428202 h 1713441"/>
                  <a:gd name="connsiteX1" fmla="*/ 1077807 w 1712736"/>
                  <a:gd name="connsiteY1" fmla="*/ 29422 h 1713441"/>
                  <a:gd name="connsiteX2" fmla="*/ 428202 w 1712736"/>
                  <a:gd name="connsiteY2" fmla="*/ 115147 h 1713441"/>
                  <a:gd name="connsiteX3" fmla="*/ 29422 w 1712736"/>
                  <a:gd name="connsiteY3" fmla="*/ 635211 h 1713441"/>
                  <a:gd name="connsiteX4" fmla="*/ 115147 w 1712736"/>
                  <a:gd name="connsiteY4" fmla="*/ 1284817 h 1713441"/>
                  <a:gd name="connsiteX5" fmla="*/ 635211 w 1712736"/>
                  <a:gd name="connsiteY5" fmla="*/ 1683596 h 1713441"/>
                  <a:gd name="connsiteX6" fmla="*/ 858097 w 1712736"/>
                  <a:gd name="connsiteY6" fmla="*/ 1713442 h 1713441"/>
                  <a:gd name="connsiteX7" fmla="*/ 1284817 w 1712736"/>
                  <a:gd name="connsiteY7" fmla="*/ 1598507 h 1713441"/>
                  <a:gd name="connsiteX8" fmla="*/ 1683597 w 1712736"/>
                  <a:gd name="connsiteY8" fmla="*/ 1078442 h 1713441"/>
                  <a:gd name="connsiteX9" fmla="*/ 1597872 w 1712736"/>
                  <a:gd name="connsiteY9" fmla="*/ 428202 h 171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2736" h="1713441">
                    <a:moveTo>
                      <a:pt x="1597872" y="428202"/>
                    </a:moveTo>
                    <a:cubicBezTo>
                      <a:pt x="1483572" y="230081"/>
                      <a:pt x="1298786" y="88477"/>
                      <a:pt x="1077807" y="29422"/>
                    </a:cubicBezTo>
                    <a:cubicBezTo>
                      <a:pt x="856827" y="-29633"/>
                      <a:pt x="626322" y="847"/>
                      <a:pt x="428202" y="115147"/>
                    </a:cubicBezTo>
                    <a:cubicBezTo>
                      <a:pt x="230082" y="229447"/>
                      <a:pt x="88477" y="414231"/>
                      <a:pt x="29422" y="635211"/>
                    </a:cubicBezTo>
                    <a:cubicBezTo>
                      <a:pt x="-29633" y="856192"/>
                      <a:pt x="847" y="1086697"/>
                      <a:pt x="115147" y="1284817"/>
                    </a:cubicBezTo>
                    <a:cubicBezTo>
                      <a:pt x="229447" y="1482936"/>
                      <a:pt x="414232" y="1624542"/>
                      <a:pt x="635211" y="1683596"/>
                    </a:cubicBezTo>
                    <a:cubicBezTo>
                      <a:pt x="708872" y="1703282"/>
                      <a:pt x="783802" y="1713442"/>
                      <a:pt x="858097" y="1713442"/>
                    </a:cubicBezTo>
                    <a:cubicBezTo>
                      <a:pt x="1006686" y="1713442"/>
                      <a:pt x="1152736" y="1674707"/>
                      <a:pt x="1284817" y="1598507"/>
                    </a:cubicBezTo>
                    <a:cubicBezTo>
                      <a:pt x="1482936" y="1484207"/>
                      <a:pt x="1624542" y="1299422"/>
                      <a:pt x="1683597" y="1078442"/>
                    </a:cubicBezTo>
                    <a:cubicBezTo>
                      <a:pt x="1742017" y="856827"/>
                      <a:pt x="1712172" y="626322"/>
                      <a:pt x="1597872" y="428202"/>
                    </a:cubicBezTo>
                    <a:close/>
                  </a:path>
                </a:pathLst>
              </a:custGeom>
              <a:solidFill>
                <a:schemeClr val="accent4"/>
              </a:solidFill>
              <a:ln w="6350" cap="flat">
                <a:noFill/>
                <a:prstDash val="solid"/>
                <a:miter/>
              </a:ln>
            </p:spPr>
            <p:txBody>
              <a:bodyPr rtlCol="0" anchor="ctr"/>
              <a:lstStyle/>
              <a:p>
                <a:endParaRPr lang="en-RS" sz="450"/>
              </a:p>
            </p:txBody>
          </p:sp>
          <p:sp>
            <p:nvSpPr>
              <p:cNvPr id="36" name="Freeform 37">
                <a:extLst>
                  <a:ext uri="{FF2B5EF4-FFF2-40B4-BE49-F238E27FC236}">
                    <a16:creationId xmlns:a16="http://schemas.microsoft.com/office/drawing/2014/main" id="{E5383F26-282C-092E-CE2B-B8D951366C7A}"/>
                  </a:ext>
                </a:extLst>
              </p:cNvPr>
              <p:cNvSpPr/>
              <p:nvPr/>
            </p:nvSpPr>
            <p:spPr>
              <a:xfrm rot="18900000">
                <a:off x="6766991" y="9963129"/>
                <a:ext cx="1987313" cy="1987313"/>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4">
                  <a:lumMod val="75000"/>
                </a:schemeClr>
              </a:solidFill>
              <a:ln w="6350" cap="flat">
                <a:noFill/>
                <a:prstDash val="solid"/>
                <a:miter/>
              </a:ln>
            </p:spPr>
            <p:txBody>
              <a:bodyPr rtlCol="0" anchor="ctr"/>
              <a:lstStyle/>
              <a:p>
                <a:endParaRPr lang="en-RS" sz="450"/>
              </a:p>
            </p:txBody>
          </p:sp>
          <p:sp>
            <p:nvSpPr>
              <p:cNvPr id="37" name="Freeform 38">
                <a:extLst>
                  <a:ext uri="{FF2B5EF4-FFF2-40B4-BE49-F238E27FC236}">
                    <a16:creationId xmlns:a16="http://schemas.microsoft.com/office/drawing/2014/main" id="{F5F2C2D9-E3AD-464A-2672-155658CA4F09}"/>
                  </a:ext>
                </a:extLst>
              </p:cNvPr>
              <p:cNvSpPr/>
              <p:nvPr/>
            </p:nvSpPr>
            <p:spPr>
              <a:xfrm rot="18900000">
                <a:off x="6875956" y="10072095"/>
                <a:ext cx="1769383" cy="1769383"/>
              </a:xfrm>
              <a:custGeom>
                <a:avLst/>
                <a:gdLst>
                  <a:gd name="connsiteX0" fmla="*/ 1299198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3" y="1299198"/>
                      <a:pt x="649599" y="1299198"/>
                    </a:cubicBezTo>
                    <a:cubicBezTo>
                      <a:pt x="290835" y="1299198"/>
                      <a:pt x="0" y="1008363"/>
                      <a:pt x="0" y="649599"/>
                    </a:cubicBezTo>
                    <a:cubicBezTo>
                      <a:pt x="0" y="290836"/>
                      <a:pt x="290835" y="1"/>
                      <a:pt x="649599" y="1"/>
                    </a:cubicBezTo>
                    <a:cubicBezTo>
                      <a:pt x="1008363" y="1"/>
                      <a:pt x="1299198" y="290836"/>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38" name="Group 37">
                <a:extLst>
                  <a:ext uri="{FF2B5EF4-FFF2-40B4-BE49-F238E27FC236}">
                    <a16:creationId xmlns:a16="http://schemas.microsoft.com/office/drawing/2014/main" id="{3625DE27-4E4B-6A22-9EBD-3E0C4F9FC407}"/>
                  </a:ext>
                </a:extLst>
              </p:cNvPr>
              <p:cNvGrpSpPr>
                <a:grpSpLocks noChangeAspect="1"/>
              </p:cNvGrpSpPr>
              <p:nvPr/>
            </p:nvGrpSpPr>
            <p:grpSpPr>
              <a:xfrm>
                <a:off x="7133368" y="10313838"/>
                <a:ext cx="1296002" cy="1296000"/>
                <a:chOff x="8869992" y="3328355"/>
                <a:chExt cx="844932" cy="844931"/>
              </a:xfrm>
            </p:grpSpPr>
            <p:sp>
              <p:nvSpPr>
                <p:cNvPr id="39" name="Oval 38">
                  <a:extLst>
                    <a:ext uri="{FF2B5EF4-FFF2-40B4-BE49-F238E27FC236}">
                      <a16:creationId xmlns:a16="http://schemas.microsoft.com/office/drawing/2014/main" id="{2602C22D-775C-C550-4F39-1938AEE089FF}"/>
                    </a:ext>
                  </a:extLst>
                </p:cNvPr>
                <p:cNvSpPr/>
                <p:nvPr/>
              </p:nvSpPr>
              <p:spPr>
                <a:xfrm>
                  <a:off x="8869992" y="3328355"/>
                  <a:ext cx="844932" cy="844931"/>
                </a:xfrm>
                <a:prstGeom prst="ellipse">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40" name="Oval 39">
                  <a:extLst>
                    <a:ext uri="{FF2B5EF4-FFF2-40B4-BE49-F238E27FC236}">
                      <a16:creationId xmlns:a16="http://schemas.microsoft.com/office/drawing/2014/main" id="{9F823A49-0B91-660F-8D8E-F39BF32940AF}"/>
                    </a:ext>
                  </a:extLst>
                </p:cNvPr>
                <p:cNvSpPr/>
                <p:nvPr/>
              </p:nvSpPr>
              <p:spPr>
                <a:xfrm>
                  <a:off x="8938228" y="3396590"/>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15" name="Group 14">
              <a:extLst>
                <a:ext uri="{FF2B5EF4-FFF2-40B4-BE49-F238E27FC236}">
                  <a16:creationId xmlns:a16="http://schemas.microsoft.com/office/drawing/2014/main" id="{51B21043-C79E-1820-2A7C-B6D8E28D2F3F}"/>
                </a:ext>
              </a:extLst>
            </p:cNvPr>
            <p:cNvGrpSpPr>
              <a:grpSpLocks noChangeAspect="1"/>
            </p:cNvGrpSpPr>
            <p:nvPr/>
          </p:nvGrpSpPr>
          <p:grpSpPr>
            <a:xfrm>
              <a:off x="860857" y="4345558"/>
              <a:ext cx="648150" cy="647916"/>
              <a:chOff x="2905741" y="9789918"/>
              <a:chExt cx="2333543" cy="2332679"/>
            </a:xfrm>
          </p:grpSpPr>
          <p:sp>
            <p:nvSpPr>
              <p:cNvPr id="28" name="Freeform 44">
                <a:extLst>
                  <a:ext uri="{FF2B5EF4-FFF2-40B4-BE49-F238E27FC236}">
                    <a16:creationId xmlns:a16="http://schemas.microsoft.com/office/drawing/2014/main" id="{B132BD91-8842-86F5-4584-A04B8FAC1D99}"/>
                  </a:ext>
                </a:extLst>
              </p:cNvPr>
              <p:cNvSpPr/>
              <p:nvPr/>
            </p:nvSpPr>
            <p:spPr>
              <a:xfrm>
                <a:off x="2905741" y="9789918"/>
                <a:ext cx="2333543" cy="2332679"/>
              </a:xfrm>
              <a:custGeom>
                <a:avLst/>
                <a:gdLst>
                  <a:gd name="connsiteX0" fmla="*/ 1683597 w 1713441"/>
                  <a:gd name="connsiteY0" fmla="*/ 635212 h 1712806"/>
                  <a:gd name="connsiteX1" fmla="*/ 1284817 w 1713441"/>
                  <a:gd name="connsiteY1" fmla="*/ 115147 h 1712806"/>
                  <a:gd name="connsiteX2" fmla="*/ 635211 w 1713441"/>
                  <a:gd name="connsiteY2" fmla="*/ 29422 h 1712806"/>
                  <a:gd name="connsiteX3" fmla="*/ 115147 w 1713441"/>
                  <a:gd name="connsiteY3" fmla="*/ 428202 h 1712806"/>
                  <a:gd name="connsiteX4" fmla="*/ 29422 w 1713441"/>
                  <a:gd name="connsiteY4" fmla="*/ 1077807 h 1712806"/>
                  <a:gd name="connsiteX5" fmla="*/ 428202 w 1713441"/>
                  <a:gd name="connsiteY5" fmla="*/ 1597872 h 1712806"/>
                  <a:gd name="connsiteX6" fmla="*/ 854922 w 1713441"/>
                  <a:gd name="connsiteY6" fmla="*/ 1712807 h 1712806"/>
                  <a:gd name="connsiteX7" fmla="*/ 1077807 w 1713441"/>
                  <a:gd name="connsiteY7" fmla="*/ 1682962 h 1712806"/>
                  <a:gd name="connsiteX8" fmla="*/ 1597872 w 1713441"/>
                  <a:gd name="connsiteY8" fmla="*/ 1284182 h 1712806"/>
                  <a:gd name="connsiteX9" fmla="*/ 1683597 w 1713441"/>
                  <a:gd name="connsiteY9"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441" h="1712806">
                    <a:moveTo>
                      <a:pt x="1683597" y="635212"/>
                    </a:moveTo>
                    <a:cubicBezTo>
                      <a:pt x="1624542" y="414232"/>
                      <a:pt x="1482936" y="229447"/>
                      <a:pt x="1284817" y="115147"/>
                    </a:cubicBezTo>
                    <a:cubicBezTo>
                      <a:pt x="1086697" y="847"/>
                      <a:pt x="856192" y="-29633"/>
                      <a:pt x="635211" y="29422"/>
                    </a:cubicBezTo>
                    <a:cubicBezTo>
                      <a:pt x="414231" y="88477"/>
                      <a:pt x="229447" y="230082"/>
                      <a:pt x="115147" y="428202"/>
                    </a:cubicBezTo>
                    <a:cubicBezTo>
                      <a:pt x="847" y="626322"/>
                      <a:pt x="-29633" y="856827"/>
                      <a:pt x="29422" y="1077807"/>
                    </a:cubicBezTo>
                    <a:cubicBezTo>
                      <a:pt x="88477" y="1298787"/>
                      <a:pt x="230081" y="1483572"/>
                      <a:pt x="428202" y="1597872"/>
                    </a:cubicBezTo>
                    <a:cubicBezTo>
                      <a:pt x="560282" y="1674072"/>
                      <a:pt x="706332" y="1712807"/>
                      <a:pt x="854922" y="1712807"/>
                    </a:cubicBezTo>
                    <a:cubicBezTo>
                      <a:pt x="929217" y="1712807"/>
                      <a:pt x="1004147" y="1703282"/>
                      <a:pt x="1077807" y="1682962"/>
                    </a:cubicBezTo>
                    <a:cubicBezTo>
                      <a:pt x="1298786" y="1623907"/>
                      <a:pt x="1483572" y="1482302"/>
                      <a:pt x="1597872" y="1284182"/>
                    </a:cubicBezTo>
                    <a:cubicBezTo>
                      <a:pt x="1712807" y="1087332"/>
                      <a:pt x="1743286" y="856192"/>
                      <a:pt x="1683597" y="635212"/>
                    </a:cubicBezTo>
                    <a:close/>
                  </a:path>
                </a:pathLst>
              </a:custGeom>
              <a:solidFill>
                <a:schemeClr val="accent5"/>
              </a:solidFill>
              <a:ln w="6350" cap="flat">
                <a:noFill/>
                <a:prstDash val="solid"/>
                <a:miter/>
              </a:ln>
            </p:spPr>
            <p:txBody>
              <a:bodyPr rtlCol="0" anchor="ctr"/>
              <a:lstStyle/>
              <a:p>
                <a:endParaRPr lang="en-RS" sz="450"/>
              </a:p>
            </p:txBody>
          </p:sp>
          <p:sp>
            <p:nvSpPr>
              <p:cNvPr id="29" name="Freeform 45">
                <a:extLst>
                  <a:ext uri="{FF2B5EF4-FFF2-40B4-BE49-F238E27FC236}">
                    <a16:creationId xmlns:a16="http://schemas.microsoft.com/office/drawing/2014/main" id="{A9EC89F1-4FE7-EF22-A0E3-6F8861899E94}"/>
                  </a:ext>
                </a:extLst>
              </p:cNvPr>
              <p:cNvSpPr/>
              <p:nvPr/>
            </p:nvSpPr>
            <p:spPr>
              <a:xfrm rot="18900000">
                <a:off x="3078644" y="9963204"/>
                <a:ext cx="1987313" cy="1987313"/>
              </a:xfrm>
              <a:custGeom>
                <a:avLst/>
                <a:gdLst>
                  <a:gd name="connsiteX0" fmla="*/ 1459216 w 1459216"/>
                  <a:gd name="connsiteY0" fmla="*/ 729608 h 1459216"/>
                  <a:gd name="connsiteX1" fmla="*/ 729608 w 1459216"/>
                  <a:gd name="connsiteY1" fmla="*/ 1459216 h 1459216"/>
                  <a:gd name="connsiteX2" fmla="*/ 0 w 1459216"/>
                  <a:gd name="connsiteY2" fmla="*/ 729608 h 1459216"/>
                  <a:gd name="connsiteX3" fmla="*/ 729608 w 1459216"/>
                  <a:gd name="connsiteY3" fmla="*/ 0 h 1459216"/>
                  <a:gd name="connsiteX4" fmla="*/ 1459216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6" y="729608"/>
                    </a:moveTo>
                    <a:cubicBezTo>
                      <a:pt x="1459216" y="1132560"/>
                      <a:pt x="1132559" y="1459216"/>
                      <a:pt x="729608" y="1459216"/>
                    </a:cubicBezTo>
                    <a:cubicBezTo>
                      <a:pt x="326657" y="1459216"/>
                      <a:pt x="0" y="1132560"/>
                      <a:pt x="0" y="729608"/>
                    </a:cubicBezTo>
                    <a:cubicBezTo>
                      <a:pt x="0" y="326657"/>
                      <a:pt x="326657" y="0"/>
                      <a:pt x="729608" y="0"/>
                    </a:cubicBezTo>
                    <a:cubicBezTo>
                      <a:pt x="1132559" y="0"/>
                      <a:pt x="1459216" y="326657"/>
                      <a:pt x="1459216" y="729608"/>
                    </a:cubicBezTo>
                    <a:close/>
                  </a:path>
                </a:pathLst>
              </a:custGeom>
              <a:solidFill>
                <a:schemeClr val="accent5">
                  <a:lumMod val="75000"/>
                </a:schemeClr>
              </a:solidFill>
              <a:ln w="6350" cap="flat">
                <a:noFill/>
                <a:prstDash val="solid"/>
                <a:miter/>
              </a:ln>
            </p:spPr>
            <p:txBody>
              <a:bodyPr rtlCol="0" anchor="ctr"/>
              <a:lstStyle/>
              <a:p>
                <a:endParaRPr lang="en-RS" sz="450"/>
              </a:p>
            </p:txBody>
          </p:sp>
          <p:sp>
            <p:nvSpPr>
              <p:cNvPr id="30" name="Freeform 46">
                <a:extLst>
                  <a:ext uri="{FF2B5EF4-FFF2-40B4-BE49-F238E27FC236}">
                    <a16:creationId xmlns:a16="http://schemas.microsoft.com/office/drawing/2014/main" id="{235E6B7A-6605-2CF0-3584-A47F65D1F714}"/>
                  </a:ext>
                </a:extLst>
              </p:cNvPr>
              <p:cNvSpPr/>
              <p:nvPr/>
            </p:nvSpPr>
            <p:spPr>
              <a:xfrm rot="18900000">
                <a:off x="3187609" y="10072170"/>
                <a:ext cx="1769383" cy="1769383"/>
              </a:xfrm>
              <a:custGeom>
                <a:avLst/>
                <a:gdLst>
                  <a:gd name="connsiteX0" fmla="*/ 1299197 w 1299197"/>
                  <a:gd name="connsiteY0" fmla="*/ 649599 h 1299197"/>
                  <a:gd name="connsiteX1" fmla="*/ 649599 w 1299197"/>
                  <a:gd name="connsiteY1" fmla="*/ 1299198 h 1299197"/>
                  <a:gd name="connsiteX2" fmla="*/ 0 w 1299197"/>
                  <a:gd name="connsiteY2" fmla="*/ 649599 h 1299197"/>
                  <a:gd name="connsiteX3" fmla="*/ 649599 w 1299197"/>
                  <a:gd name="connsiteY3" fmla="*/ 1 h 1299197"/>
                  <a:gd name="connsiteX4" fmla="*/ 1299197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7" y="649599"/>
                    </a:moveTo>
                    <a:cubicBezTo>
                      <a:pt x="1299197" y="1008362"/>
                      <a:pt x="1008362" y="1299198"/>
                      <a:pt x="649599" y="1299198"/>
                    </a:cubicBezTo>
                    <a:cubicBezTo>
                      <a:pt x="290835" y="1299198"/>
                      <a:pt x="0" y="1008363"/>
                      <a:pt x="0" y="649599"/>
                    </a:cubicBezTo>
                    <a:cubicBezTo>
                      <a:pt x="0" y="290836"/>
                      <a:pt x="290835" y="1"/>
                      <a:pt x="649599" y="1"/>
                    </a:cubicBezTo>
                    <a:cubicBezTo>
                      <a:pt x="1008362" y="1"/>
                      <a:pt x="1299197" y="290836"/>
                      <a:pt x="1299197" y="649599"/>
                    </a:cubicBezTo>
                    <a:close/>
                  </a:path>
                </a:pathLst>
              </a:custGeom>
              <a:solidFill>
                <a:srgbClr val="FFFFFF"/>
              </a:solidFill>
              <a:ln w="6350" cap="flat">
                <a:noFill/>
                <a:prstDash val="solid"/>
                <a:miter/>
              </a:ln>
            </p:spPr>
            <p:txBody>
              <a:bodyPr rtlCol="0" anchor="ctr"/>
              <a:lstStyle/>
              <a:p>
                <a:endParaRPr lang="en-RS" sz="450"/>
              </a:p>
            </p:txBody>
          </p:sp>
          <p:grpSp>
            <p:nvGrpSpPr>
              <p:cNvPr id="31" name="Group 30">
                <a:extLst>
                  <a:ext uri="{FF2B5EF4-FFF2-40B4-BE49-F238E27FC236}">
                    <a16:creationId xmlns:a16="http://schemas.microsoft.com/office/drawing/2014/main" id="{DB66B438-96EB-90D1-5D9D-A2381D355163}"/>
                  </a:ext>
                </a:extLst>
              </p:cNvPr>
              <p:cNvGrpSpPr>
                <a:grpSpLocks noChangeAspect="1"/>
              </p:cNvGrpSpPr>
              <p:nvPr/>
            </p:nvGrpSpPr>
            <p:grpSpPr>
              <a:xfrm>
                <a:off x="3406304" y="10319398"/>
                <a:ext cx="1296002" cy="1296000"/>
                <a:chOff x="5730616" y="4486650"/>
                <a:chExt cx="844932" cy="844931"/>
              </a:xfrm>
            </p:grpSpPr>
            <p:sp>
              <p:nvSpPr>
                <p:cNvPr id="32" name="Oval 31">
                  <a:extLst>
                    <a:ext uri="{FF2B5EF4-FFF2-40B4-BE49-F238E27FC236}">
                      <a16:creationId xmlns:a16="http://schemas.microsoft.com/office/drawing/2014/main" id="{39257234-A578-B95E-DAAF-9B54EEDBCC35}"/>
                    </a:ext>
                  </a:extLst>
                </p:cNvPr>
                <p:cNvSpPr/>
                <p:nvPr/>
              </p:nvSpPr>
              <p:spPr>
                <a:xfrm>
                  <a:off x="5730616" y="4486650"/>
                  <a:ext cx="844932" cy="844931"/>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33" name="Oval 32">
                  <a:extLst>
                    <a:ext uri="{FF2B5EF4-FFF2-40B4-BE49-F238E27FC236}">
                      <a16:creationId xmlns:a16="http://schemas.microsoft.com/office/drawing/2014/main" id="{77DCCF3F-4346-D57D-ADF4-BD4D18AAB1C2}"/>
                    </a:ext>
                  </a:extLst>
                </p:cNvPr>
                <p:cNvSpPr/>
                <p:nvPr/>
              </p:nvSpPr>
              <p:spPr>
                <a:xfrm>
                  <a:off x="5798852" y="4553260"/>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17" name="Group 16">
              <a:extLst>
                <a:ext uri="{FF2B5EF4-FFF2-40B4-BE49-F238E27FC236}">
                  <a16:creationId xmlns:a16="http://schemas.microsoft.com/office/drawing/2014/main" id="{74E7E6E5-AAF1-B611-C21A-D21001F1F4BB}"/>
                </a:ext>
              </a:extLst>
            </p:cNvPr>
            <p:cNvGrpSpPr>
              <a:grpSpLocks noChangeAspect="1"/>
            </p:cNvGrpSpPr>
            <p:nvPr/>
          </p:nvGrpSpPr>
          <p:grpSpPr>
            <a:xfrm>
              <a:off x="908326" y="2569774"/>
              <a:ext cx="647916" cy="647916"/>
              <a:chOff x="1062372" y="6597617"/>
              <a:chExt cx="2331503" cy="2331503"/>
            </a:xfrm>
          </p:grpSpPr>
          <p:sp>
            <p:nvSpPr>
              <p:cNvPr id="20" name="Freeform 52">
                <a:extLst>
                  <a:ext uri="{FF2B5EF4-FFF2-40B4-BE49-F238E27FC236}">
                    <a16:creationId xmlns:a16="http://schemas.microsoft.com/office/drawing/2014/main" id="{38C5C0FF-CC2E-113E-7800-37A488A2B090}"/>
                  </a:ext>
                </a:extLst>
              </p:cNvPr>
              <p:cNvSpPr/>
              <p:nvPr/>
            </p:nvSpPr>
            <p:spPr>
              <a:xfrm rot="18900000">
                <a:off x="1062372" y="6597617"/>
                <a:ext cx="2331503" cy="2331503"/>
              </a:xfrm>
              <a:custGeom>
                <a:avLst/>
                <a:gdLst>
                  <a:gd name="connsiteX0" fmla="*/ 1711944 w 1711943"/>
                  <a:gd name="connsiteY0" fmla="*/ 855972 h 1711943"/>
                  <a:gd name="connsiteX1" fmla="*/ 855972 w 1711943"/>
                  <a:gd name="connsiteY1" fmla="*/ 1711943 h 1711943"/>
                  <a:gd name="connsiteX2" fmla="*/ 0 w 1711943"/>
                  <a:gd name="connsiteY2" fmla="*/ 855972 h 1711943"/>
                  <a:gd name="connsiteX3" fmla="*/ 855972 w 1711943"/>
                  <a:gd name="connsiteY3" fmla="*/ 0 h 1711943"/>
                  <a:gd name="connsiteX4" fmla="*/ 1711944 w 1711943"/>
                  <a:gd name="connsiteY4" fmla="*/ 855972 h 171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943" h="1711943">
                    <a:moveTo>
                      <a:pt x="1711944" y="855972"/>
                    </a:moveTo>
                    <a:cubicBezTo>
                      <a:pt x="1711944" y="1328712"/>
                      <a:pt x="1328712" y="1711943"/>
                      <a:pt x="855972" y="1711943"/>
                    </a:cubicBezTo>
                    <a:cubicBezTo>
                      <a:pt x="383232" y="1711943"/>
                      <a:pt x="0" y="1328712"/>
                      <a:pt x="0" y="855972"/>
                    </a:cubicBezTo>
                    <a:cubicBezTo>
                      <a:pt x="0" y="383231"/>
                      <a:pt x="383232" y="0"/>
                      <a:pt x="855972" y="0"/>
                    </a:cubicBezTo>
                    <a:cubicBezTo>
                      <a:pt x="1328712" y="0"/>
                      <a:pt x="1711944" y="383232"/>
                      <a:pt x="1711944" y="855972"/>
                    </a:cubicBezTo>
                    <a:close/>
                  </a:path>
                </a:pathLst>
              </a:custGeom>
              <a:solidFill>
                <a:schemeClr val="accent6"/>
              </a:solidFill>
              <a:ln w="6350" cap="flat">
                <a:noFill/>
                <a:prstDash val="solid"/>
                <a:miter/>
              </a:ln>
            </p:spPr>
            <p:txBody>
              <a:bodyPr rtlCol="0" anchor="ctr"/>
              <a:lstStyle/>
              <a:p>
                <a:endParaRPr lang="en-RS" sz="450"/>
              </a:p>
            </p:txBody>
          </p:sp>
          <p:grpSp>
            <p:nvGrpSpPr>
              <p:cNvPr id="21" name="Group 20">
                <a:extLst>
                  <a:ext uri="{FF2B5EF4-FFF2-40B4-BE49-F238E27FC236}">
                    <a16:creationId xmlns:a16="http://schemas.microsoft.com/office/drawing/2014/main" id="{9B3D17F6-9698-0256-F8FD-5652B4954563}"/>
                  </a:ext>
                </a:extLst>
              </p:cNvPr>
              <p:cNvGrpSpPr/>
              <p:nvPr/>
            </p:nvGrpSpPr>
            <p:grpSpPr>
              <a:xfrm>
                <a:off x="1234352" y="6769427"/>
                <a:ext cx="1987331" cy="1987331"/>
                <a:chOff x="1234352" y="6769427"/>
                <a:chExt cx="1987331" cy="1987331"/>
              </a:xfrm>
            </p:grpSpPr>
            <p:sp>
              <p:nvSpPr>
                <p:cNvPr id="22" name="Freeform 54">
                  <a:extLst>
                    <a:ext uri="{FF2B5EF4-FFF2-40B4-BE49-F238E27FC236}">
                      <a16:creationId xmlns:a16="http://schemas.microsoft.com/office/drawing/2014/main" id="{2FCF535A-E68A-1464-7912-900F0B83EB3F}"/>
                    </a:ext>
                  </a:extLst>
                </p:cNvPr>
                <p:cNvSpPr/>
                <p:nvPr/>
              </p:nvSpPr>
              <p:spPr>
                <a:xfrm>
                  <a:off x="1234352" y="6769427"/>
                  <a:ext cx="1987331" cy="1987331"/>
                </a:xfrm>
                <a:custGeom>
                  <a:avLst/>
                  <a:gdLst>
                    <a:gd name="connsiteX0" fmla="*/ 1459230 w 1459229"/>
                    <a:gd name="connsiteY0" fmla="*/ 729615 h 1459229"/>
                    <a:gd name="connsiteX1" fmla="*/ 729615 w 1459229"/>
                    <a:gd name="connsiteY1" fmla="*/ 1459230 h 1459229"/>
                    <a:gd name="connsiteX2" fmla="*/ 0 w 1459229"/>
                    <a:gd name="connsiteY2" fmla="*/ 729615 h 1459229"/>
                    <a:gd name="connsiteX3" fmla="*/ 729615 w 1459229"/>
                    <a:gd name="connsiteY3" fmla="*/ 0 h 1459229"/>
                    <a:gd name="connsiteX4" fmla="*/ 1459230 w 1459229"/>
                    <a:gd name="connsiteY4" fmla="*/ 729615 h 1459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29" h="1459229">
                      <a:moveTo>
                        <a:pt x="1459230" y="729615"/>
                      </a:moveTo>
                      <a:cubicBezTo>
                        <a:pt x="1459230" y="1132570"/>
                        <a:pt x="1132570" y="1459230"/>
                        <a:pt x="729615" y="1459230"/>
                      </a:cubicBezTo>
                      <a:cubicBezTo>
                        <a:pt x="326659" y="1459230"/>
                        <a:pt x="0" y="1132570"/>
                        <a:pt x="0" y="729615"/>
                      </a:cubicBezTo>
                      <a:cubicBezTo>
                        <a:pt x="0" y="326660"/>
                        <a:pt x="326659" y="0"/>
                        <a:pt x="729615" y="0"/>
                      </a:cubicBezTo>
                      <a:cubicBezTo>
                        <a:pt x="1132570" y="0"/>
                        <a:pt x="1459230" y="326660"/>
                        <a:pt x="1459230" y="729615"/>
                      </a:cubicBezTo>
                      <a:close/>
                    </a:path>
                  </a:pathLst>
                </a:custGeom>
                <a:solidFill>
                  <a:schemeClr val="accent6">
                    <a:lumMod val="75000"/>
                  </a:schemeClr>
                </a:solidFill>
                <a:ln w="6350" cap="flat">
                  <a:noFill/>
                  <a:prstDash val="solid"/>
                  <a:miter/>
                </a:ln>
              </p:spPr>
              <p:txBody>
                <a:bodyPr rtlCol="0" anchor="ctr"/>
                <a:lstStyle/>
                <a:p>
                  <a:endParaRPr lang="en-RS" sz="450"/>
                </a:p>
              </p:txBody>
            </p:sp>
            <p:sp>
              <p:nvSpPr>
                <p:cNvPr id="23" name="Freeform 55">
                  <a:extLst>
                    <a:ext uri="{FF2B5EF4-FFF2-40B4-BE49-F238E27FC236}">
                      <a16:creationId xmlns:a16="http://schemas.microsoft.com/office/drawing/2014/main" id="{9E30445B-6D7A-EBD4-F3C9-477A6B57F0E7}"/>
                    </a:ext>
                  </a:extLst>
                </p:cNvPr>
                <p:cNvSpPr/>
                <p:nvPr/>
              </p:nvSpPr>
              <p:spPr>
                <a:xfrm>
                  <a:off x="1343318" y="6878393"/>
                  <a:ext cx="1769399" cy="1769399"/>
                </a:xfrm>
                <a:custGeom>
                  <a:avLst/>
                  <a:gdLst>
                    <a:gd name="connsiteX0" fmla="*/ 1299210 w 1299209"/>
                    <a:gd name="connsiteY0" fmla="*/ 649605 h 1299209"/>
                    <a:gd name="connsiteX1" fmla="*/ 649605 w 1299209"/>
                    <a:gd name="connsiteY1" fmla="*/ 1299210 h 1299209"/>
                    <a:gd name="connsiteX2" fmla="*/ 0 w 1299209"/>
                    <a:gd name="connsiteY2" fmla="*/ 649605 h 1299209"/>
                    <a:gd name="connsiteX3" fmla="*/ 649605 w 1299209"/>
                    <a:gd name="connsiteY3" fmla="*/ 0 h 1299209"/>
                    <a:gd name="connsiteX4" fmla="*/ 1299210 w 1299209"/>
                    <a:gd name="connsiteY4" fmla="*/ 649605 h 1299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209" h="1299209">
                      <a:moveTo>
                        <a:pt x="1299210" y="649605"/>
                      </a:moveTo>
                      <a:cubicBezTo>
                        <a:pt x="1299210" y="1008372"/>
                        <a:pt x="1008372" y="1299210"/>
                        <a:pt x="649605" y="1299210"/>
                      </a:cubicBezTo>
                      <a:cubicBezTo>
                        <a:pt x="290838" y="1299210"/>
                        <a:pt x="0" y="1008372"/>
                        <a:pt x="0" y="649605"/>
                      </a:cubicBezTo>
                      <a:cubicBezTo>
                        <a:pt x="0" y="290838"/>
                        <a:pt x="290838" y="0"/>
                        <a:pt x="649605" y="0"/>
                      </a:cubicBezTo>
                      <a:cubicBezTo>
                        <a:pt x="1008372" y="0"/>
                        <a:pt x="1299210" y="290838"/>
                        <a:pt x="1299210" y="649605"/>
                      </a:cubicBezTo>
                      <a:close/>
                    </a:path>
                  </a:pathLst>
                </a:custGeom>
                <a:solidFill>
                  <a:srgbClr val="FFFFFF"/>
                </a:solidFill>
                <a:ln w="6350" cap="flat">
                  <a:noFill/>
                  <a:prstDash val="solid"/>
                  <a:miter/>
                </a:ln>
              </p:spPr>
              <p:txBody>
                <a:bodyPr rtlCol="0" anchor="ctr"/>
                <a:lstStyle/>
                <a:p>
                  <a:endParaRPr lang="en-RS" sz="450"/>
                </a:p>
              </p:txBody>
            </p:sp>
            <p:grpSp>
              <p:nvGrpSpPr>
                <p:cNvPr id="24" name="Group 23">
                  <a:extLst>
                    <a:ext uri="{FF2B5EF4-FFF2-40B4-BE49-F238E27FC236}">
                      <a16:creationId xmlns:a16="http://schemas.microsoft.com/office/drawing/2014/main" id="{E4AAD858-2CE1-D002-6E9C-9A9D5A6F8ABD}"/>
                    </a:ext>
                  </a:extLst>
                </p:cNvPr>
                <p:cNvGrpSpPr>
                  <a:grpSpLocks noChangeAspect="1"/>
                </p:cNvGrpSpPr>
                <p:nvPr/>
              </p:nvGrpSpPr>
              <p:grpSpPr>
                <a:xfrm>
                  <a:off x="1574795" y="7130861"/>
                  <a:ext cx="1296002" cy="1296000"/>
                  <a:chOff x="8907741" y="4486635"/>
                  <a:chExt cx="844932" cy="844931"/>
                </a:xfrm>
              </p:grpSpPr>
              <p:sp>
                <p:nvSpPr>
                  <p:cNvPr id="25" name="Oval 24">
                    <a:extLst>
                      <a:ext uri="{FF2B5EF4-FFF2-40B4-BE49-F238E27FC236}">
                        <a16:creationId xmlns:a16="http://schemas.microsoft.com/office/drawing/2014/main" id="{823DCAC8-E1FE-F1BC-1F29-EB5C49E2DA83}"/>
                      </a:ext>
                    </a:extLst>
                  </p:cNvPr>
                  <p:cNvSpPr/>
                  <p:nvPr/>
                </p:nvSpPr>
                <p:spPr>
                  <a:xfrm>
                    <a:off x="8907741" y="4486635"/>
                    <a:ext cx="844932" cy="844931"/>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26" name="Oval 25">
                    <a:extLst>
                      <a:ext uri="{FF2B5EF4-FFF2-40B4-BE49-F238E27FC236}">
                        <a16:creationId xmlns:a16="http://schemas.microsoft.com/office/drawing/2014/main" id="{600CD8B8-AECE-DD57-9251-FFFC4BEF27E8}"/>
                      </a:ext>
                    </a:extLst>
                  </p:cNvPr>
                  <p:cNvSpPr/>
                  <p:nvPr/>
                </p:nvSpPr>
                <p:spPr>
                  <a:xfrm>
                    <a:off x="8975977" y="4553260"/>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grpSp>
      <p:sp>
        <p:nvSpPr>
          <p:cNvPr id="2" name="Text Placeholder 51">
            <a:extLst>
              <a:ext uri="{FF2B5EF4-FFF2-40B4-BE49-F238E27FC236}">
                <a16:creationId xmlns:a16="http://schemas.microsoft.com/office/drawing/2014/main" id="{42483F7E-1EBE-4BC0-B16F-05448CC420E5}"/>
              </a:ext>
            </a:extLst>
          </p:cNvPr>
          <p:cNvSpPr>
            <a:spLocks noGrp="1"/>
          </p:cNvSpPr>
          <p:nvPr>
            <p:ph type="body" sz="quarter" idx="66"/>
          </p:nvPr>
        </p:nvSpPr>
        <p:spPr>
          <a:xfrm>
            <a:off x="4751051" y="1783110"/>
            <a:ext cx="3133693" cy="1276026"/>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 name="Text Placeholder 51">
            <a:extLst>
              <a:ext uri="{FF2B5EF4-FFF2-40B4-BE49-F238E27FC236}">
                <a16:creationId xmlns:a16="http://schemas.microsoft.com/office/drawing/2014/main" id="{6029ED26-2220-6D8A-67C3-DE70FD7C06BC}"/>
              </a:ext>
            </a:extLst>
          </p:cNvPr>
          <p:cNvSpPr>
            <a:spLocks noGrp="1"/>
          </p:cNvSpPr>
          <p:nvPr>
            <p:ph type="body" sz="quarter" idx="67"/>
          </p:nvPr>
        </p:nvSpPr>
        <p:spPr>
          <a:xfrm>
            <a:off x="8290519" y="1783110"/>
            <a:ext cx="3133693"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8" name="Text Placeholder 51">
            <a:extLst>
              <a:ext uri="{FF2B5EF4-FFF2-40B4-BE49-F238E27FC236}">
                <a16:creationId xmlns:a16="http://schemas.microsoft.com/office/drawing/2014/main" id="{433EFAEB-2EFB-FA1F-25DE-4ABD6AE07EC7}"/>
              </a:ext>
            </a:extLst>
          </p:cNvPr>
          <p:cNvSpPr>
            <a:spLocks noGrp="1"/>
          </p:cNvSpPr>
          <p:nvPr>
            <p:ph type="body" sz="quarter" idx="68"/>
          </p:nvPr>
        </p:nvSpPr>
        <p:spPr>
          <a:xfrm>
            <a:off x="4751051" y="3367132"/>
            <a:ext cx="3133693" cy="1276026"/>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Text Placeholder 51">
            <a:extLst>
              <a:ext uri="{FF2B5EF4-FFF2-40B4-BE49-F238E27FC236}">
                <a16:creationId xmlns:a16="http://schemas.microsoft.com/office/drawing/2014/main" id="{A4C41C14-311B-BE6F-FF79-D381CDF13BAA}"/>
              </a:ext>
            </a:extLst>
          </p:cNvPr>
          <p:cNvSpPr>
            <a:spLocks noGrp="1"/>
          </p:cNvSpPr>
          <p:nvPr>
            <p:ph type="body" sz="quarter" idx="69"/>
          </p:nvPr>
        </p:nvSpPr>
        <p:spPr>
          <a:xfrm>
            <a:off x="8290519" y="3367132"/>
            <a:ext cx="3133693" cy="1276026"/>
          </a:xfrm>
          <a:prstGeom prst="rect">
            <a:avLst/>
          </a:prstGeom>
          <a:solidFill>
            <a:schemeClr val="accent4">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7" name="Text Placeholder 51">
            <a:extLst>
              <a:ext uri="{FF2B5EF4-FFF2-40B4-BE49-F238E27FC236}">
                <a16:creationId xmlns:a16="http://schemas.microsoft.com/office/drawing/2014/main" id="{BB45A610-DDF3-2364-06D7-AF4936389F50}"/>
              </a:ext>
            </a:extLst>
          </p:cNvPr>
          <p:cNvSpPr>
            <a:spLocks noGrp="1"/>
          </p:cNvSpPr>
          <p:nvPr>
            <p:ph type="body" sz="quarter" idx="70"/>
          </p:nvPr>
        </p:nvSpPr>
        <p:spPr>
          <a:xfrm>
            <a:off x="4751051" y="4951154"/>
            <a:ext cx="3133693" cy="1276026"/>
          </a:xfrm>
          <a:prstGeom prst="rect">
            <a:avLst/>
          </a:prstGeom>
          <a:solidFill>
            <a:schemeClr val="accent5">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4" name="Text Placeholder 51">
            <a:extLst>
              <a:ext uri="{FF2B5EF4-FFF2-40B4-BE49-F238E27FC236}">
                <a16:creationId xmlns:a16="http://schemas.microsoft.com/office/drawing/2014/main" id="{52487B01-CB7B-DF29-A26A-BB2022D30AAB}"/>
              </a:ext>
            </a:extLst>
          </p:cNvPr>
          <p:cNvSpPr>
            <a:spLocks noGrp="1"/>
          </p:cNvSpPr>
          <p:nvPr>
            <p:ph type="body" sz="quarter" idx="71"/>
          </p:nvPr>
        </p:nvSpPr>
        <p:spPr>
          <a:xfrm>
            <a:off x="8290519" y="4951154"/>
            <a:ext cx="3133693" cy="1276026"/>
          </a:xfrm>
          <a:prstGeom prst="rect">
            <a:avLst/>
          </a:prstGeom>
          <a:solidFill>
            <a:schemeClr val="accent1">
              <a:lumMod val="40000"/>
              <a:lumOff val="6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7838038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Infog_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2" name="Group 1">
            <a:extLst>
              <a:ext uri="{FF2B5EF4-FFF2-40B4-BE49-F238E27FC236}">
                <a16:creationId xmlns:a16="http://schemas.microsoft.com/office/drawing/2014/main" id="{0429BC9A-4E49-2381-FF47-3FB5151D2F4D}"/>
              </a:ext>
            </a:extLst>
          </p:cNvPr>
          <p:cNvGrpSpPr>
            <a:grpSpLocks noChangeAspect="1"/>
          </p:cNvGrpSpPr>
          <p:nvPr/>
        </p:nvGrpSpPr>
        <p:grpSpPr>
          <a:xfrm>
            <a:off x="6284323" y="2074795"/>
            <a:ext cx="5188252" cy="3732596"/>
            <a:chOff x="10141749" y="2839359"/>
            <a:chExt cx="13438937" cy="9668408"/>
          </a:xfrm>
        </p:grpSpPr>
        <p:sp>
          <p:nvSpPr>
            <p:cNvPr id="5" name="Freeform 7">
              <a:extLst>
                <a:ext uri="{FF2B5EF4-FFF2-40B4-BE49-F238E27FC236}">
                  <a16:creationId xmlns:a16="http://schemas.microsoft.com/office/drawing/2014/main" id="{16E11908-DE62-1E08-7F48-E2B56DB264F8}"/>
                </a:ext>
              </a:extLst>
            </p:cNvPr>
            <p:cNvSpPr/>
            <p:nvPr/>
          </p:nvSpPr>
          <p:spPr>
            <a:xfrm>
              <a:off x="15656953" y="8085729"/>
              <a:ext cx="6179058" cy="4422038"/>
            </a:xfrm>
            <a:custGeom>
              <a:avLst/>
              <a:gdLst>
                <a:gd name="connsiteX0" fmla="*/ 3089529 w 6179058"/>
                <a:gd name="connsiteY0" fmla="*/ 0 h 4422038"/>
                <a:gd name="connsiteX1" fmla="*/ 0 w 6179058"/>
                <a:gd name="connsiteY1" fmla="*/ 3089529 h 4422038"/>
                <a:gd name="connsiteX2" fmla="*/ 89840 w 6179058"/>
                <a:gd name="connsiteY2" fmla="*/ 3179369 h 4422038"/>
                <a:gd name="connsiteX3" fmla="*/ 6089219 w 6179058"/>
                <a:gd name="connsiteY3" fmla="*/ 3179369 h 4422038"/>
                <a:gd name="connsiteX4" fmla="*/ 6179058 w 6179058"/>
                <a:gd name="connsiteY4" fmla="*/ 3089529 h 4422038"/>
                <a:gd name="connsiteX5" fmla="*/ 3089529 w 6179058"/>
                <a:gd name="connsiteY5" fmla="*/ 0 h 442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79058" h="4422038">
                  <a:moveTo>
                    <a:pt x="3089529" y="0"/>
                  </a:moveTo>
                  <a:lnTo>
                    <a:pt x="0" y="3089529"/>
                  </a:lnTo>
                  <a:lnTo>
                    <a:pt x="89840" y="3179369"/>
                  </a:lnTo>
                  <a:cubicBezTo>
                    <a:pt x="1746732" y="4836262"/>
                    <a:pt x="4432325" y="4836262"/>
                    <a:pt x="6089219" y="3179369"/>
                  </a:cubicBezTo>
                  <a:lnTo>
                    <a:pt x="6179058" y="3089529"/>
                  </a:lnTo>
                  <a:lnTo>
                    <a:pt x="3089529" y="0"/>
                  </a:lnTo>
                  <a:close/>
                </a:path>
              </a:pathLst>
            </a:custGeom>
            <a:solidFill>
              <a:schemeClr val="accent3">
                <a:lumMod val="65000"/>
              </a:schemeClr>
            </a:solidFill>
            <a:ln w="6858" cap="flat">
              <a:noFill/>
              <a:prstDash val="solid"/>
              <a:miter/>
            </a:ln>
          </p:spPr>
          <p:txBody>
            <a:bodyPr rtlCol="0" anchor="ctr"/>
            <a:lstStyle/>
            <a:p>
              <a:endParaRPr lang="en-RS" sz="450"/>
            </a:p>
          </p:txBody>
        </p:sp>
        <p:sp>
          <p:nvSpPr>
            <p:cNvPr id="9" name="Freeform 8">
              <a:extLst>
                <a:ext uri="{FF2B5EF4-FFF2-40B4-BE49-F238E27FC236}">
                  <a16:creationId xmlns:a16="http://schemas.microsoft.com/office/drawing/2014/main" id="{90546E78-7E39-B48F-AFA0-7058148CA30E}"/>
                </a:ext>
              </a:extLst>
            </p:cNvPr>
            <p:cNvSpPr/>
            <p:nvPr/>
          </p:nvSpPr>
          <p:spPr>
            <a:xfrm>
              <a:off x="19158648" y="4584034"/>
              <a:ext cx="4422038" cy="6179058"/>
            </a:xfrm>
            <a:custGeom>
              <a:avLst/>
              <a:gdLst>
                <a:gd name="connsiteX0" fmla="*/ 0 w 4422038"/>
                <a:gd name="connsiteY0" fmla="*/ 3089529 h 6179058"/>
                <a:gd name="connsiteX1" fmla="*/ 3089529 w 4422038"/>
                <a:gd name="connsiteY1" fmla="*/ 0 h 6179058"/>
                <a:gd name="connsiteX2" fmla="*/ 3179369 w 4422038"/>
                <a:gd name="connsiteY2" fmla="*/ 89840 h 6179058"/>
                <a:gd name="connsiteX3" fmla="*/ 3179369 w 4422038"/>
                <a:gd name="connsiteY3" fmla="*/ 6089219 h 6179058"/>
                <a:gd name="connsiteX4" fmla="*/ 3089529 w 4422038"/>
                <a:gd name="connsiteY4" fmla="*/ 6179058 h 6179058"/>
                <a:gd name="connsiteX5" fmla="*/ 0 w 4422038"/>
                <a:gd name="connsiteY5" fmla="*/ 3089529 h 6179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22038" h="6179058">
                  <a:moveTo>
                    <a:pt x="0" y="3089529"/>
                  </a:moveTo>
                  <a:lnTo>
                    <a:pt x="3089529" y="0"/>
                  </a:lnTo>
                  <a:lnTo>
                    <a:pt x="3179369" y="89840"/>
                  </a:lnTo>
                  <a:cubicBezTo>
                    <a:pt x="4836262" y="1746732"/>
                    <a:pt x="4836262" y="4432325"/>
                    <a:pt x="3179369" y="6089219"/>
                  </a:cubicBezTo>
                  <a:lnTo>
                    <a:pt x="3089529" y="6179058"/>
                  </a:lnTo>
                  <a:lnTo>
                    <a:pt x="0" y="3089529"/>
                  </a:lnTo>
                  <a:close/>
                </a:path>
              </a:pathLst>
            </a:custGeom>
            <a:solidFill>
              <a:schemeClr val="tx1"/>
            </a:solidFill>
            <a:ln w="6858" cap="flat">
              <a:noFill/>
              <a:prstDash val="solid"/>
              <a:miter/>
            </a:ln>
          </p:spPr>
          <p:txBody>
            <a:bodyPr rtlCol="0" anchor="ctr"/>
            <a:lstStyle/>
            <a:p>
              <a:endParaRPr lang="en-RS" sz="450"/>
            </a:p>
          </p:txBody>
        </p:sp>
        <p:sp>
          <p:nvSpPr>
            <p:cNvPr id="10" name="Freeform 9">
              <a:extLst>
                <a:ext uri="{FF2B5EF4-FFF2-40B4-BE49-F238E27FC236}">
                  <a16:creationId xmlns:a16="http://schemas.microsoft.com/office/drawing/2014/main" id="{2B788B4C-FCD8-E197-F77E-1B4FCF98D0DB}"/>
                </a:ext>
              </a:extLst>
            </p:cNvPr>
            <p:cNvSpPr/>
            <p:nvPr/>
          </p:nvSpPr>
          <p:spPr>
            <a:xfrm>
              <a:off x="15656953" y="2839359"/>
              <a:ext cx="6179058" cy="4422038"/>
            </a:xfrm>
            <a:custGeom>
              <a:avLst/>
              <a:gdLst>
                <a:gd name="connsiteX0" fmla="*/ 3089529 w 6179058"/>
                <a:gd name="connsiteY0" fmla="*/ 4422039 h 4422038"/>
                <a:gd name="connsiteX1" fmla="*/ 6179058 w 6179058"/>
                <a:gd name="connsiteY1" fmla="*/ 1332509 h 4422038"/>
                <a:gd name="connsiteX2" fmla="*/ 6089219 w 6179058"/>
                <a:gd name="connsiteY2" fmla="*/ 1242670 h 4422038"/>
                <a:gd name="connsiteX3" fmla="*/ 89840 w 6179058"/>
                <a:gd name="connsiteY3" fmla="*/ 1242670 h 4422038"/>
                <a:gd name="connsiteX4" fmla="*/ 0 w 6179058"/>
                <a:gd name="connsiteY4" fmla="*/ 1332509 h 4422038"/>
                <a:gd name="connsiteX5" fmla="*/ 3089529 w 6179058"/>
                <a:gd name="connsiteY5" fmla="*/ 4422039 h 442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79058" h="4422038">
                  <a:moveTo>
                    <a:pt x="3089529" y="4422039"/>
                  </a:moveTo>
                  <a:lnTo>
                    <a:pt x="6179058" y="1332509"/>
                  </a:lnTo>
                  <a:lnTo>
                    <a:pt x="6089219" y="1242670"/>
                  </a:lnTo>
                  <a:cubicBezTo>
                    <a:pt x="4432325" y="-414223"/>
                    <a:pt x="1746732" y="-414223"/>
                    <a:pt x="89840" y="1242670"/>
                  </a:cubicBezTo>
                  <a:lnTo>
                    <a:pt x="0" y="1332509"/>
                  </a:lnTo>
                  <a:lnTo>
                    <a:pt x="3089529" y="4422039"/>
                  </a:lnTo>
                  <a:close/>
                </a:path>
              </a:pathLst>
            </a:custGeom>
            <a:solidFill>
              <a:schemeClr val="accent1"/>
            </a:solidFill>
            <a:ln w="6858" cap="flat">
              <a:noFill/>
              <a:prstDash val="solid"/>
              <a:miter/>
            </a:ln>
          </p:spPr>
          <p:txBody>
            <a:bodyPr rtlCol="0" anchor="ctr"/>
            <a:lstStyle/>
            <a:p>
              <a:endParaRPr lang="en-RS" sz="450"/>
            </a:p>
          </p:txBody>
        </p:sp>
        <p:grpSp>
          <p:nvGrpSpPr>
            <p:cNvPr id="12" name="Graphic 4">
              <a:extLst>
                <a:ext uri="{FF2B5EF4-FFF2-40B4-BE49-F238E27FC236}">
                  <a16:creationId xmlns:a16="http://schemas.microsoft.com/office/drawing/2014/main" id="{388C7105-7B5B-49A6-2BFD-D1628AFBD87D}"/>
                </a:ext>
              </a:extLst>
            </p:cNvPr>
            <p:cNvGrpSpPr/>
            <p:nvPr/>
          </p:nvGrpSpPr>
          <p:grpSpPr>
            <a:xfrm>
              <a:off x="10141749" y="5612734"/>
              <a:ext cx="8113013" cy="4217670"/>
              <a:chOff x="10141749" y="5612734"/>
              <a:chExt cx="8113013" cy="4217670"/>
            </a:xfrm>
          </p:grpSpPr>
          <p:sp>
            <p:nvSpPr>
              <p:cNvPr id="42" name="Freeform 11">
                <a:extLst>
                  <a:ext uri="{FF2B5EF4-FFF2-40B4-BE49-F238E27FC236}">
                    <a16:creationId xmlns:a16="http://schemas.microsoft.com/office/drawing/2014/main" id="{F4601125-C48E-B91F-7D88-E3E49BD1B0CC}"/>
                  </a:ext>
                </a:extLst>
              </p:cNvPr>
              <p:cNvSpPr/>
              <p:nvPr/>
            </p:nvSpPr>
            <p:spPr>
              <a:xfrm>
                <a:off x="10141749" y="5612734"/>
                <a:ext cx="8113013" cy="4217670"/>
              </a:xfrm>
              <a:custGeom>
                <a:avLst/>
                <a:gdLst>
                  <a:gd name="connsiteX0" fmla="*/ 8113014 w 8113013"/>
                  <a:gd name="connsiteY0" fmla="*/ 2112264 h 4217670"/>
                  <a:gd name="connsiteX1" fmla="*/ 5925312 w 8113013"/>
                  <a:gd name="connsiteY1" fmla="*/ 4217670 h 4217670"/>
                  <a:gd name="connsiteX2" fmla="*/ 0 w 8113013"/>
                  <a:gd name="connsiteY2" fmla="*/ 4217670 h 4217670"/>
                  <a:gd name="connsiteX3" fmla="*/ 2187702 w 8113013"/>
                  <a:gd name="connsiteY3" fmla="*/ 2112264 h 4217670"/>
                  <a:gd name="connsiteX4" fmla="*/ 2180844 w 8113013"/>
                  <a:gd name="connsiteY4" fmla="*/ 2105406 h 4217670"/>
                  <a:gd name="connsiteX5" fmla="*/ 0 w 8113013"/>
                  <a:gd name="connsiteY5" fmla="*/ 0 h 4217670"/>
                  <a:gd name="connsiteX6" fmla="*/ 5925312 w 8113013"/>
                  <a:gd name="connsiteY6" fmla="*/ 0 h 4217670"/>
                  <a:gd name="connsiteX7" fmla="*/ 8106156 w 8113013"/>
                  <a:gd name="connsiteY7" fmla="*/ 2105406 h 4217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13013" h="4217670">
                    <a:moveTo>
                      <a:pt x="8113014" y="2112264"/>
                    </a:moveTo>
                    <a:lnTo>
                      <a:pt x="5925312" y="4217670"/>
                    </a:lnTo>
                    <a:lnTo>
                      <a:pt x="0" y="4217670"/>
                    </a:lnTo>
                    <a:lnTo>
                      <a:pt x="2187702" y="2112264"/>
                    </a:lnTo>
                    <a:lnTo>
                      <a:pt x="2180844" y="2105406"/>
                    </a:lnTo>
                    <a:lnTo>
                      <a:pt x="0" y="0"/>
                    </a:lnTo>
                    <a:lnTo>
                      <a:pt x="5925312" y="0"/>
                    </a:lnTo>
                    <a:lnTo>
                      <a:pt x="8106156" y="2105406"/>
                    </a:lnTo>
                    <a:close/>
                  </a:path>
                </a:pathLst>
              </a:custGeom>
              <a:solidFill>
                <a:schemeClr val="accent5">
                  <a:lumMod val="75000"/>
                </a:schemeClr>
              </a:solidFill>
              <a:ln w="6858" cap="flat">
                <a:noFill/>
                <a:prstDash val="solid"/>
                <a:miter/>
              </a:ln>
            </p:spPr>
            <p:txBody>
              <a:bodyPr rtlCol="0" anchor="ctr"/>
              <a:lstStyle/>
              <a:p>
                <a:endParaRPr lang="en-RS" sz="450"/>
              </a:p>
            </p:txBody>
          </p:sp>
          <p:sp>
            <p:nvSpPr>
              <p:cNvPr id="43" name="Freeform 12">
                <a:extLst>
                  <a:ext uri="{FF2B5EF4-FFF2-40B4-BE49-F238E27FC236}">
                    <a16:creationId xmlns:a16="http://schemas.microsoft.com/office/drawing/2014/main" id="{8CE2C2BD-8932-3DF7-CBBF-9D1BBAFABF75}"/>
                  </a:ext>
                </a:extLst>
              </p:cNvPr>
              <p:cNvSpPr/>
              <p:nvPr/>
            </p:nvSpPr>
            <p:spPr>
              <a:xfrm>
                <a:off x="10141749" y="7718141"/>
                <a:ext cx="8113013" cy="2112263"/>
              </a:xfrm>
              <a:custGeom>
                <a:avLst/>
                <a:gdLst>
                  <a:gd name="connsiteX0" fmla="*/ 8113014 w 8113013"/>
                  <a:gd name="connsiteY0" fmla="*/ 6858 h 2112264"/>
                  <a:gd name="connsiteX1" fmla="*/ 5925312 w 8113013"/>
                  <a:gd name="connsiteY1" fmla="*/ 2112264 h 2112264"/>
                  <a:gd name="connsiteX2" fmla="*/ 0 w 8113013"/>
                  <a:gd name="connsiteY2" fmla="*/ 2112264 h 2112264"/>
                  <a:gd name="connsiteX3" fmla="*/ 2187702 w 8113013"/>
                  <a:gd name="connsiteY3" fmla="*/ 6858 h 2112264"/>
                  <a:gd name="connsiteX4" fmla="*/ 2180844 w 8113013"/>
                  <a:gd name="connsiteY4" fmla="*/ 0 h 2112264"/>
                  <a:gd name="connsiteX5" fmla="*/ 8106156 w 8113013"/>
                  <a:gd name="connsiteY5" fmla="*/ 0 h 2112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13013" h="2112264">
                    <a:moveTo>
                      <a:pt x="8113014" y="6858"/>
                    </a:moveTo>
                    <a:lnTo>
                      <a:pt x="5925312" y="2112264"/>
                    </a:lnTo>
                    <a:lnTo>
                      <a:pt x="0" y="2112264"/>
                    </a:lnTo>
                    <a:lnTo>
                      <a:pt x="2187702" y="6858"/>
                    </a:lnTo>
                    <a:lnTo>
                      <a:pt x="2180844" y="0"/>
                    </a:lnTo>
                    <a:lnTo>
                      <a:pt x="8106156" y="0"/>
                    </a:lnTo>
                    <a:close/>
                  </a:path>
                </a:pathLst>
              </a:custGeom>
              <a:solidFill>
                <a:schemeClr val="accent5"/>
              </a:solidFill>
              <a:ln w="6858" cap="flat">
                <a:noFill/>
                <a:prstDash val="solid"/>
                <a:miter/>
              </a:ln>
            </p:spPr>
            <p:txBody>
              <a:bodyPr rtlCol="0" anchor="ctr"/>
              <a:lstStyle/>
              <a:p>
                <a:endParaRPr lang="en-RS" sz="450"/>
              </a:p>
            </p:txBody>
          </p:sp>
        </p:grpSp>
        <p:grpSp>
          <p:nvGrpSpPr>
            <p:cNvPr id="17" name="Group 16">
              <a:extLst>
                <a:ext uri="{FF2B5EF4-FFF2-40B4-BE49-F238E27FC236}">
                  <a16:creationId xmlns:a16="http://schemas.microsoft.com/office/drawing/2014/main" id="{572C83FC-49AF-7778-EB94-93CA40C6A63A}"/>
                </a:ext>
              </a:extLst>
            </p:cNvPr>
            <p:cNvGrpSpPr>
              <a:grpSpLocks noChangeAspect="1"/>
            </p:cNvGrpSpPr>
            <p:nvPr/>
          </p:nvGrpSpPr>
          <p:grpSpPr>
            <a:xfrm>
              <a:off x="17792827" y="3983803"/>
              <a:ext cx="1907311" cy="1908000"/>
              <a:chOff x="2906605" y="3402434"/>
              <a:chExt cx="2331810" cy="2332679"/>
            </a:xfrm>
          </p:grpSpPr>
          <p:sp>
            <p:nvSpPr>
              <p:cNvPr id="35" name="Freeform 14">
                <a:extLst>
                  <a:ext uri="{FF2B5EF4-FFF2-40B4-BE49-F238E27FC236}">
                    <a16:creationId xmlns:a16="http://schemas.microsoft.com/office/drawing/2014/main" id="{E4510280-A45A-C994-5850-1DD3BA5E1624}"/>
                  </a:ext>
                </a:extLst>
              </p:cNvPr>
              <p:cNvSpPr/>
              <p:nvPr/>
            </p:nvSpPr>
            <p:spPr>
              <a:xfrm>
                <a:off x="2906605" y="3402434"/>
                <a:ext cx="2331810" cy="2332679"/>
              </a:xfrm>
              <a:custGeom>
                <a:avLst/>
                <a:gdLst>
                  <a:gd name="connsiteX0" fmla="*/ 1597872 w 1712168"/>
                  <a:gd name="connsiteY0" fmla="*/ 428202 h 1712806"/>
                  <a:gd name="connsiteX1" fmla="*/ 1077807 w 1712168"/>
                  <a:gd name="connsiteY1" fmla="*/ 29422 h 1712806"/>
                  <a:gd name="connsiteX2" fmla="*/ 428202 w 1712168"/>
                  <a:gd name="connsiteY2" fmla="*/ 115147 h 1712806"/>
                  <a:gd name="connsiteX3" fmla="*/ 29422 w 1712168"/>
                  <a:gd name="connsiteY3" fmla="*/ 635212 h 1712806"/>
                  <a:gd name="connsiteX4" fmla="*/ 115147 w 1712168"/>
                  <a:gd name="connsiteY4" fmla="*/ 1284817 h 1712806"/>
                  <a:gd name="connsiteX5" fmla="*/ 858097 w 1712168"/>
                  <a:gd name="connsiteY5" fmla="*/ 1712807 h 1712806"/>
                  <a:gd name="connsiteX6" fmla="*/ 1284817 w 1712168"/>
                  <a:gd name="connsiteY6" fmla="*/ 1598507 h 1712806"/>
                  <a:gd name="connsiteX7" fmla="*/ 1597872 w 1712168"/>
                  <a:gd name="connsiteY7" fmla="*/ 42820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2168" h="1712806">
                    <a:moveTo>
                      <a:pt x="1597872" y="428202"/>
                    </a:moveTo>
                    <a:cubicBezTo>
                      <a:pt x="1483572" y="230082"/>
                      <a:pt x="1298787" y="88477"/>
                      <a:pt x="1077807" y="29422"/>
                    </a:cubicBezTo>
                    <a:cubicBezTo>
                      <a:pt x="856827" y="-29633"/>
                      <a:pt x="626322" y="847"/>
                      <a:pt x="428202" y="115147"/>
                    </a:cubicBezTo>
                    <a:cubicBezTo>
                      <a:pt x="230082" y="229447"/>
                      <a:pt x="88477" y="414232"/>
                      <a:pt x="29422" y="635212"/>
                    </a:cubicBezTo>
                    <a:cubicBezTo>
                      <a:pt x="-29633" y="856192"/>
                      <a:pt x="847" y="1086697"/>
                      <a:pt x="115147" y="1284817"/>
                    </a:cubicBezTo>
                    <a:cubicBezTo>
                      <a:pt x="273262" y="1559137"/>
                      <a:pt x="562187" y="1712807"/>
                      <a:pt x="858097" y="1712807"/>
                    </a:cubicBezTo>
                    <a:cubicBezTo>
                      <a:pt x="1003512" y="1712807"/>
                      <a:pt x="1150197" y="1675977"/>
                      <a:pt x="1284817" y="1598507"/>
                    </a:cubicBezTo>
                    <a:cubicBezTo>
                      <a:pt x="1693122" y="1361652"/>
                      <a:pt x="1833457" y="837142"/>
                      <a:pt x="1597872" y="428202"/>
                    </a:cubicBezTo>
                    <a:close/>
                  </a:path>
                </a:pathLst>
              </a:custGeom>
              <a:solidFill>
                <a:schemeClr val="accent1"/>
              </a:solidFill>
              <a:ln w="6350" cap="flat">
                <a:noFill/>
                <a:prstDash val="solid"/>
                <a:miter/>
              </a:ln>
            </p:spPr>
            <p:txBody>
              <a:bodyPr rtlCol="0" anchor="ctr"/>
              <a:lstStyle/>
              <a:p>
                <a:endParaRPr lang="en-RS" sz="450"/>
              </a:p>
            </p:txBody>
          </p:sp>
          <p:sp>
            <p:nvSpPr>
              <p:cNvPr id="36" name="Freeform 15">
                <a:extLst>
                  <a:ext uri="{FF2B5EF4-FFF2-40B4-BE49-F238E27FC236}">
                    <a16:creationId xmlns:a16="http://schemas.microsoft.com/office/drawing/2014/main" id="{2433F105-CF41-67F1-FAAD-7B713D15265D}"/>
                  </a:ext>
                </a:extLst>
              </p:cNvPr>
              <p:cNvSpPr/>
              <p:nvPr/>
            </p:nvSpPr>
            <p:spPr>
              <a:xfrm rot="17073275">
                <a:off x="3078263" y="3574962"/>
                <a:ext cx="1987313" cy="1987313"/>
              </a:xfrm>
              <a:custGeom>
                <a:avLst/>
                <a:gdLst>
                  <a:gd name="connsiteX0" fmla="*/ 1459217 w 1459216"/>
                  <a:gd name="connsiteY0" fmla="*/ 729608 h 1459216"/>
                  <a:gd name="connsiteX1" fmla="*/ 729608 w 1459216"/>
                  <a:gd name="connsiteY1" fmla="*/ 1459217 h 1459216"/>
                  <a:gd name="connsiteX2" fmla="*/ 0 w 1459216"/>
                  <a:gd name="connsiteY2" fmla="*/ 729609 h 1459216"/>
                  <a:gd name="connsiteX3" fmla="*/ 729608 w 1459216"/>
                  <a:gd name="connsiteY3" fmla="*/ 0 h 1459216"/>
                  <a:gd name="connsiteX4" fmla="*/ 1459217 w 1459216"/>
                  <a:gd name="connsiteY4" fmla="*/ 729608 h 1459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16" h="1459216">
                    <a:moveTo>
                      <a:pt x="1459217" y="729608"/>
                    </a:moveTo>
                    <a:cubicBezTo>
                      <a:pt x="1459217" y="1132560"/>
                      <a:pt x="1132560" y="1459217"/>
                      <a:pt x="729608" y="1459217"/>
                    </a:cubicBezTo>
                    <a:cubicBezTo>
                      <a:pt x="326657" y="1459217"/>
                      <a:pt x="0" y="1132560"/>
                      <a:pt x="0" y="729609"/>
                    </a:cubicBezTo>
                    <a:cubicBezTo>
                      <a:pt x="0" y="326657"/>
                      <a:pt x="326657" y="0"/>
                      <a:pt x="729608" y="0"/>
                    </a:cubicBezTo>
                    <a:cubicBezTo>
                      <a:pt x="1132560" y="0"/>
                      <a:pt x="1459217" y="326657"/>
                      <a:pt x="1459217" y="729608"/>
                    </a:cubicBezTo>
                    <a:close/>
                  </a:path>
                </a:pathLst>
              </a:custGeom>
              <a:solidFill>
                <a:schemeClr val="accent1">
                  <a:lumMod val="75000"/>
                </a:schemeClr>
              </a:solidFill>
              <a:ln w="6350" cap="flat">
                <a:noFill/>
                <a:prstDash val="solid"/>
                <a:miter/>
              </a:ln>
            </p:spPr>
            <p:txBody>
              <a:bodyPr rtlCol="0" anchor="ctr"/>
              <a:lstStyle/>
              <a:p>
                <a:endParaRPr lang="en-RS" sz="450"/>
              </a:p>
            </p:txBody>
          </p:sp>
          <p:sp>
            <p:nvSpPr>
              <p:cNvPr id="37" name="Freeform 16">
                <a:extLst>
                  <a:ext uri="{FF2B5EF4-FFF2-40B4-BE49-F238E27FC236}">
                    <a16:creationId xmlns:a16="http://schemas.microsoft.com/office/drawing/2014/main" id="{F204F29D-6A30-A911-3D08-773E1D0BD908}"/>
                  </a:ext>
                </a:extLst>
              </p:cNvPr>
              <p:cNvSpPr/>
              <p:nvPr/>
            </p:nvSpPr>
            <p:spPr>
              <a:xfrm rot="20037154">
                <a:off x="3187549" y="3683706"/>
                <a:ext cx="1769339" cy="1769339"/>
              </a:xfrm>
              <a:custGeom>
                <a:avLst/>
                <a:gdLst>
                  <a:gd name="connsiteX0" fmla="*/ 1299165 w 1299165"/>
                  <a:gd name="connsiteY0" fmla="*/ 649583 h 1299165"/>
                  <a:gd name="connsiteX1" fmla="*/ 649583 w 1299165"/>
                  <a:gd name="connsiteY1" fmla="*/ 1299165 h 1299165"/>
                  <a:gd name="connsiteX2" fmla="*/ 0 w 1299165"/>
                  <a:gd name="connsiteY2" fmla="*/ 649583 h 1299165"/>
                  <a:gd name="connsiteX3" fmla="*/ 649583 w 1299165"/>
                  <a:gd name="connsiteY3" fmla="*/ 0 h 1299165"/>
                  <a:gd name="connsiteX4" fmla="*/ 1299165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5" y="649583"/>
                    </a:moveTo>
                    <a:cubicBezTo>
                      <a:pt x="1299165" y="1008337"/>
                      <a:pt x="1008337" y="1299165"/>
                      <a:pt x="649583" y="1299165"/>
                    </a:cubicBezTo>
                    <a:cubicBezTo>
                      <a:pt x="290828" y="1299165"/>
                      <a:pt x="0" y="1008337"/>
                      <a:pt x="0" y="649583"/>
                    </a:cubicBezTo>
                    <a:cubicBezTo>
                      <a:pt x="0" y="290828"/>
                      <a:pt x="290828" y="0"/>
                      <a:pt x="649583" y="0"/>
                    </a:cubicBezTo>
                    <a:cubicBezTo>
                      <a:pt x="1008337" y="0"/>
                      <a:pt x="1299165" y="290828"/>
                      <a:pt x="1299165" y="649583"/>
                    </a:cubicBezTo>
                    <a:close/>
                  </a:path>
                </a:pathLst>
              </a:custGeom>
              <a:solidFill>
                <a:srgbClr val="FFFFFF"/>
              </a:solidFill>
              <a:ln w="6350" cap="flat">
                <a:noFill/>
                <a:prstDash val="solid"/>
                <a:miter/>
              </a:ln>
            </p:spPr>
            <p:txBody>
              <a:bodyPr rtlCol="0" anchor="ctr"/>
              <a:lstStyle/>
              <a:p>
                <a:endParaRPr lang="en-RS" sz="450"/>
              </a:p>
            </p:txBody>
          </p:sp>
          <p:grpSp>
            <p:nvGrpSpPr>
              <p:cNvPr id="38" name="Group 37">
                <a:extLst>
                  <a:ext uri="{FF2B5EF4-FFF2-40B4-BE49-F238E27FC236}">
                    <a16:creationId xmlns:a16="http://schemas.microsoft.com/office/drawing/2014/main" id="{84A09035-C815-EFED-7E66-009A768CCA33}"/>
                  </a:ext>
                </a:extLst>
              </p:cNvPr>
              <p:cNvGrpSpPr>
                <a:grpSpLocks noChangeAspect="1"/>
              </p:cNvGrpSpPr>
              <p:nvPr/>
            </p:nvGrpSpPr>
            <p:grpSpPr>
              <a:xfrm>
                <a:off x="3418155" y="3922171"/>
                <a:ext cx="1296002" cy="1296000"/>
                <a:chOff x="5730616" y="2182971"/>
                <a:chExt cx="844932" cy="844931"/>
              </a:xfrm>
            </p:grpSpPr>
            <p:sp>
              <p:nvSpPr>
                <p:cNvPr id="39" name="Oval 38">
                  <a:extLst>
                    <a:ext uri="{FF2B5EF4-FFF2-40B4-BE49-F238E27FC236}">
                      <a16:creationId xmlns:a16="http://schemas.microsoft.com/office/drawing/2014/main" id="{5E2F652F-73A8-3C1F-3CC5-566D0D022DD0}"/>
                    </a:ext>
                  </a:extLst>
                </p:cNvPr>
                <p:cNvSpPr/>
                <p:nvPr/>
              </p:nvSpPr>
              <p:spPr>
                <a:xfrm>
                  <a:off x="5730616" y="2182971"/>
                  <a:ext cx="844932" cy="844931"/>
                </a:xfrm>
                <a:prstGeom prst="ellipse">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40" name="Oval 39">
                  <a:extLst>
                    <a:ext uri="{FF2B5EF4-FFF2-40B4-BE49-F238E27FC236}">
                      <a16:creationId xmlns:a16="http://schemas.microsoft.com/office/drawing/2014/main" id="{73054E0C-21B7-F0F0-8B5D-103E13CB3A72}"/>
                    </a:ext>
                  </a:extLst>
                </p:cNvPr>
                <p:cNvSpPr/>
                <p:nvPr/>
              </p:nvSpPr>
              <p:spPr>
                <a:xfrm>
                  <a:off x="5795926" y="2251206"/>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18" name="Group 17">
              <a:extLst>
                <a:ext uri="{FF2B5EF4-FFF2-40B4-BE49-F238E27FC236}">
                  <a16:creationId xmlns:a16="http://schemas.microsoft.com/office/drawing/2014/main" id="{399F7819-D314-2C15-2032-C5C34AAE8511}"/>
                </a:ext>
              </a:extLst>
            </p:cNvPr>
            <p:cNvGrpSpPr>
              <a:grpSpLocks noChangeAspect="1"/>
            </p:cNvGrpSpPr>
            <p:nvPr/>
          </p:nvGrpSpPr>
          <p:grpSpPr>
            <a:xfrm>
              <a:off x="20415773" y="6716627"/>
              <a:ext cx="1907788" cy="1908000"/>
              <a:chOff x="6594957" y="3401570"/>
              <a:chExt cx="2332389" cy="2332679"/>
            </a:xfrm>
          </p:grpSpPr>
          <p:sp>
            <p:nvSpPr>
              <p:cNvPr id="28" name="Freeform 22">
                <a:extLst>
                  <a:ext uri="{FF2B5EF4-FFF2-40B4-BE49-F238E27FC236}">
                    <a16:creationId xmlns:a16="http://schemas.microsoft.com/office/drawing/2014/main" id="{208F810E-CC16-50FF-4C35-3256DD84C3D1}"/>
                  </a:ext>
                </a:extLst>
              </p:cNvPr>
              <p:cNvSpPr/>
              <p:nvPr/>
            </p:nvSpPr>
            <p:spPr>
              <a:xfrm>
                <a:off x="6594957" y="3401570"/>
                <a:ext cx="2332389" cy="2332679"/>
              </a:xfrm>
              <a:custGeom>
                <a:avLst/>
                <a:gdLst>
                  <a:gd name="connsiteX0" fmla="*/ 1683006 w 1712593"/>
                  <a:gd name="connsiteY0" fmla="*/ 635212 h 1712806"/>
                  <a:gd name="connsiteX1" fmla="*/ 1284227 w 1712593"/>
                  <a:gd name="connsiteY1" fmla="*/ 115147 h 1712806"/>
                  <a:gd name="connsiteX2" fmla="*/ 634621 w 1712593"/>
                  <a:gd name="connsiteY2" fmla="*/ 29422 h 1712806"/>
                  <a:gd name="connsiteX3" fmla="*/ 114556 w 1712593"/>
                  <a:gd name="connsiteY3" fmla="*/ 428202 h 1712806"/>
                  <a:gd name="connsiteX4" fmla="*/ 428246 w 1712593"/>
                  <a:gd name="connsiteY4" fmla="*/ 1597872 h 1712806"/>
                  <a:gd name="connsiteX5" fmla="*/ 854967 w 1712593"/>
                  <a:gd name="connsiteY5" fmla="*/ 1712807 h 1712806"/>
                  <a:gd name="connsiteX6" fmla="*/ 1077852 w 1712593"/>
                  <a:gd name="connsiteY6" fmla="*/ 1682962 h 1712806"/>
                  <a:gd name="connsiteX7" fmla="*/ 1597917 w 1712593"/>
                  <a:gd name="connsiteY7" fmla="*/ 1284182 h 1712806"/>
                  <a:gd name="connsiteX8" fmla="*/ 1683006 w 1712593"/>
                  <a:gd name="connsiteY8" fmla="*/ 635212 h 1712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2593" h="1712806">
                    <a:moveTo>
                      <a:pt x="1683006" y="635212"/>
                    </a:moveTo>
                    <a:cubicBezTo>
                      <a:pt x="1623952" y="414232"/>
                      <a:pt x="1482346" y="229447"/>
                      <a:pt x="1284227" y="115147"/>
                    </a:cubicBezTo>
                    <a:cubicBezTo>
                      <a:pt x="1086106" y="847"/>
                      <a:pt x="855602" y="-29633"/>
                      <a:pt x="634621" y="29422"/>
                    </a:cubicBezTo>
                    <a:cubicBezTo>
                      <a:pt x="413642" y="88477"/>
                      <a:pt x="228856" y="230082"/>
                      <a:pt x="114556" y="428202"/>
                    </a:cubicBezTo>
                    <a:cubicBezTo>
                      <a:pt x="-121664" y="837142"/>
                      <a:pt x="19307" y="1361652"/>
                      <a:pt x="428246" y="1597872"/>
                    </a:cubicBezTo>
                    <a:cubicBezTo>
                      <a:pt x="560327" y="1674072"/>
                      <a:pt x="706377" y="1712807"/>
                      <a:pt x="854967" y="1712807"/>
                    </a:cubicBezTo>
                    <a:cubicBezTo>
                      <a:pt x="929261" y="1712807"/>
                      <a:pt x="1004192" y="1703282"/>
                      <a:pt x="1077852" y="1682962"/>
                    </a:cubicBezTo>
                    <a:cubicBezTo>
                      <a:pt x="1298831" y="1623907"/>
                      <a:pt x="1483617" y="1482302"/>
                      <a:pt x="1597917" y="1284182"/>
                    </a:cubicBezTo>
                    <a:cubicBezTo>
                      <a:pt x="1712217" y="1087332"/>
                      <a:pt x="1742062" y="856192"/>
                      <a:pt x="1683006" y="635212"/>
                    </a:cubicBezTo>
                    <a:close/>
                  </a:path>
                </a:pathLst>
              </a:custGeom>
              <a:solidFill>
                <a:schemeClr val="accent2"/>
              </a:solidFill>
              <a:ln w="6350" cap="flat">
                <a:noFill/>
                <a:prstDash val="solid"/>
                <a:miter/>
              </a:ln>
            </p:spPr>
            <p:txBody>
              <a:bodyPr rtlCol="0" anchor="ctr"/>
              <a:lstStyle/>
              <a:p>
                <a:endParaRPr lang="en-RS" sz="450"/>
              </a:p>
            </p:txBody>
          </p:sp>
          <p:sp>
            <p:nvSpPr>
              <p:cNvPr id="29" name="Freeform 23">
                <a:extLst>
                  <a:ext uri="{FF2B5EF4-FFF2-40B4-BE49-F238E27FC236}">
                    <a16:creationId xmlns:a16="http://schemas.microsoft.com/office/drawing/2014/main" id="{F34D4215-7E47-6EBD-535B-C17A0B133635}"/>
                  </a:ext>
                </a:extLst>
              </p:cNvPr>
              <p:cNvSpPr/>
              <p:nvPr/>
            </p:nvSpPr>
            <p:spPr>
              <a:xfrm rot="16751011">
                <a:off x="6766845" y="3574745"/>
                <a:ext cx="1987368" cy="1987368"/>
              </a:xfrm>
              <a:custGeom>
                <a:avLst/>
                <a:gdLst>
                  <a:gd name="connsiteX0" fmla="*/ 1459256 w 1459256"/>
                  <a:gd name="connsiteY0" fmla="*/ 729628 h 1459256"/>
                  <a:gd name="connsiteX1" fmla="*/ 729628 w 1459256"/>
                  <a:gd name="connsiteY1" fmla="*/ 1459256 h 1459256"/>
                  <a:gd name="connsiteX2" fmla="*/ 0 w 1459256"/>
                  <a:gd name="connsiteY2" fmla="*/ 729628 h 1459256"/>
                  <a:gd name="connsiteX3" fmla="*/ 729628 w 1459256"/>
                  <a:gd name="connsiteY3" fmla="*/ 0 h 1459256"/>
                  <a:gd name="connsiteX4" fmla="*/ 1459256 w 1459256"/>
                  <a:gd name="connsiteY4" fmla="*/ 729628 h 14592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56" h="1459256">
                    <a:moveTo>
                      <a:pt x="1459256" y="729628"/>
                    </a:moveTo>
                    <a:cubicBezTo>
                      <a:pt x="1459256" y="1132591"/>
                      <a:pt x="1132591" y="1459256"/>
                      <a:pt x="729628" y="1459256"/>
                    </a:cubicBezTo>
                    <a:cubicBezTo>
                      <a:pt x="326666" y="1459256"/>
                      <a:pt x="0" y="1132591"/>
                      <a:pt x="0" y="729628"/>
                    </a:cubicBezTo>
                    <a:cubicBezTo>
                      <a:pt x="0" y="326666"/>
                      <a:pt x="326666" y="0"/>
                      <a:pt x="729628" y="0"/>
                    </a:cubicBezTo>
                    <a:cubicBezTo>
                      <a:pt x="1132591" y="0"/>
                      <a:pt x="1459256" y="326666"/>
                      <a:pt x="1459256" y="729628"/>
                    </a:cubicBezTo>
                    <a:close/>
                  </a:path>
                </a:pathLst>
              </a:custGeom>
              <a:solidFill>
                <a:schemeClr val="accent2">
                  <a:lumMod val="75000"/>
                </a:schemeClr>
              </a:solidFill>
              <a:ln w="6350" cap="flat">
                <a:noFill/>
                <a:prstDash val="solid"/>
                <a:miter/>
              </a:ln>
            </p:spPr>
            <p:txBody>
              <a:bodyPr rtlCol="0" anchor="ctr"/>
              <a:lstStyle/>
              <a:p>
                <a:endParaRPr lang="en-RS" sz="450"/>
              </a:p>
            </p:txBody>
          </p:sp>
          <p:sp>
            <p:nvSpPr>
              <p:cNvPr id="30" name="Freeform 24">
                <a:extLst>
                  <a:ext uri="{FF2B5EF4-FFF2-40B4-BE49-F238E27FC236}">
                    <a16:creationId xmlns:a16="http://schemas.microsoft.com/office/drawing/2014/main" id="{5228A2D4-9802-896D-2199-0E7BB9F4DE1E}"/>
                  </a:ext>
                </a:extLst>
              </p:cNvPr>
              <p:cNvSpPr/>
              <p:nvPr/>
            </p:nvSpPr>
            <p:spPr>
              <a:xfrm rot="17762846">
                <a:off x="6875916" y="3684274"/>
                <a:ext cx="1769339" cy="1769339"/>
              </a:xfrm>
              <a:custGeom>
                <a:avLst/>
                <a:gdLst>
                  <a:gd name="connsiteX0" fmla="*/ 1299166 w 1299165"/>
                  <a:gd name="connsiteY0" fmla="*/ 649583 h 1299165"/>
                  <a:gd name="connsiteX1" fmla="*/ 649583 w 1299165"/>
                  <a:gd name="connsiteY1" fmla="*/ 1299166 h 1299165"/>
                  <a:gd name="connsiteX2" fmla="*/ 0 w 1299165"/>
                  <a:gd name="connsiteY2" fmla="*/ 649583 h 1299165"/>
                  <a:gd name="connsiteX3" fmla="*/ 649583 w 1299165"/>
                  <a:gd name="connsiteY3" fmla="*/ 0 h 1299165"/>
                  <a:gd name="connsiteX4" fmla="*/ 1299166 w 1299165"/>
                  <a:gd name="connsiteY4" fmla="*/ 649583 h 1299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65" h="1299165">
                    <a:moveTo>
                      <a:pt x="1299166" y="649583"/>
                    </a:moveTo>
                    <a:cubicBezTo>
                      <a:pt x="1299166" y="1008337"/>
                      <a:pt x="1008338" y="1299166"/>
                      <a:pt x="649583" y="1299166"/>
                    </a:cubicBezTo>
                    <a:cubicBezTo>
                      <a:pt x="290828" y="1299166"/>
                      <a:pt x="0" y="1008337"/>
                      <a:pt x="0" y="649583"/>
                    </a:cubicBezTo>
                    <a:cubicBezTo>
                      <a:pt x="0" y="290828"/>
                      <a:pt x="290828" y="0"/>
                      <a:pt x="649583" y="0"/>
                    </a:cubicBezTo>
                    <a:cubicBezTo>
                      <a:pt x="1008338" y="0"/>
                      <a:pt x="1299166" y="290828"/>
                      <a:pt x="1299166" y="649583"/>
                    </a:cubicBezTo>
                    <a:close/>
                  </a:path>
                </a:pathLst>
              </a:custGeom>
              <a:solidFill>
                <a:srgbClr val="FFFFFF"/>
              </a:solidFill>
              <a:ln w="6350" cap="flat">
                <a:noFill/>
                <a:prstDash val="solid"/>
                <a:miter/>
              </a:ln>
            </p:spPr>
            <p:txBody>
              <a:bodyPr rtlCol="0" anchor="ctr"/>
              <a:lstStyle/>
              <a:p>
                <a:endParaRPr lang="en-RS" sz="450"/>
              </a:p>
            </p:txBody>
          </p:sp>
          <p:grpSp>
            <p:nvGrpSpPr>
              <p:cNvPr id="31" name="Group 30">
                <a:extLst>
                  <a:ext uri="{FF2B5EF4-FFF2-40B4-BE49-F238E27FC236}">
                    <a16:creationId xmlns:a16="http://schemas.microsoft.com/office/drawing/2014/main" id="{8BFFC257-0446-2910-2691-3F2E866D15F9}"/>
                  </a:ext>
                </a:extLst>
              </p:cNvPr>
              <p:cNvGrpSpPr>
                <a:grpSpLocks noChangeAspect="1"/>
              </p:cNvGrpSpPr>
              <p:nvPr/>
            </p:nvGrpSpPr>
            <p:grpSpPr>
              <a:xfrm>
                <a:off x="7112528" y="3922171"/>
                <a:ext cx="1296002" cy="1296000"/>
                <a:chOff x="8894154" y="2185109"/>
                <a:chExt cx="844932" cy="844931"/>
              </a:xfrm>
            </p:grpSpPr>
            <p:sp>
              <p:nvSpPr>
                <p:cNvPr id="32" name="Oval 31">
                  <a:extLst>
                    <a:ext uri="{FF2B5EF4-FFF2-40B4-BE49-F238E27FC236}">
                      <a16:creationId xmlns:a16="http://schemas.microsoft.com/office/drawing/2014/main" id="{1A78F00C-4704-D5D9-CB87-7C65EB578EA4}"/>
                    </a:ext>
                  </a:extLst>
                </p:cNvPr>
                <p:cNvSpPr/>
                <p:nvPr/>
              </p:nvSpPr>
              <p:spPr>
                <a:xfrm>
                  <a:off x="8894154" y="2185109"/>
                  <a:ext cx="844932" cy="844931"/>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33" name="Oval 32">
                  <a:extLst>
                    <a:ext uri="{FF2B5EF4-FFF2-40B4-BE49-F238E27FC236}">
                      <a16:creationId xmlns:a16="http://schemas.microsoft.com/office/drawing/2014/main" id="{036EABC4-4723-FA52-7BF3-8FFAA500EDF4}"/>
                    </a:ext>
                  </a:extLst>
                </p:cNvPr>
                <p:cNvSpPr/>
                <p:nvPr/>
              </p:nvSpPr>
              <p:spPr>
                <a:xfrm>
                  <a:off x="8960934" y="2251205"/>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nvGrpSpPr>
            <p:cNvPr id="19" name="Group 18">
              <a:extLst>
                <a:ext uri="{FF2B5EF4-FFF2-40B4-BE49-F238E27FC236}">
                  <a16:creationId xmlns:a16="http://schemas.microsoft.com/office/drawing/2014/main" id="{532E4F28-F384-A16C-B7E9-58F8D511828B}"/>
                </a:ext>
              </a:extLst>
            </p:cNvPr>
            <p:cNvGrpSpPr>
              <a:grpSpLocks noChangeAspect="1"/>
            </p:cNvGrpSpPr>
            <p:nvPr/>
          </p:nvGrpSpPr>
          <p:grpSpPr>
            <a:xfrm>
              <a:off x="17792482" y="9830404"/>
              <a:ext cx="1908000" cy="1908000"/>
              <a:chOff x="8439063" y="6597464"/>
              <a:chExt cx="2331503" cy="2331503"/>
            </a:xfrm>
          </p:grpSpPr>
          <p:sp>
            <p:nvSpPr>
              <p:cNvPr id="20" name="Freeform 30">
                <a:extLst>
                  <a:ext uri="{FF2B5EF4-FFF2-40B4-BE49-F238E27FC236}">
                    <a16:creationId xmlns:a16="http://schemas.microsoft.com/office/drawing/2014/main" id="{EA86B5B3-D16D-9A60-AB6C-811FB1D4D907}"/>
                  </a:ext>
                </a:extLst>
              </p:cNvPr>
              <p:cNvSpPr/>
              <p:nvPr/>
            </p:nvSpPr>
            <p:spPr>
              <a:xfrm rot="18900000">
                <a:off x="8439063" y="6597464"/>
                <a:ext cx="2331503" cy="2331503"/>
              </a:xfrm>
              <a:custGeom>
                <a:avLst/>
                <a:gdLst>
                  <a:gd name="connsiteX0" fmla="*/ 1711944 w 1711943"/>
                  <a:gd name="connsiteY0" fmla="*/ 855972 h 1711943"/>
                  <a:gd name="connsiteX1" fmla="*/ 855972 w 1711943"/>
                  <a:gd name="connsiteY1" fmla="*/ 1711943 h 1711943"/>
                  <a:gd name="connsiteX2" fmla="*/ -1 w 1711943"/>
                  <a:gd name="connsiteY2" fmla="*/ 855972 h 1711943"/>
                  <a:gd name="connsiteX3" fmla="*/ 855972 w 1711943"/>
                  <a:gd name="connsiteY3" fmla="*/ 0 h 1711943"/>
                  <a:gd name="connsiteX4" fmla="*/ 1711944 w 1711943"/>
                  <a:gd name="connsiteY4" fmla="*/ 855972 h 17119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1943" h="1711943">
                    <a:moveTo>
                      <a:pt x="1711944" y="855972"/>
                    </a:moveTo>
                    <a:cubicBezTo>
                      <a:pt x="1711944" y="1328712"/>
                      <a:pt x="1328712" y="1711943"/>
                      <a:pt x="855972" y="1711943"/>
                    </a:cubicBezTo>
                    <a:cubicBezTo>
                      <a:pt x="383231" y="1711943"/>
                      <a:pt x="-1" y="1328712"/>
                      <a:pt x="-1" y="855972"/>
                    </a:cubicBezTo>
                    <a:cubicBezTo>
                      <a:pt x="-1" y="383231"/>
                      <a:pt x="383231" y="0"/>
                      <a:pt x="855972" y="0"/>
                    </a:cubicBezTo>
                    <a:cubicBezTo>
                      <a:pt x="1328712" y="0"/>
                      <a:pt x="1711944" y="383232"/>
                      <a:pt x="1711944" y="855972"/>
                    </a:cubicBezTo>
                    <a:close/>
                  </a:path>
                </a:pathLst>
              </a:custGeom>
              <a:solidFill>
                <a:schemeClr val="accent3"/>
              </a:solidFill>
              <a:ln w="6350" cap="flat">
                <a:noFill/>
                <a:prstDash val="solid"/>
                <a:miter/>
              </a:ln>
            </p:spPr>
            <p:txBody>
              <a:bodyPr rtlCol="0" anchor="ctr"/>
              <a:lstStyle/>
              <a:p>
                <a:endParaRPr lang="en-RS" sz="450"/>
              </a:p>
            </p:txBody>
          </p:sp>
          <p:grpSp>
            <p:nvGrpSpPr>
              <p:cNvPr id="21" name="Group 20">
                <a:extLst>
                  <a:ext uri="{FF2B5EF4-FFF2-40B4-BE49-F238E27FC236}">
                    <a16:creationId xmlns:a16="http://schemas.microsoft.com/office/drawing/2014/main" id="{0DAAB21B-8513-C370-9102-914F2742F666}"/>
                  </a:ext>
                </a:extLst>
              </p:cNvPr>
              <p:cNvGrpSpPr/>
              <p:nvPr/>
            </p:nvGrpSpPr>
            <p:grpSpPr>
              <a:xfrm>
                <a:off x="8611178" y="6769427"/>
                <a:ext cx="1987332" cy="1987331"/>
                <a:chOff x="8611178" y="6769427"/>
                <a:chExt cx="1987332" cy="1987331"/>
              </a:xfrm>
            </p:grpSpPr>
            <p:sp>
              <p:nvSpPr>
                <p:cNvPr id="22" name="Freeform 32">
                  <a:extLst>
                    <a:ext uri="{FF2B5EF4-FFF2-40B4-BE49-F238E27FC236}">
                      <a16:creationId xmlns:a16="http://schemas.microsoft.com/office/drawing/2014/main" id="{DD70D1AA-FAF0-61F0-6690-AA8924D3F8C4}"/>
                    </a:ext>
                  </a:extLst>
                </p:cNvPr>
                <p:cNvSpPr/>
                <p:nvPr/>
              </p:nvSpPr>
              <p:spPr>
                <a:xfrm>
                  <a:off x="8611178" y="6769427"/>
                  <a:ext cx="1987332" cy="1987331"/>
                </a:xfrm>
                <a:custGeom>
                  <a:avLst/>
                  <a:gdLst>
                    <a:gd name="connsiteX0" fmla="*/ 1459230 w 1459230"/>
                    <a:gd name="connsiteY0" fmla="*/ 729615 h 1459229"/>
                    <a:gd name="connsiteX1" fmla="*/ 729615 w 1459230"/>
                    <a:gd name="connsiteY1" fmla="*/ 1459230 h 1459229"/>
                    <a:gd name="connsiteX2" fmla="*/ 0 w 1459230"/>
                    <a:gd name="connsiteY2" fmla="*/ 729615 h 1459229"/>
                    <a:gd name="connsiteX3" fmla="*/ 729615 w 1459230"/>
                    <a:gd name="connsiteY3" fmla="*/ 0 h 1459229"/>
                    <a:gd name="connsiteX4" fmla="*/ 1459230 w 1459230"/>
                    <a:gd name="connsiteY4" fmla="*/ 729615 h 1459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230" h="1459229">
                      <a:moveTo>
                        <a:pt x="1459230" y="729615"/>
                      </a:moveTo>
                      <a:cubicBezTo>
                        <a:pt x="1459230" y="1132570"/>
                        <a:pt x="1132570" y="1459230"/>
                        <a:pt x="729615" y="1459230"/>
                      </a:cubicBezTo>
                      <a:cubicBezTo>
                        <a:pt x="326659" y="1459230"/>
                        <a:pt x="0" y="1132570"/>
                        <a:pt x="0" y="729615"/>
                      </a:cubicBezTo>
                      <a:cubicBezTo>
                        <a:pt x="0" y="326660"/>
                        <a:pt x="326659" y="0"/>
                        <a:pt x="729615" y="0"/>
                      </a:cubicBezTo>
                      <a:cubicBezTo>
                        <a:pt x="1132570" y="0"/>
                        <a:pt x="1459230" y="326660"/>
                        <a:pt x="1459230" y="729615"/>
                      </a:cubicBezTo>
                      <a:close/>
                    </a:path>
                  </a:pathLst>
                </a:custGeom>
                <a:solidFill>
                  <a:schemeClr val="accent3">
                    <a:lumMod val="75000"/>
                  </a:schemeClr>
                </a:solidFill>
                <a:ln w="6350" cap="flat">
                  <a:noFill/>
                  <a:prstDash val="solid"/>
                  <a:miter/>
                </a:ln>
              </p:spPr>
              <p:txBody>
                <a:bodyPr rtlCol="0" anchor="ctr"/>
                <a:lstStyle/>
                <a:p>
                  <a:endParaRPr lang="en-RS" sz="450"/>
                </a:p>
              </p:txBody>
            </p:sp>
            <p:sp>
              <p:nvSpPr>
                <p:cNvPr id="23" name="Freeform 33">
                  <a:extLst>
                    <a:ext uri="{FF2B5EF4-FFF2-40B4-BE49-F238E27FC236}">
                      <a16:creationId xmlns:a16="http://schemas.microsoft.com/office/drawing/2014/main" id="{518B610D-2818-7222-0308-50702148665E}"/>
                    </a:ext>
                  </a:extLst>
                </p:cNvPr>
                <p:cNvSpPr/>
                <p:nvPr/>
              </p:nvSpPr>
              <p:spPr>
                <a:xfrm rot="18900000">
                  <a:off x="8720123" y="6878525"/>
                  <a:ext cx="1769383" cy="1769383"/>
                </a:xfrm>
                <a:custGeom>
                  <a:avLst/>
                  <a:gdLst>
                    <a:gd name="connsiteX0" fmla="*/ 1299198 w 1299197"/>
                    <a:gd name="connsiteY0" fmla="*/ 649599 h 1299197"/>
                    <a:gd name="connsiteX1" fmla="*/ 649598 w 1299197"/>
                    <a:gd name="connsiteY1" fmla="*/ 1299197 h 1299197"/>
                    <a:gd name="connsiteX2" fmla="*/ -1 w 1299197"/>
                    <a:gd name="connsiteY2" fmla="*/ 649599 h 1299197"/>
                    <a:gd name="connsiteX3" fmla="*/ 649598 w 1299197"/>
                    <a:gd name="connsiteY3" fmla="*/ 0 h 1299197"/>
                    <a:gd name="connsiteX4" fmla="*/ 1299198 w 1299197"/>
                    <a:gd name="connsiteY4" fmla="*/ 649599 h 1299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197" h="1299197">
                      <a:moveTo>
                        <a:pt x="1299198" y="649599"/>
                      </a:moveTo>
                      <a:cubicBezTo>
                        <a:pt x="1299198" y="1008362"/>
                        <a:pt x="1008362" y="1299197"/>
                        <a:pt x="649598" y="1299197"/>
                      </a:cubicBezTo>
                      <a:cubicBezTo>
                        <a:pt x="290835" y="1299197"/>
                        <a:pt x="-1" y="1008362"/>
                        <a:pt x="-1" y="649599"/>
                      </a:cubicBezTo>
                      <a:cubicBezTo>
                        <a:pt x="-1" y="290835"/>
                        <a:pt x="290835" y="0"/>
                        <a:pt x="649598" y="0"/>
                      </a:cubicBezTo>
                      <a:cubicBezTo>
                        <a:pt x="1008362" y="0"/>
                        <a:pt x="1299198" y="290835"/>
                        <a:pt x="1299198" y="649599"/>
                      </a:cubicBezTo>
                      <a:close/>
                    </a:path>
                  </a:pathLst>
                </a:custGeom>
                <a:solidFill>
                  <a:srgbClr val="FFFFFF"/>
                </a:solidFill>
                <a:ln w="6350" cap="flat">
                  <a:noFill/>
                  <a:prstDash val="solid"/>
                  <a:miter/>
                </a:ln>
              </p:spPr>
              <p:txBody>
                <a:bodyPr rtlCol="0" anchor="ctr"/>
                <a:lstStyle/>
                <a:p>
                  <a:endParaRPr lang="en-RS" sz="450"/>
                </a:p>
              </p:txBody>
            </p:sp>
            <p:grpSp>
              <p:nvGrpSpPr>
                <p:cNvPr id="24" name="Group 23">
                  <a:extLst>
                    <a:ext uri="{FF2B5EF4-FFF2-40B4-BE49-F238E27FC236}">
                      <a16:creationId xmlns:a16="http://schemas.microsoft.com/office/drawing/2014/main" id="{447A01D0-B305-6781-7D1C-163369170F6F}"/>
                    </a:ext>
                  </a:extLst>
                </p:cNvPr>
                <p:cNvGrpSpPr>
                  <a:grpSpLocks noChangeAspect="1"/>
                </p:cNvGrpSpPr>
                <p:nvPr/>
              </p:nvGrpSpPr>
              <p:grpSpPr>
                <a:xfrm>
                  <a:off x="8955453" y="7110567"/>
                  <a:ext cx="1296002" cy="1296000"/>
                  <a:chOff x="5738342" y="3286296"/>
                  <a:chExt cx="844932" cy="844931"/>
                </a:xfrm>
              </p:grpSpPr>
              <p:sp>
                <p:nvSpPr>
                  <p:cNvPr id="25" name="Oval 24">
                    <a:extLst>
                      <a:ext uri="{FF2B5EF4-FFF2-40B4-BE49-F238E27FC236}">
                        <a16:creationId xmlns:a16="http://schemas.microsoft.com/office/drawing/2014/main" id="{71343F57-E519-BEC1-4538-A663C67D8F31}"/>
                      </a:ext>
                    </a:extLst>
                  </p:cNvPr>
                  <p:cNvSpPr/>
                  <p:nvPr/>
                </p:nvSpPr>
                <p:spPr>
                  <a:xfrm>
                    <a:off x="5738342" y="3286296"/>
                    <a:ext cx="844932" cy="844931"/>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sp>
                <p:nvSpPr>
                  <p:cNvPr id="26" name="Oval 25">
                    <a:extLst>
                      <a:ext uri="{FF2B5EF4-FFF2-40B4-BE49-F238E27FC236}">
                        <a16:creationId xmlns:a16="http://schemas.microsoft.com/office/drawing/2014/main" id="{B5C09619-BFDD-6892-B55F-7D5EFA610364}"/>
                      </a:ext>
                    </a:extLst>
                  </p:cNvPr>
                  <p:cNvSpPr/>
                  <p:nvPr/>
                </p:nvSpPr>
                <p:spPr>
                  <a:xfrm>
                    <a:off x="5806578" y="3356328"/>
                    <a:ext cx="708460" cy="708459"/>
                  </a:xfrm>
                  <a:prstGeom prst="ellipse">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sz="1050" dirty="0">
                      <a:solidFill>
                        <a:srgbClr val="FFFFFF"/>
                      </a:solidFill>
                      <a:latin typeface="linea-basic-10" charset="0"/>
                      <a:ea typeface="linea-basic-10" charset="0"/>
                      <a:cs typeface="linea-basic-10" charset="0"/>
                    </a:endParaRPr>
                  </a:p>
                </p:txBody>
              </p:sp>
            </p:grpSp>
          </p:grpSp>
        </p:grpSp>
      </p:grpSp>
      <p:sp>
        <p:nvSpPr>
          <p:cNvPr id="13" name="Text Placeholder 51">
            <a:extLst>
              <a:ext uri="{FF2B5EF4-FFF2-40B4-BE49-F238E27FC236}">
                <a16:creationId xmlns:a16="http://schemas.microsoft.com/office/drawing/2014/main" id="{3ADAF486-462A-4A39-BE1D-E11E5A3A7E02}"/>
              </a:ext>
            </a:extLst>
          </p:cNvPr>
          <p:cNvSpPr>
            <a:spLocks noGrp="1"/>
          </p:cNvSpPr>
          <p:nvPr>
            <p:ph type="body" sz="quarter" idx="66"/>
          </p:nvPr>
        </p:nvSpPr>
        <p:spPr>
          <a:xfrm>
            <a:off x="390247" y="1790489"/>
            <a:ext cx="5102259" cy="1330917"/>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7" name="Text Placeholder 51">
            <a:extLst>
              <a:ext uri="{FF2B5EF4-FFF2-40B4-BE49-F238E27FC236}">
                <a16:creationId xmlns:a16="http://schemas.microsoft.com/office/drawing/2014/main" id="{BED90B34-B5A9-E27A-4F7A-42F9EF739977}"/>
              </a:ext>
            </a:extLst>
          </p:cNvPr>
          <p:cNvSpPr>
            <a:spLocks noGrp="1"/>
          </p:cNvSpPr>
          <p:nvPr>
            <p:ph type="body" sz="quarter" idx="67"/>
          </p:nvPr>
        </p:nvSpPr>
        <p:spPr>
          <a:xfrm>
            <a:off x="390247" y="3295028"/>
            <a:ext cx="5102259" cy="1330917"/>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4" name="Text Placeholder 51">
            <a:extLst>
              <a:ext uri="{FF2B5EF4-FFF2-40B4-BE49-F238E27FC236}">
                <a16:creationId xmlns:a16="http://schemas.microsoft.com/office/drawing/2014/main" id="{A9FED4B3-4CC5-7B00-C154-1A074F6D04DF}"/>
              </a:ext>
            </a:extLst>
          </p:cNvPr>
          <p:cNvSpPr>
            <a:spLocks noGrp="1"/>
          </p:cNvSpPr>
          <p:nvPr>
            <p:ph type="body" sz="quarter" idx="68"/>
          </p:nvPr>
        </p:nvSpPr>
        <p:spPr>
          <a:xfrm>
            <a:off x="390247" y="4799567"/>
            <a:ext cx="5102259" cy="1330917"/>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336140034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Infog_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2" name="Group 1">
            <a:extLst>
              <a:ext uri="{FF2B5EF4-FFF2-40B4-BE49-F238E27FC236}">
                <a16:creationId xmlns:a16="http://schemas.microsoft.com/office/drawing/2014/main" id="{F4CF5514-320C-E9D5-04D5-9E90A12437D7}"/>
              </a:ext>
            </a:extLst>
          </p:cNvPr>
          <p:cNvGrpSpPr/>
          <p:nvPr/>
        </p:nvGrpSpPr>
        <p:grpSpPr>
          <a:xfrm>
            <a:off x="4510162" y="2201333"/>
            <a:ext cx="3171676" cy="3166534"/>
            <a:chOff x="4127141" y="1463334"/>
            <a:chExt cx="3937718" cy="3931332"/>
          </a:xfrm>
        </p:grpSpPr>
        <p:sp>
          <p:nvSpPr>
            <p:cNvPr id="5" name="Shape 2709">
              <a:extLst>
                <a:ext uri="{FF2B5EF4-FFF2-40B4-BE49-F238E27FC236}">
                  <a16:creationId xmlns:a16="http://schemas.microsoft.com/office/drawing/2014/main" id="{E936FDDA-5B40-945C-12F3-DAA178BD63A5}"/>
                </a:ext>
              </a:extLst>
            </p:cNvPr>
            <p:cNvSpPr/>
            <p:nvPr/>
          </p:nvSpPr>
          <p:spPr>
            <a:xfrm>
              <a:off x="6164663" y="2180299"/>
              <a:ext cx="1900196" cy="2677841"/>
            </a:xfrm>
            <a:custGeom>
              <a:avLst/>
              <a:gdLst/>
              <a:ahLst/>
              <a:cxnLst/>
              <a:rect l="0" t="0" r="0" b="0"/>
              <a:pathLst>
                <a:path w="120000" h="120000" extrusionOk="0">
                  <a:moveTo>
                    <a:pt x="47167" y="20810"/>
                  </a:moveTo>
                  <a:lnTo>
                    <a:pt x="46706" y="21086"/>
                  </a:lnTo>
                  <a:lnTo>
                    <a:pt x="46274" y="21352"/>
                  </a:lnTo>
                  <a:lnTo>
                    <a:pt x="45871" y="21638"/>
                  </a:lnTo>
                  <a:lnTo>
                    <a:pt x="45496" y="21925"/>
                  </a:lnTo>
                  <a:lnTo>
                    <a:pt x="45136" y="22211"/>
                  </a:lnTo>
                  <a:lnTo>
                    <a:pt x="44819" y="22497"/>
                  </a:lnTo>
                  <a:lnTo>
                    <a:pt x="44531" y="22783"/>
                  </a:lnTo>
                  <a:lnTo>
                    <a:pt x="44287" y="23069"/>
                  </a:lnTo>
                  <a:lnTo>
                    <a:pt x="44042" y="23345"/>
                  </a:lnTo>
                  <a:lnTo>
                    <a:pt x="43869" y="23621"/>
                  </a:lnTo>
                  <a:lnTo>
                    <a:pt x="43710" y="23897"/>
                  </a:lnTo>
                  <a:lnTo>
                    <a:pt x="43581" y="24163"/>
                  </a:lnTo>
                  <a:lnTo>
                    <a:pt x="43538" y="24296"/>
                  </a:lnTo>
                  <a:lnTo>
                    <a:pt x="43509" y="24419"/>
                  </a:lnTo>
                  <a:lnTo>
                    <a:pt x="43480" y="24551"/>
                  </a:lnTo>
                  <a:lnTo>
                    <a:pt x="43451" y="24674"/>
                  </a:lnTo>
                  <a:lnTo>
                    <a:pt x="43437" y="24797"/>
                  </a:lnTo>
                  <a:lnTo>
                    <a:pt x="43437" y="24909"/>
                  </a:lnTo>
                  <a:lnTo>
                    <a:pt x="43451" y="25032"/>
                  </a:lnTo>
                  <a:lnTo>
                    <a:pt x="43480" y="25144"/>
                  </a:lnTo>
                  <a:lnTo>
                    <a:pt x="43509" y="25277"/>
                  </a:lnTo>
                  <a:lnTo>
                    <a:pt x="43552" y="25410"/>
                  </a:lnTo>
                  <a:lnTo>
                    <a:pt x="43624" y="25533"/>
                  </a:lnTo>
                  <a:lnTo>
                    <a:pt x="43710" y="25666"/>
                  </a:lnTo>
                  <a:lnTo>
                    <a:pt x="43797" y="25778"/>
                  </a:lnTo>
                  <a:lnTo>
                    <a:pt x="43912" y="25890"/>
                  </a:lnTo>
                  <a:lnTo>
                    <a:pt x="44027" y="26003"/>
                  </a:lnTo>
                  <a:lnTo>
                    <a:pt x="44171" y="26115"/>
                  </a:lnTo>
                  <a:lnTo>
                    <a:pt x="44330" y="26228"/>
                  </a:lnTo>
                  <a:lnTo>
                    <a:pt x="44503" y="26320"/>
                  </a:lnTo>
                  <a:lnTo>
                    <a:pt x="44690" y="26422"/>
                  </a:lnTo>
                  <a:lnTo>
                    <a:pt x="44877" y="26514"/>
                  </a:lnTo>
                  <a:lnTo>
                    <a:pt x="45093" y="26596"/>
                  </a:lnTo>
                  <a:lnTo>
                    <a:pt x="45324" y="26688"/>
                  </a:lnTo>
                  <a:lnTo>
                    <a:pt x="45554" y="26770"/>
                  </a:lnTo>
                  <a:lnTo>
                    <a:pt x="45813" y="26851"/>
                  </a:lnTo>
                  <a:lnTo>
                    <a:pt x="46778" y="27137"/>
                  </a:lnTo>
                  <a:lnTo>
                    <a:pt x="47743" y="27413"/>
                  </a:lnTo>
                  <a:lnTo>
                    <a:pt x="48665" y="27689"/>
                  </a:lnTo>
                  <a:lnTo>
                    <a:pt x="49558" y="27965"/>
                  </a:lnTo>
                  <a:lnTo>
                    <a:pt x="50436" y="28231"/>
                  </a:lnTo>
                  <a:lnTo>
                    <a:pt x="51257" y="28477"/>
                  </a:lnTo>
                  <a:lnTo>
                    <a:pt x="52049" y="28722"/>
                  </a:lnTo>
                  <a:lnTo>
                    <a:pt x="52798" y="28957"/>
                  </a:lnTo>
                  <a:lnTo>
                    <a:pt x="53259" y="29100"/>
                  </a:lnTo>
                  <a:lnTo>
                    <a:pt x="53720" y="29243"/>
                  </a:lnTo>
                  <a:lnTo>
                    <a:pt x="54152" y="29376"/>
                  </a:lnTo>
                  <a:lnTo>
                    <a:pt x="54555" y="29509"/>
                  </a:lnTo>
                  <a:lnTo>
                    <a:pt x="54944" y="29611"/>
                  </a:lnTo>
                  <a:lnTo>
                    <a:pt x="55304" y="29724"/>
                  </a:lnTo>
                  <a:lnTo>
                    <a:pt x="55636" y="29826"/>
                  </a:lnTo>
                  <a:lnTo>
                    <a:pt x="55938" y="29908"/>
                  </a:lnTo>
                  <a:lnTo>
                    <a:pt x="56716" y="30163"/>
                  </a:lnTo>
                  <a:lnTo>
                    <a:pt x="57465" y="30439"/>
                  </a:lnTo>
                  <a:lnTo>
                    <a:pt x="58170" y="30746"/>
                  </a:lnTo>
                  <a:lnTo>
                    <a:pt x="58862" y="31093"/>
                  </a:lnTo>
                  <a:lnTo>
                    <a:pt x="59510" y="31451"/>
                  </a:lnTo>
                  <a:lnTo>
                    <a:pt x="60129" y="31850"/>
                  </a:lnTo>
                  <a:lnTo>
                    <a:pt x="60705" y="32279"/>
                  </a:lnTo>
                  <a:lnTo>
                    <a:pt x="61267" y="32718"/>
                  </a:lnTo>
                  <a:lnTo>
                    <a:pt x="61771" y="33189"/>
                  </a:lnTo>
                  <a:lnTo>
                    <a:pt x="62261" y="33679"/>
                  </a:lnTo>
                  <a:lnTo>
                    <a:pt x="62707" y="34190"/>
                  </a:lnTo>
                  <a:lnTo>
                    <a:pt x="63125" y="34732"/>
                  </a:lnTo>
                  <a:lnTo>
                    <a:pt x="63499" y="35284"/>
                  </a:lnTo>
                  <a:lnTo>
                    <a:pt x="63845" y="35856"/>
                  </a:lnTo>
                  <a:lnTo>
                    <a:pt x="64162" y="36439"/>
                  </a:lnTo>
                  <a:lnTo>
                    <a:pt x="64435" y="37042"/>
                  </a:lnTo>
                  <a:lnTo>
                    <a:pt x="64666" y="37676"/>
                  </a:lnTo>
                  <a:lnTo>
                    <a:pt x="64853" y="38299"/>
                  </a:lnTo>
                  <a:lnTo>
                    <a:pt x="65012" y="38954"/>
                  </a:lnTo>
                  <a:lnTo>
                    <a:pt x="65127" y="39597"/>
                  </a:lnTo>
                  <a:lnTo>
                    <a:pt x="65213" y="40272"/>
                  </a:lnTo>
                  <a:lnTo>
                    <a:pt x="65242" y="40947"/>
                  </a:lnTo>
                  <a:lnTo>
                    <a:pt x="65242" y="41642"/>
                  </a:lnTo>
                  <a:lnTo>
                    <a:pt x="65213" y="42316"/>
                  </a:lnTo>
                  <a:lnTo>
                    <a:pt x="65112" y="43022"/>
                  </a:lnTo>
                  <a:lnTo>
                    <a:pt x="64997" y="43717"/>
                  </a:lnTo>
                  <a:lnTo>
                    <a:pt x="64824" y="44422"/>
                  </a:lnTo>
                  <a:lnTo>
                    <a:pt x="64623" y="45127"/>
                  </a:lnTo>
                  <a:lnTo>
                    <a:pt x="64378" y="45843"/>
                  </a:lnTo>
                  <a:lnTo>
                    <a:pt x="64075" y="46548"/>
                  </a:lnTo>
                  <a:lnTo>
                    <a:pt x="63730" y="47253"/>
                  </a:lnTo>
                  <a:lnTo>
                    <a:pt x="63341" y="47959"/>
                  </a:lnTo>
                  <a:lnTo>
                    <a:pt x="63024" y="48511"/>
                  </a:lnTo>
                  <a:lnTo>
                    <a:pt x="62664" y="49032"/>
                  </a:lnTo>
                  <a:lnTo>
                    <a:pt x="62289" y="49563"/>
                  </a:lnTo>
                  <a:lnTo>
                    <a:pt x="61886" y="50074"/>
                  </a:lnTo>
                  <a:lnTo>
                    <a:pt x="61483" y="50565"/>
                  </a:lnTo>
                  <a:lnTo>
                    <a:pt x="61051" y="51045"/>
                  </a:lnTo>
                  <a:lnTo>
                    <a:pt x="60590" y="51526"/>
                  </a:lnTo>
                  <a:lnTo>
                    <a:pt x="60129" y="51976"/>
                  </a:lnTo>
                  <a:lnTo>
                    <a:pt x="59639" y="52425"/>
                  </a:lnTo>
                  <a:lnTo>
                    <a:pt x="59135" y="52844"/>
                  </a:lnTo>
                  <a:lnTo>
                    <a:pt x="58617" y="53264"/>
                  </a:lnTo>
                  <a:lnTo>
                    <a:pt x="58098" y="53662"/>
                  </a:lnTo>
                  <a:lnTo>
                    <a:pt x="57537" y="54040"/>
                  </a:lnTo>
                  <a:lnTo>
                    <a:pt x="56975" y="54408"/>
                  </a:lnTo>
                  <a:lnTo>
                    <a:pt x="56399" y="54756"/>
                  </a:lnTo>
                  <a:lnTo>
                    <a:pt x="55823" y="55093"/>
                  </a:lnTo>
                  <a:lnTo>
                    <a:pt x="55218" y="55400"/>
                  </a:lnTo>
                  <a:lnTo>
                    <a:pt x="54613" y="55696"/>
                  </a:lnTo>
                  <a:lnTo>
                    <a:pt x="54008" y="55982"/>
                  </a:lnTo>
                  <a:lnTo>
                    <a:pt x="53374" y="56238"/>
                  </a:lnTo>
                  <a:lnTo>
                    <a:pt x="52741" y="56473"/>
                  </a:lnTo>
                  <a:lnTo>
                    <a:pt x="52093" y="56708"/>
                  </a:lnTo>
                  <a:lnTo>
                    <a:pt x="51445" y="56902"/>
                  </a:lnTo>
                  <a:lnTo>
                    <a:pt x="50796" y="57097"/>
                  </a:lnTo>
                  <a:lnTo>
                    <a:pt x="50120" y="57260"/>
                  </a:lnTo>
                  <a:lnTo>
                    <a:pt x="49457" y="57403"/>
                  </a:lnTo>
                  <a:lnTo>
                    <a:pt x="48766" y="57526"/>
                  </a:lnTo>
                  <a:lnTo>
                    <a:pt x="48103" y="57618"/>
                  </a:lnTo>
                  <a:lnTo>
                    <a:pt x="47426" y="57700"/>
                  </a:lnTo>
                  <a:lnTo>
                    <a:pt x="46735" y="57751"/>
                  </a:lnTo>
                  <a:lnTo>
                    <a:pt x="46058" y="57792"/>
                  </a:lnTo>
                  <a:lnTo>
                    <a:pt x="45367" y="57802"/>
                  </a:lnTo>
                  <a:lnTo>
                    <a:pt x="45021" y="57802"/>
                  </a:lnTo>
                  <a:lnTo>
                    <a:pt x="44690" y="57792"/>
                  </a:lnTo>
                  <a:lnTo>
                    <a:pt x="44359" y="57781"/>
                  </a:lnTo>
                  <a:lnTo>
                    <a:pt x="44013" y="57751"/>
                  </a:lnTo>
                  <a:lnTo>
                    <a:pt x="43696" y="57730"/>
                  </a:lnTo>
                  <a:lnTo>
                    <a:pt x="43365" y="57700"/>
                  </a:lnTo>
                  <a:lnTo>
                    <a:pt x="43019" y="57669"/>
                  </a:lnTo>
                  <a:lnTo>
                    <a:pt x="42702" y="57618"/>
                  </a:lnTo>
                  <a:lnTo>
                    <a:pt x="42385" y="57577"/>
                  </a:lnTo>
                  <a:lnTo>
                    <a:pt x="42054" y="57526"/>
                  </a:lnTo>
                  <a:lnTo>
                    <a:pt x="41737" y="57454"/>
                  </a:lnTo>
                  <a:lnTo>
                    <a:pt x="41421" y="57403"/>
                  </a:lnTo>
                  <a:lnTo>
                    <a:pt x="41089" y="57321"/>
                  </a:lnTo>
                  <a:lnTo>
                    <a:pt x="40787" y="57250"/>
                  </a:lnTo>
                  <a:lnTo>
                    <a:pt x="40470" y="57168"/>
                  </a:lnTo>
                  <a:lnTo>
                    <a:pt x="40168" y="57086"/>
                  </a:lnTo>
                  <a:lnTo>
                    <a:pt x="39649" y="56923"/>
                  </a:lnTo>
                  <a:lnTo>
                    <a:pt x="39145" y="56718"/>
                  </a:lnTo>
                  <a:lnTo>
                    <a:pt x="38598" y="56494"/>
                  </a:lnTo>
                  <a:lnTo>
                    <a:pt x="38050" y="56238"/>
                  </a:lnTo>
                  <a:lnTo>
                    <a:pt x="37489" y="55952"/>
                  </a:lnTo>
                  <a:lnTo>
                    <a:pt x="36927" y="55645"/>
                  </a:lnTo>
                  <a:lnTo>
                    <a:pt x="36365" y="55308"/>
                  </a:lnTo>
                  <a:lnTo>
                    <a:pt x="35804" y="54960"/>
                  </a:lnTo>
                  <a:lnTo>
                    <a:pt x="35228" y="54592"/>
                  </a:lnTo>
                  <a:lnTo>
                    <a:pt x="34651" y="54214"/>
                  </a:lnTo>
                  <a:lnTo>
                    <a:pt x="34090" y="53816"/>
                  </a:lnTo>
                  <a:lnTo>
                    <a:pt x="33514" y="53417"/>
                  </a:lnTo>
                  <a:lnTo>
                    <a:pt x="32952" y="52998"/>
                  </a:lnTo>
                  <a:lnTo>
                    <a:pt x="32390" y="52579"/>
                  </a:lnTo>
                  <a:lnTo>
                    <a:pt x="31857" y="52149"/>
                  </a:lnTo>
                  <a:lnTo>
                    <a:pt x="31310" y="51720"/>
                  </a:lnTo>
                  <a:lnTo>
                    <a:pt x="30259" y="50872"/>
                  </a:lnTo>
                  <a:lnTo>
                    <a:pt x="29294" y="50034"/>
                  </a:lnTo>
                  <a:lnTo>
                    <a:pt x="28372" y="49236"/>
                  </a:lnTo>
                  <a:lnTo>
                    <a:pt x="27537" y="48500"/>
                  </a:lnTo>
                  <a:lnTo>
                    <a:pt x="26802" y="47826"/>
                  </a:lnTo>
                  <a:lnTo>
                    <a:pt x="26183" y="47243"/>
                  </a:lnTo>
                  <a:lnTo>
                    <a:pt x="25679" y="46763"/>
                  </a:lnTo>
                  <a:lnTo>
                    <a:pt x="25319" y="46415"/>
                  </a:lnTo>
                  <a:lnTo>
                    <a:pt x="24959" y="46068"/>
                  </a:lnTo>
                  <a:lnTo>
                    <a:pt x="24570" y="45730"/>
                  </a:lnTo>
                  <a:lnTo>
                    <a:pt x="24152" y="45413"/>
                  </a:lnTo>
                  <a:lnTo>
                    <a:pt x="23749" y="45127"/>
                  </a:lnTo>
                  <a:lnTo>
                    <a:pt x="23331" y="44851"/>
                  </a:lnTo>
                  <a:lnTo>
                    <a:pt x="22914" y="44606"/>
                  </a:lnTo>
                  <a:lnTo>
                    <a:pt x="22481" y="44381"/>
                  </a:lnTo>
                  <a:lnTo>
                    <a:pt x="22049" y="44166"/>
                  </a:lnTo>
                  <a:lnTo>
                    <a:pt x="21589" y="43993"/>
                  </a:lnTo>
                  <a:lnTo>
                    <a:pt x="21142" y="43829"/>
                  </a:lnTo>
                  <a:lnTo>
                    <a:pt x="20926" y="43758"/>
                  </a:lnTo>
                  <a:lnTo>
                    <a:pt x="20696" y="43696"/>
                  </a:lnTo>
                  <a:lnTo>
                    <a:pt x="20480" y="43625"/>
                  </a:lnTo>
                  <a:lnTo>
                    <a:pt x="20249" y="43584"/>
                  </a:lnTo>
                  <a:lnTo>
                    <a:pt x="20033" y="43533"/>
                  </a:lnTo>
                  <a:lnTo>
                    <a:pt x="19788" y="43502"/>
                  </a:lnTo>
                  <a:lnTo>
                    <a:pt x="19572" y="43451"/>
                  </a:lnTo>
                  <a:lnTo>
                    <a:pt x="19342" y="43431"/>
                  </a:lnTo>
                  <a:lnTo>
                    <a:pt x="19126" y="43410"/>
                  </a:lnTo>
                  <a:lnTo>
                    <a:pt x="18895" y="43390"/>
                  </a:lnTo>
                  <a:lnTo>
                    <a:pt x="18665" y="43379"/>
                  </a:lnTo>
                  <a:lnTo>
                    <a:pt x="18434" y="43379"/>
                  </a:lnTo>
                  <a:lnTo>
                    <a:pt x="18074" y="43390"/>
                  </a:lnTo>
                  <a:lnTo>
                    <a:pt x="17700" y="43410"/>
                  </a:lnTo>
                  <a:lnTo>
                    <a:pt x="17325" y="43451"/>
                  </a:lnTo>
                  <a:lnTo>
                    <a:pt x="16951" y="43522"/>
                  </a:lnTo>
                  <a:lnTo>
                    <a:pt x="16591" y="43594"/>
                  </a:lnTo>
                  <a:lnTo>
                    <a:pt x="16231" y="43696"/>
                  </a:lnTo>
                  <a:lnTo>
                    <a:pt x="15871" y="43819"/>
                  </a:lnTo>
                  <a:lnTo>
                    <a:pt x="15525" y="43952"/>
                  </a:lnTo>
                  <a:lnTo>
                    <a:pt x="15180" y="44095"/>
                  </a:lnTo>
                  <a:lnTo>
                    <a:pt x="14834" y="44269"/>
                  </a:lnTo>
                  <a:lnTo>
                    <a:pt x="14488" y="44442"/>
                  </a:lnTo>
                  <a:lnTo>
                    <a:pt x="14171" y="44647"/>
                  </a:lnTo>
                  <a:lnTo>
                    <a:pt x="13840" y="44862"/>
                  </a:lnTo>
                  <a:lnTo>
                    <a:pt x="13538" y="45097"/>
                  </a:lnTo>
                  <a:lnTo>
                    <a:pt x="13206" y="45342"/>
                  </a:lnTo>
                  <a:lnTo>
                    <a:pt x="12904" y="45608"/>
                  </a:lnTo>
                  <a:lnTo>
                    <a:pt x="12054" y="46395"/>
                  </a:lnTo>
                  <a:lnTo>
                    <a:pt x="11204" y="47172"/>
                  </a:lnTo>
                  <a:lnTo>
                    <a:pt x="10355" y="47969"/>
                  </a:lnTo>
                  <a:lnTo>
                    <a:pt x="9519" y="48756"/>
                  </a:lnTo>
                  <a:lnTo>
                    <a:pt x="8698" y="49563"/>
                  </a:lnTo>
                  <a:lnTo>
                    <a:pt x="7863" y="50371"/>
                  </a:lnTo>
                  <a:lnTo>
                    <a:pt x="7057" y="51168"/>
                  </a:lnTo>
                  <a:lnTo>
                    <a:pt x="6250" y="51986"/>
                  </a:lnTo>
                  <a:lnTo>
                    <a:pt x="5429" y="52804"/>
                  </a:lnTo>
                  <a:lnTo>
                    <a:pt x="4623" y="53621"/>
                  </a:lnTo>
                  <a:lnTo>
                    <a:pt x="3831" y="54449"/>
                  </a:lnTo>
                  <a:lnTo>
                    <a:pt x="3053" y="55277"/>
                  </a:lnTo>
                  <a:lnTo>
                    <a:pt x="2275" y="56105"/>
                  </a:lnTo>
                  <a:lnTo>
                    <a:pt x="1497" y="56943"/>
                  </a:lnTo>
                  <a:lnTo>
                    <a:pt x="748" y="57781"/>
                  </a:lnTo>
                  <a:lnTo>
                    <a:pt x="0" y="58630"/>
                  </a:lnTo>
                  <a:lnTo>
                    <a:pt x="1224" y="59172"/>
                  </a:lnTo>
                  <a:lnTo>
                    <a:pt x="2433" y="59724"/>
                  </a:lnTo>
                  <a:lnTo>
                    <a:pt x="3643" y="60286"/>
                  </a:lnTo>
                  <a:lnTo>
                    <a:pt x="4839" y="60848"/>
                  </a:lnTo>
                  <a:lnTo>
                    <a:pt x="6063" y="61420"/>
                  </a:lnTo>
                  <a:lnTo>
                    <a:pt x="7244" y="61993"/>
                  </a:lnTo>
                  <a:lnTo>
                    <a:pt x="8439" y="62575"/>
                  </a:lnTo>
                  <a:lnTo>
                    <a:pt x="9620" y="63158"/>
                  </a:lnTo>
                  <a:lnTo>
                    <a:pt x="10801" y="63751"/>
                  </a:lnTo>
                  <a:lnTo>
                    <a:pt x="11968" y="64354"/>
                  </a:lnTo>
                  <a:lnTo>
                    <a:pt x="13106" y="64947"/>
                  </a:lnTo>
                  <a:lnTo>
                    <a:pt x="14272" y="65550"/>
                  </a:lnTo>
                  <a:lnTo>
                    <a:pt x="15410" y="66153"/>
                  </a:lnTo>
                  <a:lnTo>
                    <a:pt x="16562" y="66766"/>
                  </a:lnTo>
                  <a:lnTo>
                    <a:pt x="17700" y="67379"/>
                  </a:lnTo>
                  <a:lnTo>
                    <a:pt x="18809" y="67993"/>
                  </a:lnTo>
                  <a:lnTo>
                    <a:pt x="19140" y="68177"/>
                  </a:lnTo>
                  <a:lnTo>
                    <a:pt x="19457" y="68371"/>
                  </a:lnTo>
                  <a:lnTo>
                    <a:pt x="19759" y="68555"/>
                  </a:lnTo>
                  <a:lnTo>
                    <a:pt x="20062" y="68749"/>
                  </a:lnTo>
                  <a:lnTo>
                    <a:pt x="20336" y="68954"/>
                  </a:lnTo>
                  <a:lnTo>
                    <a:pt x="20624" y="69158"/>
                  </a:lnTo>
                  <a:lnTo>
                    <a:pt x="20883" y="69362"/>
                  </a:lnTo>
                  <a:lnTo>
                    <a:pt x="21142" y="69567"/>
                  </a:lnTo>
                  <a:lnTo>
                    <a:pt x="21387" y="69781"/>
                  </a:lnTo>
                  <a:lnTo>
                    <a:pt x="21632" y="69996"/>
                  </a:lnTo>
                  <a:lnTo>
                    <a:pt x="21848" y="70211"/>
                  </a:lnTo>
                  <a:lnTo>
                    <a:pt x="22064" y="70425"/>
                  </a:lnTo>
                  <a:lnTo>
                    <a:pt x="22280" y="70650"/>
                  </a:lnTo>
                  <a:lnTo>
                    <a:pt x="22467" y="70875"/>
                  </a:lnTo>
                  <a:lnTo>
                    <a:pt x="22654" y="71100"/>
                  </a:lnTo>
                  <a:lnTo>
                    <a:pt x="22827" y="71335"/>
                  </a:lnTo>
                  <a:lnTo>
                    <a:pt x="23000" y="71560"/>
                  </a:lnTo>
                  <a:lnTo>
                    <a:pt x="23144" y="71795"/>
                  </a:lnTo>
                  <a:lnTo>
                    <a:pt x="23288" y="72030"/>
                  </a:lnTo>
                  <a:lnTo>
                    <a:pt x="23432" y="72265"/>
                  </a:lnTo>
                  <a:lnTo>
                    <a:pt x="23533" y="72511"/>
                  </a:lnTo>
                  <a:lnTo>
                    <a:pt x="23662" y="72746"/>
                  </a:lnTo>
                  <a:lnTo>
                    <a:pt x="23749" y="72991"/>
                  </a:lnTo>
                  <a:lnTo>
                    <a:pt x="23850" y="73247"/>
                  </a:lnTo>
                  <a:lnTo>
                    <a:pt x="23922" y="73492"/>
                  </a:lnTo>
                  <a:lnTo>
                    <a:pt x="23994" y="73727"/>
                  </a:lnTo>
                  <a:lnTo>
                    <a:pt x="24051" y="73982"/>
                  </a:lnTo>
                  <a:lnTo>
                    <a:pt x="24095" y="74238"/>
                  </a:lnTo>
                  <a:lnTo>
                    <a:pt x="24123" y="74494"/>
                  </a:lnTo>
                  <a:lnTo>
                    <a:pt x="24138" y="74739"/>
                  </a:lnTo>
                  <a:lnTo>
                    <a:pt x="24152" y="74994"/>
                  </a:lnTo>
                  <a:lnTo>
                    <a:pt x="24152" y="75250"/>
                  </a:lnTo>
                  <a:lnTo>
                    <a:pt x="24138" y="75536"/>
                  </a:lnTo>
                  <a:lnTo>
                    <a:pt x="24109" y="75812"/>
                  </a:lnTo>
                  <a:lnTo>
                    <a:pt x="24066" y="76088"/>
                  </a:lnTo>
                  <a:lnTo>
                    <a:pt x="24023" y="76374"/>
                  </a:lnTo>
                  <a:lnTo>
                    <a:pt x="23951" y="76650"/>
                  </a:lnTo>
                  <a:lnTo>
                    <a:pt x="23879" y="76926"/>
                  </a:lnTo>
                  <a:lnTo>
                    <a:pt x="23792" y="77202"/>
                  </a:lnTo>
                  <a:lnTo>
                    <a:pt x="23677" y="77458"/>
                  </a:lnTo>
                  <a:lnTo>
                    <a:pt x="23547" y="77734"/>
                  </a:lnTo>
                  <a:lnTo>
                    <a:pt x="23432" y="78000"/>
                  </a:lnTo>
                  <a:lnTo>
                    <a:pt x="23288" y="78265"/>
                  </a:lnTo>
                  <a:lnTo>
                    <a:pt x="23130" y="78531"/>
                  </a:lnTo>
                  <a:lnTo>
                    <a:pt x="22957" y="78797"/>
                  </a:lnTo>
                  <a:lnTo>
                    <a:pt x="22770" y="79063"/>
                  </a:lnTo>
                  <a:lnTo>
                    <a:pt x="22597" y="79308"/>
                  </a:lnTo>
                  <a:lnTo>
                    <a:pt x="22366" y="79574"/>
                  </a:lnTo>
                  <a:lnTo>
                    <a:pt x="22150" y="79829"/>
                  </a:lnTo>
                  <a:lnTo>
                    <a:pt x="21934" y="80074"/>
                  </a:lnTo>
                  <a:lnTo>
                    <a:pt x="21689" y="80330"/>
                  </a:lnTo>
                  <a:lnTo>
                    <a:pt x="21445" y="80565"/>
                  </a:lnTo>
                  <a:lnTo>
                    <a:pt x="21171" y="80810"/>
                  </a:lnTo>
                  <a:lnTo>
                    <a:pt x="20897" y="81056"/>
                  </a:lnTo>
                  <a:lnTo>
                    <a:pt x="20595" y="81291"/>
                  </a:lnTo>
                  <a:lnTo>
                    <a:pt x="20307" y="81526"/>
                  </a:lnTo>
                  <a:lnTo>
                    <a:pt x="19990" y="81761"/>
                  </a:lnTo>
                  <a:lnTo>
                    <a:pt x="19673" y="81976"/>
                  </a:lnTo>
                  <a:lnTo>
                    <a:pt x="19342" y="82211"/>
                  </a:lnTo>
                  <a:lnTo>
                    <a:pt x="18996" y="82425"/>
                  </a:lnTo>
                  <a:lnTo>
                    <a:pt x="18636" y="82640"/>
                  </a:lnTo>
                  <a:lnTo>
                    <a:pt x="18276" y="82844"/>
                  </a:lnTo>
                  <a:lnTo>
                    <a:pt x="17902" y="83059"/>
                  </a:lnTo>
                  <a:lnTo>
                    <a:pt x="17498" y="83264"/>
                  </a:lnTo>
                  <a:lnTo>
                    <a:pt x="16144" y="83969"/>
                  </a:lnTo>
                  <a:lnTo>
                    <a:pt x="14834" y="84674"/>
                  </a:lnTo>
                  <a:lnTo>
                    <a:pt x="13610" y="85369"/>
                  </a:lnTo>
                  <a:lnTo>
                    <a:pt x="12443" y="86044"/>
                  </a:lnTo>
                  <a:lnTo>
                    <a:pt x="11334" y="86698"/>
                  </a:lnTo>
                  <a:lnTo>
                    <a:pt x="10312" y="87342"/>
                  </a:lnTo>
                  <a:lnTo>
                    <a:pt x="9347" y="87955"/>
                  </a:lnTo>
                  <a:lnTo>
                    <a:pt x="8482" y="88538"/>
                  </a:lnTo>
                  <a:lnTo>
                    <a:pt x="7676" y="89110"/>
                  </a:lnTo>
                  <a:lnTo>
                    <a:pt x="6941" y="89642"/>
                  </a:lnTo>
                  <a:lnTo>
                    <a:pt x="6308" y="90143"/>
                  </a:lnTo>
                  <a:lnTo>
                    <a:pt x="5746" y="90613"/>
                  </a:lnTo>
                  <a:lnTo>
                    <a:pt x="5501" y="90817"/>
                  </a:lnTo>
                  <a:lnTo>
                    <a:pt x="5271" y="91022"/>
                  </a:lnTo>
                  <a:lnTo>
                    <a:pt x="5069" y="91226"/>
                  </a:lnTo>
                  <a:lnTo>
                    <a:pt x="4882" y="91410"/>
                  </a:lnTo>
                  <a:lnTo>
                    <a:pt x="4723" y="91584"/>
                  </a:lnTo>
                  <a:lnTo>
                    <a:pt x="4579" y="91758"/>
                  </a:lnTo>
                  <a:lnTo>
                    <a:pt x="4479" y="91911"/>
                  </a:lnTo>
                  <a:lnTo>
                    <a:pt x="4378" y="92044"/>
                  </a:lnTo>
                  <a:lnTo>
                    <a:pt x="4191" y="92412"/>
                  </a:lnTo>
                  <a:lnTo>
                    <a:pt x="4032" y="92790"/>
                  </a:lnTo>
                  <a:lnTo>
                    <a:pt x="3917" y="93158"/>
                  </a:lnTo>
                  <a:lnTo>
                    <a:pt x="3831" y="93546"/>
                  </a:lnTo>
                  <a:lnTo>
                    <a:pt x="3787" y="93945"/>
                  </a:lnTo>
                  <a:lnTo>
                    <a:pt x="3787" y="94333"/>
                  </a:lnTo>
                  <a:lnTo>
                    <a:pt x="3816" y="94722"/>
                  </a:lnTo>
                  <a:lnTo>
                    <a:pt x="3888" y="95120"/>
                  </a:lnTo>
                  <a:lnTo>
                    <a:pt x="3975" y="95509"/>
                  </a:lnTo>
                  <a:lnTo>
                    <a:pt x="4104" y="95908"/>
                  </a:lnTo>
                  <a:lnTo>
                    <a:pt x="4277" y="96296"/>
                  </a:lnTo>
                  <a:lnTo>
                    <a:pt x="4450" y="96695"/>
                  </a:lnTo>
                  <a:lnTo>
                    <a:pt x="4695" y="97083"/>
                  </a:lnTo>
                  <a:lnTo>
                    <a:pt x="4954" y="97482"/>
                  </a:lnTo>
                  <a:lnTo>
                    <a:pt x="5228" y="97860"/>
                  </a:lnTo>
                  <a:lnTo>
                    <a:pt x="5544" y="98238"/>
                  </a:lnTo>
                  <a:lnTo>
                    <a:pt x="5904" y="98616"/>
                  </a:lnTo>
                  <a:lnTo>
                    <a:pt x="6279" y="98984"/>
                  </a:lnTo>
                  <a:lnTo>
                    <a:pt x="6682" y="99352"/>
                  </a:lnTo>
                  <a:lnTo>
                    <a:pt x="7100" y="99700"/>
                  </a:lnTo>
                  <a:lnTo>
                    <a:pt x="7561" y="100057"/>
                  </a:lnTo>
                  <a:lnTo>
                    <a:pt x="8050" y="100395"/>
                  </a:lnTo>
                  <a:lnTo>
                    <a:pt x="8540" y="100722"/>
                  </a:lnTo>
                  <a:lnTo>
                    <a:pt x="9087" y="101049"/>
                  </a:lnTo>
                  <a:lnTo>
                    <a:pt x="9649" y="101366"/>
                  </a:lnTo>
                  <a:lnTo>
                    <a:pt x="10225" y="101662"/>
                  </a:lnTo>
                  <a:lnTo>
                    <a:pt x="10830" y="101948"/>
                  </a:lnTo>
                  <a:lnTo>
                    <a:pt x="11449" y="102224"/>
                  </a:lnTo>
                  <a:lnTo>
                    <a:pt x="12083" y="102490"/>
                  </a:lnTo>
                  <a:lnTo>
                    <a:pt x="12760" y="102725"/>
                  </a:lnTo>
                  <a:lnTo>
                    <a:pt x="13451" y="102960"/>
                  </a:lnTo>
                  <a:lnTo>
                    <a:pt x="14157" y="103185"/>
                  </a:lnTo>
                  <a:lnTo>
                    <a:pt x="14603" y="103318"/>
                  </a:lnTo>
                  <a:lnTo>
                    <a:pt x="15050" y="103420"/>
                  </a:lnTo>
                  <a:lnTo>
                    <a:pt x="15511" y="103533"/>
                  </a:lnTo>
                  <a:lnTo>
                    <a:pt x="15972" y="103645"/>
                  </a:lnTo>
                  <a:lnTo>
                    <a:pt x="16418" y="103727"/>
                  </a:lnTo>
                  <a:lnTo>
                    <a:pt x="16893" y="103819"/>
                  </a:lnTo>
                  <a:lnTo>
                    <a:pt x="17354" y="103901"/>
                  </a:lnTo>
                  <a:lnTo>
                    <a:pt x="17815" y="103972"/>
                  </a:lnTo>
                  <a:lnTo>
                    <a:pt x="18276" y="104034"/>
                  </a:lnTo>
                  <a:lnTo>
                    <a:pt x="18737" y="104085"/>
                  </a:lnTo>
                  <a:lnTo>
                    <a:pt x="19198" y="104136"/>
                  </a:lnTo>
                  <a:lnTo>
                    <a:pt x="19673" y="104177"/>
                  </a:lnTo>
                  <a:lnTo>
                    <a:pt x="20134" y="104207"/>
                  </a:lnTo>
                  <a:lnTo>
                    <a:pt x="20580" y="104228"/>
                  </a:lnTo>
                  <a:lnTo>
                    <a:pt x="21056" y="104238"/>
                  </a:lnTo>
                  <a:lnTo>
                    <a:pt x="21502" y="104238"/>
                  </a:lnTo>
                  <a:lnTo>
                    <a:pt x="21963" y="104238"/>
                  </a:lnTo>
                  <a:lnTo>
                    <a:pt x="22453" y="104228"/>
                  </a:lnTo>
                  <a:lnTo>
                    <a:pt x="22899" y="104197"/>
                  </a:lnTo>
                  <a:lnTo>
                    <a:pt x="23360" y="104177"/>
                  </a:lnTo>
                  <a:lnTo>
                    <a:pt x="23821" y="104126"/>
                  </a:lnTo>
                  <a:lnTo>
                    <a:pt x="24253" y="104085"/>
                  </a:lnTo>
                  <a:lnTo>
                    <a:pt x="24685" y="104013"/>
                  </a:lnTo>
                  <a:lnTo>
                    <a:pt x="25103" y="103952"/>
                  </a:lnTo>
                  <a:lnTo>
                    <a:pt x="25520" y="103890"/>
                  </a:lnTo>
                  <a:lnTo>
                    <a:pt x="25924" y="103798"/>
                  </a:lnTo>
                  <a:lnTo>
                    <a:pt x="26341" y="103706"/>
                  </a:lnTo>
                  <a:lnTo>
                    <a:pt x="26730" y="103614"/>
                  </a:lnTo>
                  <a:lnTo>
                    <a:pt x="27105" y="103502"/>
                  </a:lnTo>
                  <a:lnTo>
                    <a:pt x="27479" y="103390"/>
                  </a:lnTo>
                  <a:lnTo>
                    <a:pt x="27839" y="103267"/>
                  </a:lnTo>
                  <a:lnTo>
                    <a:pt x="28199" y="103134"/>
                  </a:lnTo>
                  <a:lnTo>
                    <a:pt x="28545" y="103001"/>
                  </a:lnTo>
                  <a:lnTo>
                    <a:pt x="28862" y="102858"/>
                  </a:lnTo>
                  <a:lnTo>
                    <a:pt x="29179" y="102705"/>
                  </a:lnTo>
                  <a:lnTo>
                    <a:pt x="29495" y="102551"/>
                  </a:lnTo>
                  <a:lnTo>
                    <a:pt x="29783" y="102388"/>
                  </a:lnTo>
                  <a:lnTo>
                    <a:pt x="30057" y="102214"/>
                  </a:lnTo>
                  <a:lnTo>
                    <a:pt x="30345" y="102040"/>
                  </a:lnTo>
                  <a:lnTo>
                    <a:pt x="30590" y="101846"/>
                  </a:lnTo>
                  <a:lnTo>
                    <a:pt x="30835" y="101652"/>
                  </a:lnTo>
                  <a:lnTo>
                    <a:pt x="31080" y="101458"/>
                  </a:lnTo>
                  <a:lnTo>
                    <a:pt x="31296" y="101253"/>
                  </a:lnTo>
                  <a:lnTo>
                    <a:pt x="31497" y="101049"/>
                  </a:lnTo>
                  <a:lnTo>
                    <a:pt x="31685" y="100824"/>
                  </a:lnTo>
                  <a:lnTo>
                    <a:pt x="31857" y="100609"/>
                  </a:lnTo>
                  <a:lnTo>
                    <a:pt x="32016" y="100374"/>
                  </a:lnTo>
                  <a:lnTo>
                    <a:pt x="32160" y="100139"/>
                  </a:lnTo>
                  <a:lnTo>
                    <a:pt x="32289" y="99914"/>
                  </a:lnTo>
                  <a:lnTo>
                    <a:pt x="32448" y="99679"/>
                  </a:lnTo>
                  <a:lnTo>
                    <a:pt x="32592" y="99413"/>
                  </a:lnTo>
                  <a:lnTo>
                    <a:pt x="32750" y="99148"/>
                  </a:lnTo>
                  <a:lnTo>
                    <a:pt x="32923" y="98862"/>
                  </a:lnTo>
                  <a:lnTo>
                    <a:pt x="33110" y="98555"/>
                  </a:lnTo>
                  <a:lnTo>
                    <a:pt x="33312" y="98248"/>
                  </a:lnTo>
                  <a:lnTo>
                    <a:pt x="33514" y="97921"/>
                  </a:lnTo>
                  <a:lnTo>
                    <a:pt x="33845" y="97390"/>
                  </a:lnTo>
                  <a:lnTo>
                    <a:pt x="34176" y="96827"/>
                  </a:lnTo>
                  <a:lnTo>
                    <a:pt x="34536" y="96245"/>
                  </a:lnTo>
                  <a:lnTo>
                    <a:pt x="34911" y="95632"/>
                  </a:lnTo>
                  <a:lnTo>
                    <a:pt x="35300" y="94988"/>
                  </a:lnTo>
                  <a:lnTo>
                    <a:pt x="35688" y="94344"/>
                  </a:lnTo>
                  <a:lnTo>
                    <a:pt x="36092" y="93659"/>
                  </a:lnTo>
                  <a:lnTo>
                    <a:pt x="36495" y="92964"/>
                  </a:lnTo>
                  <a:lnTo>
                    <a:pt x="36639" y="92718"/>
                  </a:lnTo>
                  <a:lnTo>
                    <a:pt x="36797" y="92494"/>
                  </a:lnTo>
                  <a:lnTo>
                    <a:pt x="36956" y="92258"/>
                  </a:lnTo>
                  <a:lnTo>
                    <a:pt x="37129" y="92034"/>
                  </a:lnTo>
                  <a:lnTo>
                    <a:pt x="37301" y="91819"/>
                  </a:lnTo>
                  <a:lnTo>
                    <a:pt x="37489" y="91594"/>
                  </a:lnTo>
                  <a:lnTo>
                    <a:pt x="37690" y="91400"/>
                  </a:lnTo>
                  <a:lnTo>
                    <a:pt x="37892" y="91206"/>
                  </a:lnTo>
                  <a:lnTo>
                    <a:pt x="38094" y="91011"/>
                  </a:lnTo>
                  <a:lnTo>
                    <a:pt x="38310" y="90827"/>
                  </a:lnTo>
                  <a:lnTo>
                    <a:pt x="38554" y="90654"/>
                  </a:lnTo>
                  <a:lnTo>
                    <a:pt x="38785" y="90490"/>
                  </a:lnTo>
                  <a:lnTo>
                    <a:pt x="39015" y="90327"/>
                  </a:lnTo>
                  <a:lnTo>
                    <a:pt x="39260" y="90163"/>
                  </a:lnTo>
                  <a:lnTo>
                    <a:pt x="39505" y="90020"/>
                  </a:lnTo>
                  <a:lnTo>
                    <a:pt x="39779" y="89877"/>
                  </a:lnTo>
                  <a:lnTo>
                    <a:pt x="40024" y="89754"/>
                  </a:lnTo>
                  <a:lnTo>
                    <a:pt x="40297" y="89632"/>
                  </a:lnTo>
                  <a:lnTo>
                    <a:pt x="40571" y="89519"/>
                  </a:lnTo>
                  <a:lnTo>
                    <a:pt x="40844" y="89407"/>
                  </a:lnTo>
                  <a:lnTo>
                    <a:pt x="41147" y="89304"/>
                  </a:lnTo>
                  <a:lnTo>
                    <a:pt x="41435" y="89212"/>
                  </a:lnTo>
                  <a:lnTo>
                    <a:pt x="41737" y="89131"/>
                  </a:lnTo>
                  <a:lnTo>
                    <a:pt x="42025" y="89059"/>
                  </a:lnTo>
                  <a:lnTo>
                    <a:pt x="42328" y="88988"/>
                  </a:lnTo>
                  <a:lnTo>
                    <a:pt x="42630" y="88936"/>
                  </a:lnTo>
                  <a:lnTo>
                    <a:pt x="42947" y="88875"/>
                  </a:lnTo>
                  <a:lnTo>
                    <a:pt x="43278" y="88844"/>
                  </a:lnTo>
                  <a:lnTo>
                    <a:pt x="43581" y="88814"/>
                  </a:lnTo>
                  <a:lnTo>
                    <a:pt x="43912" y="88793"/>
                  </a:lnTo>
                  <a:lnTo>
                    <a:pt x="44229" y="88783"/>
                  </a:lnTo>
                  <a:lnTo>
                    <a:pt x="44575" y="88773"/>
                  </a:lnTo>
                  <a:lnTo>
                    <a:pt x="44906" y="88783"/>
                  </a:lnTo>
                  <a:lnTo>
                    <a:pt x="45223" y="88793"/>
                  </a:lnTo>
                  <a:lnTo>
                    <a:pt x="45554" y="88814"/>
                  </a:lnTo>
                  <a:lnTo>
                    <a:pt x="45885" y="88834"/>
                  </a:lnTo>
                  <a:lnTo>
                    <a:pt x="46202" y="88875"/>
                  </a:lnTo>
                  <a:lnTo>
                    <a:pt x="46533" y="88926"/>
                  </a:lnTo>
                  <a:lnTo>
                    <a:pt x="46865" y="88977"/>
                  </a:lnTo>
                  <a:lnTo>
                    <a:pt x="47181" y="89049"/>
                  </a:lnTo>
                  <a:lnTo>
                    <a:pt x="47527" y="89110"/>
                  </a:lnTo>
                  <a:lnTo>
                    <a:pt x="47858" y="89192"/>
                  </a:lnTo>
                  <a:lnTo>
                    <a:pt x="48175" y="89274"/>
                  </a:lnTo>
                  <a:lnTo>
                    <a:pt x="48506" y="89376"/>
                  </a:lnTo>
                  <a:lnTo>
                    <a:pt x="48838" y="89478"/>
                  </a:lnTo>
                  <a:lnTo>
                    <a:pt x="49155" y="89580"/>
                  </a:lnTo>
                  <a:lnTo>
                    <a:pt x="49471" y="89703"/>
                  </a:lnTo>
                  <a:lnTo>
                    <a:pt x="49803" y="89836"/>
                  </a:lnTo>
                  <a:lnTo>
                    <a:pt x="50120" y="89969"/>
                  </a:lnTo>
                  <a:lnTo>
                    <a:pt x="50451" y="90112"/>
                  </a:lnTo>
                  <a:lnTo>
                    <a:pt x="50768" y="90265"/>
                  </a:lnTo>
                  <a:lnTo>
                    <a:pt x="51084" y="90419"/>
                  </a:lnTo>
                  <a:lnTo>
                    <a:pt x="51401" y="90582"/>
                  </a:lnTo>
                  <a:lnTo>
                    <a:pt x="51704" y="90766"/>
                  </a:lnTo>
                  <a:lnTo>
                    <a:pt x="52021" y="90940"/>
                  </a:lnTo>
                  <a:lnTo>
                    <a:pt x="52323" y="91124"/>
                  </a:lnTo>
                  <a:lnTo>
                    <a:pt x="52640" y="91328"/>
                  </a:lnTo>
                  <a:lnTo>
                    <a:pt x="52957" y="91522"/>
                  </a:lnTo>
                  <a:lnTo>
                    <a:pt x="53245" y="91747"/>
                  </a:lnTo>
                  <a:lnTo>
                    <a:pt x="53562" y="91952"/>
                  </a:lnTo>
                  <a:lnTo>
                    <a:pt x="53850" y="92187"/>
                  </a:lnTo>
                  <a:lnTo>
                    <a:pt x="54152" y="92412"/>
                  </a:lnTo>
                  <a:lnTo>
                    <a:pt x="54440" y="92647"/>
                  </a:lnTo>
                  <a:lnTo>
                    <a:pt x="54728" y="92902"/>
                  </a:lnTo>
                  <a:lnTo>
                    <a:pt x="55952" y="93965"/>
                  </a:lnTo>
                  <a:lnTo>
                    <a:pt x="57162" y="95039"/>
                  </a:lnTo>
                  <a:lnTo>
                    <a:pt x="58358" y="96112"/>
                  </a:lnTo>
                  <a:lnTo>
                    <a:pt x="59539" y="97206"/>
                  </a:lnTo>
                  <a:lnTo>
                    <a:pt x="60720" y="98299"/>
                  </a:lnTo>
                  <a:lnTo>
                    <a:pt x="61872" y="99403"/>
                  </a:lnTo>
                  <a:lnTo>
                    <a:pt x="63024" y="100517"/>
                  </a:lnTo>
                  <a:lnTo>
                    <a:pt x="64162" y="101642"/>
                  </a:lnTo>
                  <a:lnTo>
                    <a:pt x="65271" y="102766"/>
                  </a:lnTo>
                  <a:lnTo>
                    <a:pt x="66380" y="103901"/>
                  </a:lnTo>
                  <a:lnTo>
                    <a:pt x="67460" y="105035"/>
                  </a:lnTo>
                  <a:lnTo>
                    <a:pt x="68554" y="106180"/>
                  </a:lnTo>
                  <a:lnTo>
                    <a:pt x="69606" y="107335"/>
                  </a:lnTo>
                  <a:lnTo>
                    <a:pt x="70672" y="108480"/>
                  </a:lnTo>
                  <a:lnTo>
                    <a:pt x="71694" y="109645"/>
                  </a:lnTo>
                  <a:lnTo>
                    <a:pt x="72717" y="110810"/>
                  </a:lnTo>
                  <a:lnTo>
                    <a:pt x="81056" y="120000"/>
                  </a:lnTo>
                  <a:lnTo>
                    <a:pt x="83288" y="118487"/>
                  </a:lnTo>
                  <a:lnTo>
                    <a:pt x="85448" y="116923"/>
                  </a:lnTo>
                  <a:lnTo>
                    <a:pt x="87551" y="115318"/>
                  </a:lnTo>
                  <a:lnTo>
                    <a:pt x="89611" y="113672"/>
                  </a:lnTo>
                  <a:lnTo>
                    <a:pt x="91613" y="111996"/>
                  </a:lnTo>
                  <a:lnTo>
                    <a:pt x="93557" y="110289"/>
                  </a:lnTo>
                  <a:lnTo>
                    <a:pt x="95429" y="108551"/>
                  </a:lnTo>
                  <a:lnTo>
                    <a:pt x="97258" y="106773"/>
                  </a:lnTo>
                  <a:lnTo>
                    <a:pt x="99030" y="104964"/>
                  </a:lnTo>
                  <a:lnTo>
                    <a:pt x="100715" y="103124"/>
                  </a:lnTo>
                  <a:lnTo>
                    <a:pt x="102342" y="101243"/>
                  </a:lnTo>
                  <a:lnTo>
                    <a:pt x="103912" y="99342"/>
                  </a:lnTo>
                  <a:lnTo>
                    <a:pt x="105424" y="97410"/>
                  </a:lnTo>
                  <a:lnTo>
                    <a:pt x="106850" y="95437"/>
                  </a:lnTo>
                  <a:lnTo>
                    <a:pt x="108218" y="93444"/>
                  </a:lnTo>
                  <a:lnTo>
                    <a:pt x="109529" y="91431"/>
                  </a:lnTo>
                  <a:lnTo>
                    <a:pt x="110753" y="89386"/>
                  </a:lnTo>
                  <a:lnTo>
                    <a:pt x="111905" y="87311"/>
                  </a:lnTo>
                  <a:lnTo>
                    <a:pt x="112986" y="85216"/>
                  </a:lnTo>
                  <a:lnTo>
                    <a:pt x="114008" y="83090"/>
                  </a:lnTo>
                  <a:lnTo>
                    <a:pt x="114930" y="80943"/>
                  </a:lnTo>
                  <a:lnTo>
                    <a:pt x="115794" y="78776"/>
                  </a:lnTo>
                  <a:lnTo>
                    <a:pt x="116586" y="76579"/>
                  </a:lnTo>
                  <a:lnTo>
                    <a:pt x="117277" y="74371"/>
                  </a:lnTo>
                  <a:lnTo>
                    <a:pt x="117911" y="72132"/>
                  </a:lnTo>
                  <a:lnTo>
                    <a:pt x="118458" y="69873"/>
                  </a:lnTo>
                  <a:lnTo>
                    <a:pt x="118934" y="67604"/>
                  </a:lnTo>
                  <a:lnTo>
                    <a:pt x="119323" y="65315"/>
                  </a:lnTo>
                  <a:lnTo>
                    <a:pt x="119611" y="63005"/>
                  </a:lnTo>
                  <a:lnTo>
                    <a:pt x="119827" y="60684"/>
                  </a:lnTo>
                  <a:lnTo>
                    <a:pt x="119956" y="58344"/>
                  </a:lnTo>
                  <a:lnTo>
                    <a:pt x="120000" y="55982"/>
                  </a:lnTo>
                  <a:lnTo>
                    <a:pt x="119971" y="53989"/>
                  </a:lnTo>
                  <a:lnTo>
                    <a:pt x="119870" y="52017"/>
                  </a:lnTo>
                  <a:lnTo>
                    <a:pt x="119726" y="50044"/>
                  </a:lnTo>
                  <a:lnTo>
                    <a:pt x="119495" y="48102"/>
                  </a:lnTo>
                  <a:lnTo>
                    <a:pt x="119236" y="46149"/>
                  </a:lnTo>
                  <a:lnTo>
                    <a:pt x="118891" y="44228"/>
                  </a:lnTo>
                  <a:lnTo>
                    <a:pt x="118502" y="42306"/>
                  </a:lnTo>
                  <a:lnTo>
                    <a:pt x="118055" y="40405"/>
                  </a:lnTo>
                  <a:lnTo>
                    <a:pt x="117566" y="38514"/>
                  </a:lnTo>
                  <a:lnTo>
                    <a:pt x="116989" y="36633"/>
                  </a:lnTo>
                  <a:lnTo>
                    <a:pt x="116385" y="34773"/>
                  </a:lnTo>
                  <a:lnTo>
                    <a:pt x="115693" y="32943"/>
                  </a:lnTo>
                  <a:lnTo>
                    <a:pt x="114959" y="31114"/>
                  </a:lnTo>
                  <a:lnTo>
                    <a:pt x="114195" y="29294"/>
                  </a:lnTo>
                  <a:lnTo>
                    <a:pt x="113346" y="27495"/>
                  </a:lnTo>
                  <a:lnTo>
                    <a:pt x="112467" y="25717"/>
                  </a:lnTo>
                  <a:lnTo>
                    <a:pt x="111531" y="23959"/>
                  </a:lnTo>
                  <a:lnTo>
                    <a:pt x="110537" y="22211"/>
                  </a:lnTo>
                  <a:lnTo>
                    <a:pt x="109500" y="20494"/>
                  </a:lnTo>
                  <a:lnTo>
                    <a:pt x="108406" y="18787"/>
                  </a:lnTo>
                  <a:lnTo>
                    <a:pt x="107253" y="17110"/>
                  </a:lnTo>
                  <a:lnTo>
                    <a:pt x="106072" y="15444"/>
                  </a:lnTo>
                  <a:lnTo>
                    <a:pt x="104834" y="13788"/>
                  </a:lnTo>
                  <a:lnTo>
                    <a:pt x="103566" y="12173"/>
                  </a:lnTo>
                  <a:lnTo>
                    <a:pt x="102227" y="10568"/>
                  </a:lnTo>
                  <a:lnTo>
                    <a:pt x="100844" y="8994"/>
                  </a:lnTo>
                  <a:lnTo>
                    <a:pt x="99433" y="7431"/>
                  </a:lnTo>
                  <a:lnTo>
                    <a:pt x="97950" y="5897"/>
                  </a:lnTo>
                  <a:lnTo>
                    <a:pt x="96437" y="4385"/>
                  </a:lnTo>
                  <a:lnTo>
                    <a:pt x="94896" y="2892"/>
                  </a:lnTo>
                  <a:lnTo>
                    <a:pt x="93283" y="1431"/>
                  </a:lnTo>
                  <a:lnTo>
                    <a:pt x="91656" y="0"/>
                  </a:lnTo>
                  <a:lnTo>
                    <a:pt x="71766" y="8402"/>
                  </a:lnTo>
                  <a:lnTo>
                    <a:pt x="70153" y="9107"/>
                  </a:lnTo>
                  <a:lnTo>
                    <a:pt x="68554" y="9822"/>
                  </a:lnTo>
                  <a:lnTo>
                    <a:pt x="66956" y="10558"/>
                  </a:lnTo>
                  <a:lnTo>
                    <a:pt x="65372" y="11294"/>
                  </a:lnTo>
                  <a:lnTo>
                    <a:pt x="63802" y="12030"/>
                  </a:lnTo>
                  <a:lnTo>
                    <a:pt x="62232" y="12787"/>
                  </a:lnTo>
                  <a:lnTo>
                    <a:pt x="60662" y="13553"/>
                  </a:lnTo>
                  <a:lnTo>
                    <a:pt x="59121" y="14330"/>
                  </a:lnTo>
                  <a:lnTo>
                    <a:pt x="57580" y="15117"/>
                  </a:lnTo>
                  <a:lnTo>
                    <a:pt x="56053" y="15894"/>
                  </a:lnTo>
                  <a:lnTo>
                    <a:pt x="54555" y="16701"/>
                  </a:lnTo>
                  <a:lnTo>
                    <a:pt x="53043" y="17499"/>
                  </a:lnTo>
                  <a:lnTo>
                    <a:pt x="51560" y="18316"/>
                  </a:lnTo>
                  <a:lnTo>
                    <a:pt x="50076" y="19134"/>
                  </a:lnTo>
                  <a:lnTo>
                    <a:pt x="48622" y="19972"/>
                  </a:lnTo>
                  <a:lnTo>
                    <a:pt x="47167" y="20810"/>
                  </a:lnTo>
                  <a:close/>
                </a:path>
              </a:pathLst>
            </a:custGeom>
            <a:solidFill>
              <a:schemeClr val="accent2"/>
            </a:solidFill>
            <a:ln>
              <a:noFill/>
            </a:ln>
          </p:spPr>
          <p:txBody>
            <a:bodyPr wrap="square" lIns="91425" tIns="45700" rIns="91425" bIns="45700" anchor="t" anchorCtr="0">
              <a:noAutofit/>
            </a:bodyPr>
            <a:lstStyle/>
            <a:p>
              <a:pPr marL="0" marR="0" lvl="0" indent="0" algn="l" rtl="0">
                <a:spcBef>
                  <a:spcPts val="0"/>
                </a:spcBef>
                <a:buNone/>
              </a:pPr>
              <a:endParaRPr sz="1800">
                <a:solidFill>
                  <a:schemeClr val="dk1"/>
                </a:solidFill>
                <a:latin typeface="Calibri"/>
                <a:ea typeface="Calibri"/>
                <a:cs typeface="Calibri"/>
                <a:sym typeface="Calibri"/>
              </a:endParaRPr>
            </a:p>
          </p:txBody>
        </p:sp>
        <p:sp>
          <p:nvSpPr>
            <p:cNvPr id="9" name="Shape 2710">
              <a:extLst>
                <a:ext uri="{FF2B5EF4-FFF2-40B4-BE49-F238E27FC236}">
                  <a16:creationId xmlns:a16="http://schemas.microsoft.com/office/drawing/2014/main" id="{C4F4E7D4-DBAB-011B-DEDF-D78132791BCE}"/>
                </a:ext>
              </a:extLst>
            </p:cNvPr>
            <p:cNvSpPr/>
            <p:nvPr/>
          </p:nvSpPr>
          <p:spPr>
            <a:xfrm>
              <a:off x="4127141" y="2028603"/>
              <a:ext cx="1944907" cy="2762471"/>
            </a:xfrm>
            <a:custGeom>
              <a:avLst/>
              <a:gdLst/>
              <a:ahLst/>
              <a:cxnLst/>
              <a:rect l="0" t="0" r="0" b="0"/>
              <a:pathLst>
                <a:path w="120000" h="120000" extrusionOk="0">
                  <a:moveTo>
                    <a:pt x="48546" y="114204"/>
                  </a:moveTo>
                  <a:lnTo>
                    <a:pt x="50123" y="113520"/>
                  </a:lnTo>
                  <a:lnTo>
                    <a:pt x="51700" y="112817"/>
                  </a:lnTo>
                  <a:lnTo>
                    <a:pt x="53277" y="112113"/>
                  </a:lnTo>
                  <a:lnTo>
                    <a:pt x="54839" y="111380"/>
                  </a:lnTo>
                  <a:lnTo>
                    <a:pt x="56388" y="110657"/>
                  </a:lnTo>
                  <a:lnTo>
                    <a:pt x="57937" y="109924"/>
                  </a:lnTo>
                  <a:lnTo>
                    <a:pt x="59472" y="109171"/>
                  </a:lnTo>
                  <a:lnTo>
                    <a:pt x="60992" y="108418"/>
                  </a:lnTo>
                  <a:lnTo>
                    <a:pt x="62513" y="107665"/>
                  </a:lnTo>
                  <a:lnTo>
                    <a:pt x="64005" y="106882"/>
                  </a:lnTo>
                  <a:lnTo>
                    <a:pt x="65498" y="106099"/>
                  </a:lnTo>
                  <a:lnTo>
                    <a:pt x="66976" y="105326"/>
                  </a:lnTo>
                  <a:lnTo>
                    <a:pt x="68440" y="104524"/>
                  </a:lnTo>
                  <a:lnTo>
                    <a:pt x="69904" y="103721"/>
                  </a:lnTo>
                  <a:lnTo>
                    <a:pt x="71341" y="102909"/>
                  </a:lnTo>
                  <a:lnTo>
                    <a:pt x="72777" y="102087"/>
                  </a:lnTo>
                  <a:lnTo>
                    <a:pt x="73312" y="101770"/>
                  </a:lnTo>
                  <a:lnTo>
                    <a:pt x="73804" y="101453"/>
                  </a:lnTo>
                  <a:lnTo>
                    <a:pt x="74269" y="101116"/>
                  </a:lnTo>
                  <a:lnTo>
                    <a:pt x="74706" y="100789"/>
                  </a:lnTo>
                  <a:lnTo>
                    <a:pt x="75100" y="100452"/>
                  </a:lnTo>
                  <a:lnTo>
                    <a:pt x="75466" y="100125"/>
                  </a:lnTo>
                  <a:lnTo>
                    <a:pt x="75635" y="99957"/>
                  </a:lnTo>
                  <a:lnTo>
                    <a:pt x="75790" y="99798"/>
                  </a:lnTo>
                  <a:lnTo>
                    <a:pt x="75931" y="99620"/>
                  </a:lnTo>
                  <a:lnTo>
                    <a:pt x="76071" y="99451"/>
                  </a:lnTo>
                  <a:lnTo>
                    <a:pt x="76198" y="99293"/>
                  </a:lnTo>
                  <a:lnTo>
                    <a:pt x="76311" y="99124"/>
                  </a:lnTo>
                  <a:lnTo>
                    <a:pt x="76423" y="98966"/>
                  </a:lnTo>
                  <a:lnTo>
                    <a:pt x="76522" y="98787"/>
                  </a:lnTo>
                  <a:lnTo>
                    <a:pt x="76620" y="98629"/>
                  </a:lnTo>
                  <a:lnTo>
                    <a:pt x="76691" y="98470"/>
                  </a:lnTo>
                  <a:lnTo>
                    <a:pt x="76761" y="98312"/>
                  </a:lnTo>
                  <a:lnTo>
                    <a:pt x="76818" y="98143"/>
                  </a:lnTo>
                  <a:lnTo>
                    <a:pt x="76874" y="97995"/>
                  </a:lnTo>
                  <a:lnTo>
                    <a:pt x="76902" y="97826"/>
                  </a:lnTo>
                  <a:lnTo>
                    <a:pt x="76944" y="97668"/>
                  </a:lnTo>
                  <a:lnTo>
                    <a:pt x="76958" y="97519"/>
                  </a:lnTo>
                  <a:lnTo>
                    <a:pt x="76972" y="97361"/>
                  </a:lnTo>
                  <a:lnTo>
                    <a:pt x="76958" y="97212"/>
                  </a:lnTo>
                  <a:lnTo>
                    <a:pt x="76944" y="97064"/>
                  </a:lnTo>
                  <a:lnTo>
                    <a:pt x="76916" y="96915"/>
                  </a:lnTo>
                  <a:lnTo>
                    <a:pt x="76888" y="96796"/>
                  </a:lnTo>
                  <a:lnTo>
                    <a:pt x="76846" y="96667"/>
                  </a:lnTo>
                  <a:lnTo>
                    <a:pt x="76803" y="96548"/>
                  </a:lnTo>
                  <a:lnTo>
                    <a:pt x="76761" y="96439"/>
                  </a:lnTo>
                  <a:lnTo>
                    <a:pt x="76634" y="96231"/>
                  </a:lnTo>
                  <a:lnTo>
                    <a:pt x="76480" y="96013"/>
                  </a:lnTo>
                  <a:lnTo>
                    <a:pt x="76325" y="95835"/>
                  </a:lnTo>
                  <a:lnTo>
                    <a:pt x="76128" y="95657"/>
                  </a:lnTo>
                  <a:lnTo>
                    <a:pt x="75931" y="95488"/>
                  </a:lnTo>
                  <a:lnTo>
                    <a:pt x="75719" y="95330"/>
                  </a:lnTo>
                  <a:lnTo>
                    <a:pt x="75494" y="95181"/>
                  </a:lnTo>
                  <a:lnTo>
                    <a:pt x="75269" y="95052"/>
                  </a:lnTo>
                  <a:lnTo>
                    <a:pt x="75029" y="94943"/>
                  </a:lnTo>
                  <a:lnTo>
                    <a:pt x="74762" y="94824"/>
                  </a:lnTo>
                  <a:lnTo>
                    <a:pt x="74523" y="94715"/>
                  </a:lnTo>
                  <a:lnTo>
                    <a:pt x="74269" y="94626"/>
                  </a:lnTo>
                  <a:lnTo>
                    <a:pt x="74016" y="94547"/>
                  </a:lnTo>
                  <a:lnTo>
                    <a:pt x="73776" y="94468"/>
                  </a:lnTo>
                  <a:lnTo>
                    <a:pt x="73762" y="94458"/>
                  </a:lnTo>
                  <a:lnTo>
                    <a:pt x="73748" y="94458"/>
                  </a:lnTo>
                  <a:lnTo>
                    <a:pt x="73382" y="94349"/>
                  </a:lnTo>
                  <a:lnTo>
                    <a:pt x="73030" y="94260"/>
                  </a:lnTo>
                  <a:lnTo>
                    <a:pt x="72664" y="94151"/>
                  </a:lnTo>
                  <a:lnTo>
                    <a:pt x="72326" y="94042"/>
                  </a:lnTo>
                  <a:lnTo>
                    <a:pt x="71974" y="93943"/>
                  </a:lnTo>
                  <a:lnTo>
                    <a:pt x="71622" y="93844"/>
                  </a:lnTo>
                  <a:lnTo>
                    <a:pt x="71284" y="93735"/>
                  </a:lnTo>
                  <a:lnTo>
                    <a:pt x="70946" y="93636"/>
                  </a:lnTo>
                  <a:lnTo>
                    <a:pt x="70369" y="93467"/>
                  </a:lnTo>
                  <a:lnTo>
                    <a:pt x="69834" y="93299"/>
                  </a:lnTo>
                  <a:lnTo>
                    <a:pt x="69285" y="93140"/>
                  </a:lnTo>
                  <a:lnTo>
                    <a:pt x="68750" y="92972"/>
                  </a:lnTo>
                  <a:lnTo>
                    <a:pt x="68243" y="92813"/>
                  </a:lnTo>
                  <a:lnTo>
                    <a:pt x="67750" y="92665"/>
                  </a:lnTo>
                  <a:lnTo>
                    <a:pt x="67258" y="92516"/>
                  </a:lnTo>
                  <a:lnTo>
                    <a:pt x="66807" y="92377"/>
                  </a:lnTo>
                  <a:lnTo>
                    <a:pt x="66469" y="92278"/>
                  </a:lnTo>
                  <a:lnTo>
                    <a:pt x="66159" y="92179"/>
                  </a:lnTo>
                  <a:lnTo>
                    <a:pt x="65850" y="92080"/>
                  </a:lnTo>
                  <a:lnTo>
                    <a:pt x="65540" y="91991"/>
                  </a:lnTo>
                  <a:lnTo>
                    <a:pt x="65258" y="91912"/>
                  </a:lnTo>
                  <a:lnTo>
                    <a:pt x="64963" y="91822"/>
                  </a:lnTo>
                  <a:lnTo>
                    <a:pt x="64709" y="91733"/>
                  </a:lnTo>
                  <a:lnTo>
                    <a:pt x="64456" y="91664"/>
                  </a:lnTo>
                  <a:lnTo>
                    <a:pt x="64301" y="91624"/>
                  </a:lnTo>
                  <a:lnTo>
                    <a:pt x="64146" y="91565"/>
                  </a:lnTo>
                  <a:lnTo>
                    <a:pt x="63991" y="91525"/>
                  </a:lnTo>
                  <a:lnTo>
                    <a:pt x="63850" y="91486"/>
                  </a:lnTo>
                  <a:lnTo>
                    <a:pt x="63850" y="91486"/>
                  </a:lnTo>
                  <a:lnTo>
                    <a:pt x="63822" y="91476"/>
                  </a:lnTo>
                  <a:lnTo>
                    <a:pt x="63808" y="91476"/>
                  </a:lnTo>
                  <a:lnTo>
                    <a:pt x="63808" y="91476"/>
                  </a:lnTo>
                  <a:lnTo>
                    <a:pt x="63132" y="91258"/>
                  </a:lnTo>
                  <a:lnTo>
                    <a:pt x="62470" y="91010"/>
                  </a:lnTo>
                  <a:lnTo>
                    <a:pt x="61837" y="90733"/>
                  </a:lnTo>
                  <a:lnTo>
                    <a:pt x="61231" y="90435"/>
                  </a:lnTo>
                  <a:lnTo>
                    <a:pt x="60654" y="90118"/>
                  </a:lnTo>
                  <a:lnTo>
                    <a:pt x="60105" y="89762"/>
                  </a:lnTo>
                  <a:lnTo>
                    <a:pt x="59584" y="89385"/>
                  </a:lnTo>
                  <a:lnTo>
                    <a:pt x="59105" y="88999"/>
                  </a:lnTo>
                  <a:lnTo>
                    <a:pt x="58655" y="88573"/>
                  </a:lnTo>
                  <a:lnTo>
                    <a:pt x="58218" y="88127"/>
                  </a:lnTo>
                  <a:lnTo>
                    <a:pt x="57824" y="87671"/>
                  </a:lnTo>
                  <a:lnTo>
                    <a:pt x="57458" y="87206"/>
                  </a:lnTo>
                  <a:lnTo>
                    <a:pt x="57134" y="86700"/>
                  </a:lnTo>
                  <a:lnTo>
                    <a:pt x="56839" y="86195"/>
                  </a:lnTo>
                  <a:lnTo>
                    <a:pt x="56571" y="85670"/>
                  </a:lnTo>
                  <a:lnTo>
                    <a:pt x="56318" y="85135"/>
                  </a:lnTo>
                  <a:lnTo>
                    <a:pt x="56121" y="84580"/>
                  </a:lnTo>
                  <a:lnTo>
                    <a:pt x="55966" y="84015"/>
                  </a:lnTo>
                  <a:lnTo>
                    <a:pt x="55825" y="83431"/>
                  </a:lnTo>
                  <a:lnTo>
                    <a:pt x="55726" y="82846"/>
                  </a:lnTo>
                  <a:lnTo>
                    <a:pt x="55670" y="82252"/>
                  </a:lnTo>
                  <a:lnTo>
                    <a:pt x="55642" y="81638"/>
                  </a:lnTo>
                  <a:lnTo>
                    <a:pt x="55642" y="81033"/>
                  </a:lnTo>
                  <a:lnTo>
                    <a:pt x="55684" y="80419"/>
                  </a:lnTo>
                  <a:lnTo>
                    <a:pt x="55769" y="79785"/>
                  </a:lnTo>
                  <a:lnTo>
                    <a:pt x="55881" y="79161"/>
                  </a:lnTo>
                  <a:lnTo>
                    <a:pt x="56036" y="78527"/>
                  </a:lnTo>
                  <a:lnTo>
                    <a:pt x="56233" y="77892"/>
                  </a:lnTo>
                  <a:lnTo>
                    <a:pt x="56458" y="77258"/>
                  </a:lnTo>
                  <a:lnTo>
                    <a:pt x="56740" y="76624"/>
                  </a:lnTo>
                  <a:lnTo>
                    <a:pt x="57036" y="75990"/>
                  </a:lnTo>
                  <a:lnTo>
                    <a:pt x="57388" y="75356"/>
                  </a:lnTo>
                  <a:lnTo>
                    <a:pt x="57697" y="74861"/>
                  </a:lnTo>
                  <a:lnTo>
                    <a:pt x="58007" y="74385"/>
                  </a:lnTo>
                  <a:lnTo>
                    <a:pt x="58359" y="73910"/>
                  </a:lnTo>
                  <a:lnTo>
                    <a:pt x="58711" y="73444"/>
                  </a:lnTo>
                  <a:lnTo>
                    <a:pt x="59091" y="72998"/>
                  </a:lnTo>
                  <a:lnTo>
                    <a:pt x="59486" y="72562"/>
                  </a:lnTo>
                  <a:lnTo>
                    <a:pt x="59894" y="72136"/>
                  </a:lnTo>
                  <a:lnTo>
                    <a:pt x="60316" y="71730"/>
                  </a:lnTo>
                  <a:lnTo>
                    <a:pt x="60767" y="71324"/>
                  </a:lnTo>
                  <a:lnTo>
                    <a:pt x="61203" y="70937"/>
                  </a:lnTo>
                  <a:lnTo>
                    <a:pt x="61668" y="70561"/>
                  </a:lnTo>
                  <a:lnTo>
                    <a:pt x="62161" y="70204"/>
                  </a:lnTo>
                  <a:lnTo>
                    <a:pt x="62639" y="69857"/>
                  </a:lnTo>
                  <a:lnTo>
                    <a:pt x="63160" y="69531"/>
                  </a:lnTo>
                  <a:lnTo>
                    <a:pt x="63681" y="69223"/>
                  </a:lnTo>
                  <a:lnTo>
                    <a:pt x="64188" y="68906"/>
                  </a:lnTo>
                  <a:lnTo>
                    <a:pt x="64737" y="68629"/>
                  </a:lnTo>
                  <a:lnTo>
                    <a:pt x="65286" y="68371"/>
                  </a:lnTo>
                  <a:lnTo>
                    <a:pt x="65835" y="68114"/>
                  </a:lnTo>
                  <a:lnTo>
                    <a:pt x="66399" y="67876"/>
                  </a:lnTo>
                  <a:lnTo>
                    <a:pt x="66976" y="67648"/>
                  </a:lnTo>
                  <a:lnTo>
                    <a:pt x="67553" y="67460"/>
                  </a:lnTo>
                  <a:lnTo>
                    <a:pt x="68145" y="67272"/>
                  </a:lnTo>
                  <a:lnTo>
                    <a:pt x="68722" y="67103"/>
                  </a:lnTo>
                  <a:lnTo>
                    <a:pt x="69327" y="66955"/>
                  </a:lnTo>
                  <a:lnTo>
                    <a:pt x="69919" y="66826"/>
                  </a:lnTo>
                  <a:lnTo>
                    <a:pt x="70524" y="66727"/>
                  </a:lnTo>
                  <a:lnTo>
                    <a:pt x="71129" y="66628"/>
                  </a:lnTo>
                  <a:lnTo>
                    <a:pt x="71749" y="66548"/>
                  </a:lnTo>
                  <a:lnTo>
                    <a:pt x="72368" y="66509"/>
                  </a:lnTo>
                  <a:lnTo>
                    <a:pt x="72974" y="66479"/>
                  </a:lnTo>
                  <a:lnTo>
                    <a:pt x="73593" y="66469"/>
                  </a:lnTo>
                  <a:lnTo>
                    <a:pt x="74171" y="66479"/>
                  </a:lnTo>
                  <a:lnTo>
                    <a:pt x="74762" y="66499"/>
                  </a:lnTo>
                  <a:lnTo>
                    <a:pt x="75325" y="66548"/>
                  </a:lnTo>
                  <a:lnTo>
                    <a:pt x="75902" y="66618"/>
                  </a:lnTo>
                  <a:lnTo>
                    <a:pt x="76466" y="66697"/>
                  </a:lnTo>
                  <a:lnTo>
                    <a:pt x="77015" y="66806"/>
                  </a:lnTo>
                  <a:lnTo>
                    <a:pt x="77564" y="66935"/>
                  </a:lnTo>
                  <a:lnTo>
                    <a:pt x="78113" y="67083"/>
                  </a:lnTo>
                  <a:lnTo>
                    <a:pt x="78127" y="67083"/>
                  </a:lnTo>
                  <a:lnTo>
                    <a:pt x="78127" y="67083"/>
                  </a:lnTo>
                  <a:lnTo>
                    <a:pt x="78141" y="67093"/>
                  </a:lnTo>
                  <a:lnTo>
                    <a:pt x="78141" y="67093"/>
                  </a:lnTo>
                  <a:lnTo>
                    <a:pt x="78507" y="67202"/>
                  </a:lnTo>
                  <a:lnTo>
                    <a:pt x="78873" y="67341"/>
                  </a:lnTo>
                  <a:lnTo>
                    <a:pt x="79267" y="67500"/>
                  </a:lnTo>
                  <a:lnTo>
                    <a:pt x="79662" y="67678"/>
                  </a:lnTo>
                  <a:lnTo>
                    <a:pt x="80070" y="67876"/>
                  </a:lnTo>
                  <a:lnTo>
                    <a:pt x="80478" y="68094"/>
                  </a:lnTo>
                  <a:lnTo>
                    <a:pt x="80901" y="68312"/>
                  </a:lnTo>
                  <a:lnTo>
                    <a:pt x="81323" y="68570"/>
                  </a:lnTo>
                  <a:lnTo>
                    <a:pt x="81774" y="68827"/>
                  </a:lnTo>
                  <a:lnTo>
                    <a:pt x="82224" y="69105"/>
                  </a:lnTo>
                  <a:lnTo>
                    <a:pt x="82661" y="69392"/>
                  </a:lnTo>
                  <a:lnTo>
                    <a:pt x="83125" y="69699"/>
                  </a:lnTo>
                  <a:lnTo>
                    <a:pt x="83576" y="70016"/>
                  </a:lnTo>
                  <a:lnTo>
                    <a:pt x="84040" y="70343"/>
                  </a:lnTo>
                  <a:lnTo>
                    <a:pt x="84505" y="70680"/>
                  </a:lnTo>
                  <a:lnTo>
                    <a:pt x="84970" y="71027"/>
                  </a:lnTo>
                  <a:lnTo>
                    <a:pt x="85913" y="71740"/>
                  </a:lnTo>
                  <a:lnTo>
                    <a:pt x="86842" y="72483"/>
                  </a:lnTo>
                  <a:lnTo>
                    <a:pt x="87771" y="73246"/>
                  </a:lnTo>
                  <a:lnTo>
                    <a:pt x="88658" y="74009"/>
                  </a:lnTo>
                  <a:lnTo>
                    <a:pt x="89545" y="74791"/>
                  </a:lnTo>
                  <a:lnTo>
                    <a:pt x="90390" y="75564"/>
                  </a:lnTo>
                  <a:lnTo>
                    <a:pt x="91221" y="76327"/>
                  </a:lnTo>
                  <a:lnTo>
                    <a:pt x="92009" y="77070"/>
                  </a:lnTo>
                  <a:lnTo>
                    <a:pt x="92291" y="77338"/>
                  </a:lnTo>
                  <a:lnTo>
                    <a:pt x="92587" y="77605"/>
                  </a:lnTo>
                  <a:lnTo>
                    <a:pt x="92882" y="77853"/>
                  </a:lnTo>
                  <a:lnTo>
                    <a:pt x="93192" y="78101"/>
                  </a:lnTo>
                  <a:lnTo>
                    <a:pt x="93516" y="78319"/>
                  </a:lnTo>
                  <a:lnTo>
                    <a:pt x="93826" y="78546"/>
                  </a:lnTo>
                  <a:lnTo>
                    <a:pt x="94164" y="78754"/>
                  </a:lnTo>
                  <a:lnTo>
                    <a:pt x="94501" y="78953"/>
                  </a:lnTo>
                  <a:lnTo>
                    <a:pt x="94825" y="79131"/>
                  </a:lnTo>
                  <a:lnTo>
                    <a:pt x="95163" y="79309"/>
                  </a:lnTo>
                  <a:lnTo>
                    <a:pt x="95515" y="79468"/>
                  </a:lnTo>
                  <a:lnTo>
                    <a:pt x="95867" y="79626"/>
                  </a:lnTo>
                  <a:lnTo>
                    <a:pt x="96219" y="79755"/>
                  </a:lnTo>
                  <a:lnTo>
                    <a:pt x="96557" y="79884"/>
                  </a:lnTo>
                  <a:lnTo>
                    <a:pt x="96923" y="80003"/>
                  </a:lnTo>
                  <a:lnTo>
                    <a:pt x="97275" y="80102"/>
                  </a:lnTo>
                  <a:lnTo>
                    <a:pt x="97613" y="80181"/>
                  </a:lnTo>
                  <a:lnTo>
                    <a:pt x="97937" y="80250"/>
                  </a:lnTo>
                  <a:lnTo>
                    <a:pt x="98261" y="80310"/>
                  </a:lnTo>
                  <a:lnTo>
                    <a:pt x="98599" y="80359"/>
                  </a:lnTo>
                  <a:lnTo>
                    <a:pt x="98922" y="80389"/>
                  </a:lnTo>
                  <a:lnTo>
                    <a:pt x="99246" y="80429"/>
                  </a:lnTo>
                  <a:lnTo>
                    <a:pt x="99584" y="80449"/>
                  </a:lnTo>
                  <a:lnTo>
                    <a:pt x="99908" y="80449"/>
                  </a:lnTo>
                  <a:lnTo>
                    <a:pt x="100359" y="80439"/>
                  </a:lnTo>
                  <a:lnTo>
                    <a:pt x="100809" y="80409"/>
                  </a:lnTo>
                  <a:lnTo>
                    <a:pt x="101260" y="80350"/>
                  </a:lnTo>
                  <a:lnTo>
                    <a:pt x="101710" y="80290"/>
                  </a:lnTo>
                  <a:lnTo>
                    <a:pt x="102133" y="80191"/>
                  </a:lnTo>
                  <a:lnTo>
                    <a:pt x="102583" y="80072"/>
                  </a:lnTo>
                  <a:lnTo>
                    <a:pt x="103005" y="79943"/>
                  </a:lnTo>
                  <a:lnTo>
                    <a:pt x="103414" y="79795"/>
                  </a:lnTo>
                  <a:lnTo>
                    <a:pt x="103822" y="79626"/>
                  </a:lnTo>
                  <a:lnTo>
                    <a:pt x="104230" y="79438"/>
                  </a:lnTo>
                  <a:lnTo>
                    <a:pt x="104625" y="79220"/>
                  </a:lnTo>
                  <a:lnTo>
                    <a:pt x="105019" y="78982"/>
                  </a:lnTo>
                  <a:lnTo>
                    <a:pt x="105399" y="78735"/>
                  </a:lnTo>
                  <a:lnTo>
                    <a:pt x="105779" y="78477"/>
                  </a:lnTo>
                  <a:lnTo>
                    <a:pt x="106145" y="78180"/>
                  </a:lnTo>
                  <a:lnTo>
                    <a:pt x="106497" y="77873"/>
                  </a:lnTo>
                  <a:lnTo>
                    <a:pt x="107398" y="77060"/>
                  </a:lnTo>
                  <a:lnTo>
                    <a:pt x="108285" y="76238"/>
                  </a:lnTo>
                  <a:lnTo>
                    <a:pt x="109186" y="75406"/>
                  </a:lnTo>
                  <a:lnTo>
                    <a:pt x="110073" y="74573"/>
                  </a:lnTo>
                  <a:lnTo>
                    <a:pt x="110932" y="73741"/>
                  </a:lnTo>
                  <a:lnTo>
                    <a:pt x="111805" y="72899"/>
                  </a:lnTo>
                  <a:lnTo>
                    <a:pt x="112650" y="72057"/>
                  </a:lnTo>
                  <a:lnTo>
                    <a:pt x="113495" y="71215"/>
                  </a:lnTo>
                  <a:lnTo>
                    <a:pt x="114354" y="70363"/>
                  </a:lnTo>
                  <a:lnTo>
                    <a:pt x="115184" y="69501"/>
                  </a:lnTo>
                  <a:lnTo>
                    <a:pt x="116001" y="68649"/>
                  </a:lnTo>
                  <a:lnTo>
                    <a:pt x="116832" y="67777"/>
                  </a:lnTo>
                  <a:lnTo>
                    <a:pt x="117634" y="66915"/>
                  </a:lnTo>
                  <a:lnTo>
                    <a:pt x="118423" y="66043"/>
                  </a:lnTo>
                  <a:lnTo>
                    <a:pt x="119225" y="65161"/>
                  </a:lnTo>
                  <a:lnTo>
                    <a:pt x="120000" y="64289"/>
                  </a:lnTo>
                  <a:lnTo>
                    <a:pt x="118746" y="63735"/>
                  </a:lnTo>
                  <a:lnTo>
                    <a:pt x="117479" y="63170"/>
                  </a:lnTo>
                  <a:lnTo>
                    <a:pt x="116212" y="62605"/>
                  </a:lnTo>
                  <a:lnTo>
                    <a:pt x="114973" y="62031"/>
                  </a:lnTo>
                  <a:lnTo>
                    <a:pt x="113734" y="61456"/>
                  </a:lnTo>
                  <a:lnTo>
                    <a:pt x="112495" y="60861"/>
                  </a:lnTo>
                  <a:lnTo>
                    <a:pt x="111270" y="60277"/>
                  </a:lnTo>
                  <a:lnTo>
                    <a:pt x="110031" y="59682"/>
                  </a:lnTo>
                  <a:lnTo>
                    <a:pt x="108820" y="59068"/>
                  </a:lnTo>
                  <a:lnTo>
                    <a:pt x="107609" y="58464"/>
                  </a:lnTo>
                  <a:lnTo>
                    <a:pt x="106385" y="57859"/>
                  </a:lnTo>
                  <a:lnTo>
                    <a:pt x="105188" y="57235"/>
                  </a:lnTo>
                  <a:lnTo>
                    <a:pt x="104005" y="56611"/>
                  </a:lnTo>
                  <a:lnTo>
                    <a:pt x="102822" y="55977"/>
                  </a:lnTo>
                  <a:lnTo>
                    <a:pt x="101640" y="55343"/>
                  </a:lnTo>
                  <a:lnTo>
                    <a:pt x="100471" y="54709"/>
                  </a:lnTo>
                  <a:lnTo>
                    <a:pt x="100035" y="54471"/>
                  </a:lnTo>
                  <a:lnTo>
                    <a:pt x="99640" y="54214"/>
                  </a:lnTo>
                  <a:lnTo>
                    <a:pt x="99246" y="53966"/>
                  </a:lnTo>
                  <a:lnTo>
                    <a:pt x="98880" y="53708"/>
                  </a:lnTo>
                  <a:lnTo>
                    <a:pt x="98556" y="53451"/>
                  </a:lnTo>
                  <a:lnTo>
                    <a:pt x="98218" y="53173"/>
                  </a:lnTo>
                  <a:lnTo>
                    <a:pt x="97909" y="52896"/>
                  </a:lnTo>
                  <a:lnTo>
                    <a:pt x="97627" y="52618"/>
                  </a:lnTo>
                  <a:lnTo>
                    <a:pt x="97374" y="52331"/>
                  </a:lnTo>
                  <a:lnTo>
                    <a:pt x="97106" y="52044"/>
                  </a:lnTo>
                  <a:lnTo>
                    <a:pt x="96895" y="51737"/>
                  </a:lnTo>
                  <a:lnTo>
                    <a:pt x="96684" y="51439"/>
                  </a:lnTo>
                  <a:lnTo>
                    <a:pt x="96501" y="51142"/>
                  </a:lnTo>
                  <a:lnTo>
                    <a:pt x="96332" y="50835"/>
                  </a:lnTo>
                  <a:lnTo>
                    <a:pt x="96205" y="50528"/>
                  </a:lnTo>
                  <a:lnTo>
                    <a:pt x="96078" y="50211"/>
                  </a:lnTo>
                  <a:lnTo>
                    <a:pt x="96022" y="50003"/>
                  </a:lnTo>
                  <a:lnTo>
                    <a:pt x="95952" y="49785"/>
                  </a:lnTo>
                  <a:lnTo>
                    <a:pt x="95895" y="49567"/>
                  </a:lnTo>
                  <a:lnTo>
                    <a:pt x="95867" y="49349"/>
                  </a:lnTo>
                  <a:lnTo>
                    <a:pt x="95839" y="49141"/>
                  </a:lnTo>
                  <a:lnTo>
                    <a:pt x="95797" y="48913"/>
                  </a:lnTo>
                  <a:lnTo>
                    <a:pt x="95797" y="48695"/>
                  </a:lnTo>
                  <a:lnTo>
                    <a:pt x="95797" y="48477"/>
                  </a:lnTo>
                  <a:lnTo>
                    <a:pt x="95825" y="48239"/>
                  </a:lnTo>
                  <a:lnTo>
                    <a:pt x="95839" y="47992"/>
                  </a:lnTo>
                  <a:lnTo>
                    <a:pt x="95867" y="47764"/>
                  </a:lnTo>
                  <a:lnTo>
                    <a:pt x="95923" y="47516"/>
                  </a:lnTo>
                  <a:lnTo>
                    <a:pt x="95966" y="47278"/>
                  </a:lnTo>
                  <a:lnTo>
                    <a:pt x="96050" y="47040"/>
                  </a:lnTo>
                  <a:lnTo>
                    <a:pt x="96121" y="46813"/>
                  </a:lnTo>
                  <a:lnTo>
                    <a:pt x="96233" y="46575"/>
                  </a:lnTo>
                  <a:lnTo>
                    <a:pt x="96318" y="46337"/>
                  </a:lnTo>
                  <a:lnTo>
                    <a:pt x="96444" y="46119"/>
                  </a:lnTo>
                  <a:lnTo>
                    <a:pt x="96557" y="45881"/>
                  </a:lnTo>
                  <a:lnTo>
                    <a:pt x="96698" y="45653"/>
                  </a:lnTo>
                  <a:lnTo>
                    <a:pt x="96853" y="45426"/>
                  </a:lnTo>
                  <a:lnTo>
                    <a:pt x="97022" y="45198"/>
                  </a:lnTo>
                  <a:lnTo>
                    <a:pt x="97191" y="44970"/>
                  </a:lnTo>
                  <a:lnTo>
                    <a:pt x="97374" y="44762"/>
                  </a:lnTo>
                  <a:lnTo>
                    <a:pt x="97571" y="44534"/>
                  </a:lnTo>
                  <a:lnTo>
                    <a:pt x="97768" y="44326"/>
                  </a:lnTo>
                  <a:lnTo>
                    <a:pt x="97979" y="44108"/>
                  </a:lnTo>
                  <a:lnTo>
                    <a:pt x="98204" y="43900"/>
                  </a:lnTo>
                  <a:lnTo>
                    <a:pt x="98430" y="43682"/>
                  </a:lnTo>
                  <a:lnTo>
                    <a:pt x="98669" y="43484"/>
                  </a:lnTo>
                  <a:lnTo>
                    <a:pt x="98936" y="43266"/>
                  </a:lnTo>
                  <a:lnTo>
                    <a:pt x="99204" y="43068"/>
                  </a:lnTo>
                  <a:lnTo>
                    <a:pt x="99486" y="42859"/>
                  </a:lnTo>
                  <a:lnTo>
                    <a:pt x="99753" y="42671"/>
                  </a:lnTo>
                  <a:lnTo>
                    <a:pt x="100063" y="42473"/>
                  </a:lnTo>
                  <a:lnTo>
                    <a:pt x="100359" y="42285"/>
                  </a:lnTo>
                  <a:lnTo>
                    <a:pt x="100682" y="42097"/>
                  </a:lnTo>
                  <a:lnTo>
                    <a:pt x="100992" y="41908"/>
                  </a:lnTo>
                  <a:lnTo>
                    <a:pt x="101330" y="41720"/>
                  </a:lnTo>
                  <a:lnTo>
                    <a:pt x="101682" y="41552"/>
                  </a:lnTo>
                  <a:lnTo>
                    <a:pt x="102921" y="40898"/>
                  </a:lnTo>
                  <a:lnTo>
                    <a:pt x="104160" y="40244"/>
                  </a:lnTo>
                  <a:lnTo>
                    <a:pt x="105329" y="39600"/>
                  </a:lnTo>
                  <a:lnTo>
                    <a:pt x="106469" y="38956"/>
                  </a:lnTo>
                  <a:lnTo>
                    <a:pt x="107567" y="38312"/>
                  </a:lnTo>
                  <a:lnTo>
                    <a:pt x="108595" y="37688"/>
                  </a:lnTo>
                  <a:lnTo>
                    <a:pt x="109567" y="37064"/>
                  </a:lnTo>
                  <a:lnTo>
                    <a:pt x="110482" y="36459"/>
                  </a:lnTo>
                  <a:lnTo>
                    <a:pt x="111326" y="35885"/>
                  </a:lnTo>
                  <a:lnTo>
                    <a:pt x="112101" y="35320"/>
                  </a:lnTo>
                  <a:lnTo>
                    <a:pt x="112467" y="35052"/>
                  </a:lnTo>
                  <a:lnTo>
                    <a:pt x="112805" y="34785"/>
                  </a:lnTo>
                  <a:lnTo>
                    <a:pt x="113129" y="34527"/>
                  </a:lnTo>
                  <a:lnTo>
                    <a:pt x="113424" y="34270"/>
                  </a:lnTo>
                  <a:lnTo>
                    <a:pt x="113706" y="34032"/>
                  </a:lnTo>
                  <a:lnTo>
                    <a:pt x="113973" y="33804"/>
                  </a:lnTo>
                  <a:lnTo>
                    <a:pt x="114199" y="33576"/>
                  </a:lnTo>
                  <a:lnTo>
                    <a:pt x="114410" y="33348"/>
                  </a:lnTo>
                  <a:lnTo>
                    <a:pt x="114593" y="33150"/>
                  </a:lnTo>
                  <a:lnTo>
                    <a:pt x="114762" y="32952"/>
                  </a:lnTo>
                  <a:lnTo>
                    <a:pt x="114903" y="32764"/>
                  </a:lnTo>
                  <a:lnTo>
                    <a:pt x="115015" y="32585"/>
                  </a:lnTo>
                  <a:lnTo>
                    <a:pt x="115156" y="32328"/>
                  </a:lnTo>
                  <a:lnTo>
                    <a:pt x="115283" y="32070"/>
                  </a:lnTo>
                  <a:lnTo>
                    <a:pt x="115381" y="31813"/>
                  </a:lnTo>
                  <a:lnTo>
                    <a:pt x="115480" y="31565"/>
                  </a:lnTo>
                  <a:lnTo>
                    <a:pt x="115550" y="31297"/>
                  </a:lnTo>
                  <a:lnTo>
                    <a:pt x="115607" y="31030"/>
                  </a:lnTo>
                  <a:lnTo>
                    <a:pt x="115663" y="30762"/>
                  </a:lnTo>
                  <a:lnTo>
                    <a:pt x="115691" y="30495"/>
                  </a:lnTo>
                  <a:lnTo>
                    <a:pt x="115705" y="30227"/>
                  </a:lnTo>
                  <a:lnTo>
                    <a:pt x="115705" y="29960"/>
                  </a:lnTo>
                  <a:lnTo>
                    <a:pt x="115691" y="29692"/>
                  </a:lnTo>
                  <a:lnTo>
                    <a:pt x="115663" y="29425"/>
                  </a:lnTo>
                  <a:lnTo>
                    <a:pt x="115607" y="29147"/>
                  </a:lnTo>
                  <a:lnTo>
                    <a:pt x="115550" y="28880"/>
                  </a:lnTo>
                  <a:lnTo>
                    <a:pt x="115480" y="28612"/>
                  </a:lnTo>
                  <a:lnTo>
                    <a:pt x="115395" y="28335"/>
                  </a:lnTo>
                  <a:lnTo>
                    <a:pt x="115283" y="28048"/>
                  </a:lnTo>
                  <a:lnTo>
                    <a:pt x="115156" y="27750"/>
                  </a:lnTo>
                  <a:lnTo>
                    <a:pt x="115001" y="27453"/>
                  </a:lnTo>
                  <a:lnTo>
                    <a:pt x="114846" y="27166"/>
                  </a:lnTo>
                  <a:lnTo>
                    <a:pt x="114663" y="26869"/>
                  </a:lnTo>
                  <a:lnTo>
                    <a:pt x="114466" y="26581"/>
                  </a:lnTo>
                  <a:lnTo>
                    <a:pt x="114255" y="26284"/>
                  </a:lnTo>
                  <a:lnTo>
                    <a:pt x="114044" y="25997"/>
                  </a:lnTo>
                  <a:lnTo>
                    <a:pt x="113804" y="25719"/>
                  </a:lnTo>
                  <a:lnTo>
                    <a:pt x="113551" y="25432"/>
                  </a:lnTo>
                  <a:lnTo>
                    <a:pt x="113284" y="25155"/>
                  </a:lnTo>
                  <a:lnTo>
                    <a:pt x="113002" y="24887"/>
                  </a:lnTo>
                  <a:lnTo>
                    <a:pt x="112692" y="24610"/>
                  </a:lnTo>
                  <a:lnTo>
                    <a:pt x="112397" y="24342"/>
                  </a:lnTo>
                  <a:lnTo>
                    <a:pt x="112073" y="24075"/>
                  </a:lnTo>
                  <a:lnTo>
                    <a:pt x="111721" y="23827"/>
                  </a:lnTo>
                  <a:lnTo>
                    <a:pt x="111369" y="23570"/>
                  </a:lnTo>
                  <a:lnTo>
                    <a:pt x="111003" y="23322"/>
                  </a:lnTo>
                  <a:lnTo>
                    <a:pt x="110651" y="23074"/>
                  </a:lnTo>
                  <a:lnTo>
                    <a:pt x="110242" y="22846"/>
                  </a:lnTo>
                  <a:lnTo>
                    <a:pt x="109834" y="22608"/>
                  </a:lnTo>
                  <a:lnTo>
                    <a:pt x="109426" y="22371"/>
                  </a:lnTo>
                  <a:lnTo>
                    <a:pt x="109003" y="22143"/>
                  </a:lnTo>
                  <a:lnTo>
                    <a:pt x="108567" y="21935"/>
                  </a:lnTo>
                  <a:lnTo>
                    <a:pt x="108116" y="21717"/>
                  </a:lnTo>
                  <a:lnTo>
                    <a:pt x="107652" y="21519"/>
                  </a:lnTo>
                  <a:lnTo>
                    <a:pt x="107187" y="21330"/>
                  </a:lnTo>
                  <a:lnTo>
                    <a:pt x="106708" y="21132"/>
                  </a:lnTo>
                  <a:lnTo>
                    <a:pt x="106202" y="20954"/>
                  </a:lnTo>
                  <a:lnTo>
                    <a:pt x="105709" y="20785"/>
                  </a:lnTo>
                  <a:lnTo>
                    <a:pt x="105188" y="20617"/>
                  </a:lnTo>
                  <a:lnTo>
                    <a:pt x="104653" y="20459"/>
                  </a:lnTo>
                  <a:lnTo>
                    <a:pt x="104188" y="20330"/>
                  </a:lnTo>
                  <a:lnTo>
                    <a:pt x="103724" y="20201"/>
                  </a:lnTo>
                  <a:lnTo>
                    <a:pt x="103231" y="20092"/>
                  </a:lnTo>
                  <a:lnTo>
                    <a:pt x="102766" y="19983"/>
                  </a:lnTo>
                  <a:lnTo>
                    <a:pt x="102273" y="19884"/>
                  </a:lnTo>
                  <a:lnTo>
                    <a:pt x="101795" y="19785"/>
                  </a:lnTo>
                  <a:lnTo>
                    <a:pt x="101302" y="19715"/>
                  </a:lnTo>
                  <a:lnTo>
                    <a:pt x="100809" y="19636"/>
                  </a:lnTo>
                  <a:lnTo>
                    <a:pt x="100330" y="19577"/>
                  </a:lnTo>
                  <a:lnTo>
                    <a:pt x="99824" y="19507"/>
                  </a:lnTo>
                  <a:lnTo>
                    <a:pt x="99345" y="19468"/>
                  </a:lnTo>
                  <a:lnTo>
                    <a:pt x="98852" y="19428"/>
                  </a:lnTo>
                  <a:lnTo>
                    <a:pt x="98373" y="19398"/>
                  </a:lnTo>
                  <a:lnTo>
                    <a:pt x="97881" y="19369"/>
                  </a:lnTo>
                  <a:lnTo>
                    <a:pt x="97402" y="19359"/>
                  </a:lnTo>
                  <a:lnTo>
                    <a:pt x="96923" y="19349"/>
                  </a:lnTo>
                  <a:lnTo>
                    <a:pt x="96402" y="19359"/>
                  </a:lnTo>
                  <a:lnTo>
                    <a:pt x="95881" y="19369"/>
                  </a:lnTo>
                  <a:lnTo>
                    <a:pt x="95374" y="19408"/>
                  </a:lnTo>
                  <a:lnTo>
                    <a:pt x="94882" y="19438"/>
                  </a:lnTo>
                  <a:lnTo>
                    <a:pt x="94375" y="19478"/>
                  </a:lnTo>
                  <a:lnTo>
                    <a:pt x="93896" y="19537"/>
                  </a:lnTo>
                  <a:lnTo>
                    <a:pt x="93417" y="19597"/>
                  </a:lnTo>
                  <a:lnTo>
                    <a:pt x="92953" y="19676"/>
                  </a:lnTo>
                  <a:lnTo>
                    <a:pt x="92488" y="19755"/>
                  </a:lnTo>
                  <a:lnTo>
                    <a:pt x="92038" y="19854"/>
                  </a:lnTo>
                  <a:lnTo>
                    <a:pt x="91601" y="19963"/>
                  </a:lnTo>
                  <a:lnTo>
                    <a:pt x="91151" y="20062"/>
                  </a:lnTo>
                  <a:lnTo>
                    <a:pt x="90742" y="20181"/>
                  </a:lnTo>
                  <a:lnTo>
                    <a:pt x="90334" y="20310"/>
                  </a:lnTo>
                  <a:lnTo>
                    <a:pt x="89926" y="20449"/>
                  </a:lnTo>
                  <a:lnTo>
                    <a:pt x="89545" y="20597"/>
                  </a:lnTo>
                  <a:lnTo>
                    <a:pt x="89165" y="20746"/>
                  </a:lnTo>
                  <a:lnTo>
                    <a:pt x="88799" y="20914"/>
                  </a:lnTo>
                  <a:lnTo>
                    <a:pt x="88447" y="21083"/>
                  </a:lnTo>
                  <a:lnTo>
                    <a:pt x="88095" y="21261"/>
                  </a:lnTo>
                  <a:lnTo>
                    <a:pt x="87785" y="21449"/>
                  </a:lnTo>
                  <a:lnTo>
                    <a:pt x="87462" y="21647"/>
                  </a:lnTo>
                  <a:lnTo>
                    <a:pt x="87166" y="21846"/>
                  </a:lnTo>
                  <a:lnTo>
                    <a:pt x="86870" y="22054"/>
                  </a:lnTo>
                  <a:lnTo>
                    <a:pt x="86603" y="22272"/>
                  </a:lnTo>
                  <a:lnTo>
                    <a:pt x="86335" y="22490"/>
                  </a:lnTo>
                  <a:lnTo>
                    <a:pt x="86096" y="22727"/>
                  </a:lnTo>
                  <a:lnTo>
                    <a:pt x="85871" y="22955"/>
                  </a:lnTo>
                  <a:lnTo>
                    <a:pt x="85659" y="23203"/>
                  </a:lnTo>
                  <a:lnTo>
                    <a:pt x="85462" y="23461"/>
                  </a:lnTo>
                  <a:lnTo>
                    <a:pt x="85279" y="23718"/>
                  </a:lnTo>
                  <a:lnTo>
                    <a:pt x="85110" y="23986"/>
                  </a:lnTo>
                  <a:lnTo>
                    <a:pt x="84984" y="24194"/>
                  </a:lnTo>
                  <a:lnTo>
                    <a:pt x="84843" y="24441"/>
                  </a:lnTo>
                  <a:lnTo>
                    <a:pt x="84688" y="24689"/>
                  </a:lnTo>
                  <a:lnTo>
                    <a:pt x="84519" y="24966"/>
                  </a:lnTo>
                  <a:lnTo>
                    <a:pt x="84350" y="25244"/>
                  </a:lnTo>
                  <a:lnTo>
                    <a:pt x="84167" y="25541"/>
                  </a:lnTo>
                  <a:lnTo>
                    <a:pt x="83970" y="25848"/>
                  </a:lnTo>
                  <a:lnTo>
                    <a:pt x="83773" y="26175"/>
                  </a:lnTo>
                  <a:lnTo>
                    <a:pt x="83449" y="26680"/>
                  </a:lnTo>
                  <a:lnTo>
                    <a:pt x="83125" y="27225"/>
                  </a:lnTo>
                  <a:lnTo>
                    <a:pt x="82773" y="27790"/>
                  </a:lnTo>
                  <a:lnTo>
                    <a:pt x="82407" y="28385"/>
                  </a:lnTo>
                  <a:lnTo>
                    <a:pt x="82041" y="28989"/>
                  </a:lnTo>
                  <a:lnTo>
                    <a:pt x="81661" y="29613"/>
                  </a:lnTo>
                  <a:lnTo>
                    <a:pt x="81267" y="30267"/>
                  </a:lnTo>
                  <a:lnTo>
                    <a:pt x="80887" y="30941"/>
                  </a:lnTo>
                  <a:lnTo>
                    <a:pt x="80760" y="31129"/>
                  </a:lnTo>
                  <a:lnTo>
                    <a:pt x="80633" y="31337"/>
                  </a:lnTo>
                  <a:lnTo>
                    <a:pt x="80506" y="31515"/>
                  </a:lnTo>
                  <a:lnTo>
                    <a:pt x="80351" y="31714"/>
                  </a:lnTo>
                  <a:lnTo>
                    <a:pt x="80225" y="31882"/>
                  </a:lnTo>
                  <a:lnTo>
                    <a:pt x="80070" y="32060"/>
                  </a:lnTo>
                  <a:lnTo>
                    <a:pt x="79901" y="32219"/>
                  </a:lnTo>
                  <a:lnTo>
                    <a:pt x="79732" y="32377"/>
                  </a:lnTo>
                  <a:lnTo>
                    <a:pt x="79563" y="32546"/>
                  </a:lnTo>
                  <a:lnTo>
                    <a:pt x="79394" y="32694"/>
                  </a:lnTo>
                  <a:lnTo>
                    <a:pt x="79211" y="32833"/>
                  </a:lnTo>
                  <a:lnTo>
                    <a:pt x="79028" y="32972"/>
                  </a:lnTo>
                  <a:lnTo>
                    <a:pt x="78831" y="33101"/>
                  </a:lnTo>
                  <a:lnTo>
                    <a:pt x="78634" y="33229"/>
                  </a:lnTo>
                  <a:lnTo>
                    <a:pt x="78437" y="33338"/>
                  </a:lnTo>
                  <a:lnTo>
                    <a:pt x="78225" y="33457"/>
                  </a:lnTo>
                  <a:lnTo>
                    <a:pt x="78014" y="33566"/>
                  </a:lnTo>
                  <a:lnTo>
                    <a:pt x="77803" y="33665"/>
                  </a:lnTo>
                  <a:lnTo>
                    <a:pt x="77592" y="33754"/>
                  </a:lnTo>
                  <a:lnTo>
                    <a:pt x="77367" y="33844"/>
                  </a:lnTo>
                  <a:lnTo>
                    <a:pt x="77141" y="33923"/>
                  </a:lnTo>
                  <a:lnTo>
                    <a:pt x="76902" y="33992"/>
                  </a:lnTo>
                  <a:lnTo>
                    <a:pt x="76663" y="34062"/>
                  </a:lnTo>
                  <a:lnTo>
                    <a:pt x="76423" y="34121"/>
                  </a:lnTo>
                  <a:lnTo>
                    <a:pt x="76184" y="34171"/>
                  </a:lnTo>
                  <a:lnTo>
                    <a:pt x="75931" y="34220"/>
                  </a:lnTo>
                  <a:lnTo>
                    <a:pt x="75677" y="34260"/>
                  </a:lnTo>
                  <a:lnTo>
                    <a:pt x="75424" y="34289"/>
                  </a:lnTo>
                  <a:lnTo>
                    <a:pt x="75156" y="34309"/>
                  </a:lnTo>
                  <a:lnTo>
                    <a:pt x="74903" y="34339"/>
                  </a:lnTo>
                  <a:lnTo>
                    <a:pt x="74635" y="34349"/>
                  </a:lnTo>
                  <a:lnTo>
                    <a:pt x="74368" y="34349"/>
                  </a:lnTo>
                  <a:lnTo>
                    <a:pt x="74086" y="34349"/>
                  </a:lnTo>
                  <a:lnTo>
                    <a:pt x="73804" y="34339"/>
                  </a:lnTo>
                  <a:lnTo>
                    <a:pt x="73537" y="34309"/>
                  </a:lnTo>
                  <a:lnTo>
                    <a:pt x="73255" y="34289"/>
                  </a:lnTo>
                  <a:lnTo>
                    <a:pt x="72974" y="34260"/>
                  </a:lnTo>
                  <a:lnTo>
                    <a:pt x="72692" y="34220"/>
                  </a:lnTo>
                  <a:lnTo>
                    <a:pt x="72411" y="34161"/>
                  </a:lnTo>
                  <a:lnTo>
                    <a:pt x="72143" y="34111"/>
                  </a:lnTo>
                  <a:lnTo>
                    <a:pt x="71847" y="34042"/>
                  </a:lnTo>
                  <a:lnTo>
                    <a:pt x="71580" y="33982"/>
                  </a:lnTo>
                  <a:lnTo>
                    <a:pt x="71284" y="33903"/>
                  </a:lnTo>
                  <a:lnTo>
                    <a:pt x="71017" y="33824"/>
                  </a:lnTo>
                  <a:lnTo>
                    <a:pt x="70735" y="33725"/>
                  </a:lnTo>
                  <a:lnTo>
                    <a:pt x="70454" y="33626"/>
                  </a:lnTo>
                  <a:lnTo>
                    <a:pt x="70172" y="33527"/>
                  </a:lnTo>
                  <a:lnTo>
                    <a:pt x="69890" y="33418"/>
                  </a:lnTo>
                  <a:lnTo>
                    <a:pt x="69609" y="33299"/>
                  </a:lnTo>
                  <a:lnTo>
                    <a:pt x="69341" y="33170"/>
                  </a:lnTo>
                  <a:lnTo>
                    <a:pt x="69074" y="33041"/>
                  </a:lnTo>
                  <a:lnTo>
                    <a:pt x="68778" y="32902"/>
                  </a:lnTo>
                  <a:lnTo>
                    <a:pt x="68511" y="32754"/>
                  </a:lnTo>
                  <a:lnTo>
                    <a:pt x="68229" y="32605"/>
                  </a:lnTo>
                  <a:lnTo>
                    <a:pt x="67961" y="32447"/>
                  </a:lnTo>
                  <a:lnTo>
                    <a:pt x="67708" y="32288"/>
                  </a:lnTo>
                  <a:lnTo>
                    <a:pt x="67426" y="32120"/>
                  </a:lnTo>
                  <a:lnTo>
                    <a:pt x="67159" y="31931"/>
                  </a:lnTo>
                  <a:lnTo>
                    <a:pt x="66891" y="31753"/>
                  </a:lnTo>
                  <a:lnTo>
                    <a:pt x="66638" y="31565"/>
                  </a:lnTo>
                  <a:lnTo>
                    <a:pt x="66103" y="31169"/>
                  </a:lnTo>
                  <a:lnTo>
                    <a:pt x="65596" y="30743"/>
                  </a:lnTo>
                  <a:lnTo>
                    <a:pt x="64399" y="29712"/>
                  </a:lnTo>
                  <a:lnTo>
                    <a:pt x="63231" y="28682"/>
                  </a:lnTo>
                  <a:lnTo>
                    <a:pt x="62062" y="27632"/>
                  </a:lnTo>
                  <a:lnTo>
                    <a:pt x="60908" y="26591"/>
                  </a:lnTo>
                  <a:lnTo>
                    <a:pt x="59767" y="25531"/>
                  </a:lnTo>
                  <a:lnTo>
                    <a:pt x="58655" y="24461"/>
                  </a:lnTo>
                  <a:lnTo>
                    <a:pt x="57543" y="23401"/>
                  </a:lnTo>
                  <a:lnTo>
                    <a:pt x="56444" y="22321"/>
                  </a:lnTo>
                  <a:lnTo>
                    <a:pt x="55346" y="21231"/>
                  </a:lnTo>
                  <a:lnTo>
                    <a:pt x="54276" y="20142"/>
                  </a:lnTo>
                  <a:lnTo>
                    <a:pt x="53206" y="19052"/>
                  </a:lnTo>
                  <a:lnTo>
                    <a:pt x="52164" y="17942"/>
                  </a:lnTo>
                  <a:lnTo>
                    <a:pt x="51122" y="16842"/>
                  </a:lnTo>
                  <a:lnTo>
                    <a:pt x="50109" y="15733"/>
                  </a:lnTo>
                  <a:lnTo>
                    <a:pt x="49109" y="14613"/>
                  </a:lnTo>
                  <a:lnTo>
                    <a:pt x="48123" y="13494"/>
                  </a:lnTo>
                  <a:lnTo>
                    <a:pt x="36254" y="0"/>
                  </a:lnTo>
                  <a:lnTo>
                    <a:pt x="34171" y="1466"/>
                  </a:lnTo>
                  <a:lnTo>
                    <a:pt x="32157" y="2972"/>
                  </a:lnTo>
                  <a:lnTo>
                    <a:pt x="30186" y="4517"/>
                  </a:lnTo>
                  <a:lnTo>
                    <a:pt x="28271" y="6083"/>
                  </a:lnTo>
                  <a:lnTo>
                    <a:pt x="26399" y="7688"/>
                  </a:lnTo>
                  <a:lnTo>
                    <a:pt x="24596" y="9322"/>
                  </a:lnTo>
                  <a:lnTo>
                    <a:pt x="22851" y="10997"/>
                  </a:lnTo>
                  <a:lnTo>
                    <a:pt x="21147" y="12691"/>
                  </a:lnTo>
                  <a:lnTo>
                    <a:pt x="19500" y="14425"/>
                  </a:lnTo>
                  <a:lnTo>
                    <a:pt x="17923" y="16169"/>
                  </a:lnTo>
                  <a:lnTo>
                    <a:pt x="16402" y="17962"/>
                  </a:lnTo>
                  <a:lnTo>
                    <a:pt x="14952" y="19765"/>
                  </a:lnTo>
                  <a:lnTo>
                    <a:pt x="13544" y="21618"/>
                  </a:lnTo>
                  <a:lnTo>
                    <a:pt x="12206" y="23480"/>
                  </a:lnTo>
                  <a:lnTo>
                    <a:pt x="10939" y="25373"/>
                  </a:lnTo>
                  <a:lnTo>
                    <a:pt x="9743" y="27295"/>
                  </a:lnTo>
                  <a:lnTo>
                    <a:pt x="8602" y="29237"/>
                  </a:lnTo>
                  <a:lnTo>
                    <a:pt x="7518" y="31198"/>
                  </a:lnTo>
                  <a:lnTo>
                    <a:pt x="6518" y="33180"/>
                  </a:lnTo>
                  <a:lnTo>
                    <a:pt x="5575" y="35201"/>
                  </a:lnTo>
                  <a:lnTo>
                    <a:pt x="4688" y="37222"/>
                  </a:lnTo>
                  <a:lnTo>
                    <a:pt x="3900" y="39283"/>
                  </a:lnTo>
                  <a:lnTo>
                    <a:pt x="3167" y="41354"/>
                  </a:lnTo>
                  <a:lnTo>
                    <a:pt x="2520" y="43444"/>
                  </a:lnTo>
                  <a:lnTo>
                    <a:pt x="1928" y="45564"/>
                  </a:lnTo>
                  <a:lnTo>
                    <a:pt x="1422" y="47694"/>
                  </a:lnTo>
                  <a:lnTo>
                    <a:pt x="999" y="49844"/>
                  </a:lnTo>
                  <a:lnTo>
                    <a:pt x="633" y="52004"/>
                  </a:lnTo>
                  <a:lnTo>
                    <a:pt x="366" y="54184"/>
                  </a:lnTo>
                  <a:lnTo>
                    <a:pt x="168" y="56383"/>
                  </a:lnTo>
                  <a:lnTo>
                    <a:pt x="42" y="58593"/>
                  </a:lnTo>
                  <a:lnTo>
                    <a:pt x="0" y="60822"/>
                  </a:lnTo>
                  <a:lnTo>
                    <a:pt x="28" y="62972"/>
                  </a:lnTo>
                  <a:lnTo>
                    <a:pt x="154" y="65102"/>
                  </a:lnTo>
                  <a:lnTo>
                    <a:pt x="337" y="67222"/>
                  </a:lnTo>
                  <a:lnTo>
                    <a:pt x="591" y="69322"/>
                  </a:lnTo>
                  <a:lnTo>
                    <a:pt x="929" y="71423"/>
                  </a:lnTo>
                  <a:lnTo>
                    <a:pt x="1337" y="73503"/>
                  </a:lnTo>
                  <a:lnTo>
                    <a:pt x="1802" y="75564"/>
                  </a:lnTo>
                  <a:lnTo>
                    <a:pt x="2351" y="77595"/>
                  </a:lnTo>
                  <a:lnTo>
                    <a:pt x="2956" y="79626"/>
                  </a:lnTo>
                  <a:lnTo>
                    <a:pt x="3646" y="81628"/>
                  </a:lnTo>
                  <a:lnTo>
                    <a:pt x="4392" y="83629"/>
                  </a:lnTo>
                  <a:lnTo>
                    <a:pt x="5195" y="85591"/>
                  </a:lnTo>
                  <a:lnTo>
                    <a:pt x="6082" y="87542"/>
                  </a:lnTo>
                  <a:lnTo>
                    <a:pt x="7011" y="89474"/>
                  </a:lnTo>
                  <a:lnTo>
                    <a:pt x="8025" y="91387"/>
                  </a:lnTo>
                  <a:lnTo>
                    <a:pt x="9081" y="93279"/>
                  </a:lnTo>
                  <a:lnTo>
                    <a:pt x="10221" y="95132"/>
                  </a:lnTo>
                  <a:lnTo>
                    <a:pt x="11404" y="96974"/>
                  </a:lnTo>
                  <a:lnTo>
                    <a:pt x="12657" y="98787"/>
                  </a:lnTo>
                  <a:lnTo>
                    <a:pt x="13952" y="100581"/>
                  </a:lnTo>
                  <a:lnTo>
                    <a:pt x="15332" y="102354"/>
                  </a:lnTo>
                  <a:lnTo>
                    <a:pt x="16754" y="104098"/>
                  </a:lnTo>
                  <a:lnTo>
                    <a:pt x="18233" y="105812"/>
                  </a:lnTo>
                  <a:lnTo>
                    <a:pt x="19767" y="107506"/>
                  </a:lnTo>
                  <a:lnTo>
                    <a:pt x="21358" y="109171"/>
                  </a:lnTo>
                  <a:lnTo>
                    <a:pt x="22991" y="110805"/>
                  </a:lnTo>
                  <a:lnTo>
                    <a:pt x="24695" y="112410"/>
                  </a:lnTo>
                  <a:lnTo>
                    <a:pt x="26441" y="113986"/>
                  </a:lnTo>
                  <a:lnTo>
                    <a:pt x="28243" y="115531"/>
                  </a:lnTo>
                  <a:lnTo>
                    <a:pt x="30087" y="117057"/>
                  </a:lnTo>
                  <a:lnTo>
                    <a:pt x="31988" y="118543"/>
                  </a:lnTo>
                  <a:lnTo>
                    <a:pt x="33931" y="120000"/>
                  </a:lnTo>
                  <a:lnTo>
                    <a:pt x="47391" y="114679"/>
                  </a:lnTo>
                  <a:lnTo>
                    <a:pt x="48546" y="114204"/>
                  </a:lnTo>
                  <a:close/>
                </a:path>
              </a:pathLst>
            </a:custGeom>
            <a:solidFill>
              <a:schemeClr val="accent1">
                <a:lumMod val="60000"/>
                <a:lumOff val="40000"/>
              </a:schemeClr>
            </a:solidFill>
            <a:ln>
              <a:noFill/>
            </a:ln>
          </p:spPr>
          <p:txBody>
            <a:bodyPr wrap="square" lIns="91425" tIns="45700" rIns="91425" bIns="45700" anchor="t" anchorCtr="0">
              <a:noAutofit/>
            </a:bodyPr>
            <a:lstStyle/>
            <a:p>
              <a:pPr marL="0" marR="0" lvl="0" indent="0" algn="l" rtl="0">
                <a:spcBef>
                  <a:spcPts val="0"/>
                </a:spcBef>
                <a:buNone/>
              </a:pPr>
              <a:endParaRPr sz="1800">
                <a:solidFill>
                  <a:schemeClr val="dk1"/>
                </a:solidFill>
                <a:latin typeface="Calibri"/>
                <a:ea typeface="Calibri"/>
                <a:cs typeface="Calibri"/>
                <a:sym typeface="Calibri"/>
              </a:endParaRPr>
            </a:p>
          </p:txBody>
        </p:sp>
        <p:sp>
          <p:nvSpPr>
            <p:cNvPr id="10" name="Shape 2711">
              <a:extLst>
                <a:ext uri="{FF2B5EF4-FFF2-40B4-BE49-F238E27FC236}">
                  <a16:creationId xmlns:a16="http://schemas.microsoft.com/office/drawing/2014/main" id="{B4045C2B-8A5F-E9B2-FD85-21D7AE3DF04D}"/>
                </a:ext>
              </a:extLst>
            </p:cNvPr>
            <p:cNvSpPr/>
            <p:nvPr/>
          </p:nvSpPr>
          <p:spPr>
            <a:xfrm>
              <a:off x="4748298" y="1463334"/>
              <a:ext cx="2823149" cy="2010377"/>
            </a:xfrm>
            <a:custGeom>
              <a:avLst/>
              <a:gdLst/>
              <a:ahLst/>
              <a:cxnLst/>
              <a:rect l="0" t="0" r="0" b="0"/>
              <a:pathLst>
                <a:path w="120000" h="120000" extrusionOk="0">
                  <a:moveTo>
                    <a:pt x="20134" y="74347"/>
                  </a:moveTo>
                  <a:lnTo>
                    <a:pt x="20424" y="74811"/>
                  </a:lnTo>
                  <a:lnTo>
                    <a:pt x="20706" y="75260"/>
                  </a:lnTo>
                  <a:lnTo>
                    <a:pt x="20996" y="75682"/>
                  </a:lnTo>
                  <a:lnTo>
                    <a:pt x="21297" y="76064"/>
                  </a:lnTo>
                  <a:lnTo>
                    <a:pt x="21588" y="76431"/>
                  </a:lnTo>
                  <a:lnTo>
                    <a:pt x="21878" y="76758"/>
                  </a:lnTo>
                  <a:lnTo>
                    <a:pt x="22179" y="77058"/>
                  </a:lnTo>
                  <a:lnTo>
                    <a:pt x="22480" y="77344"/>
                  </a:lnTo>
                  <a:lnTo>
                    <a:pt x="22780" y="77575"/>
                  </a:lnTo>
                  <a:lnTo>
                    <a:pt x="23071" y="77793"/>
                  </a:lnTo>
                  <a:lnTo>
                    <a:pt x="23362" y="77970"/>
                  </a:lnTo>
                  <a:lnTo>
                    <a:pt x="23652" y="78120"/>
                  </a:lnTo>
                  <a:lnTo>
                    <a:pt x="23808" y="78188"/>
                  </a:lnTo>
                  <a:lnTo>
                    <a:pt x="23953" y="78229"/>
                  </a:lnTo>
                  <a:lnTo>
                    <a:pt x="24089" y="78297"/>
                  </a:lnTo>
                  <a:lnTo>
                    <a:pt x="24234" y="78324"/>
                  </a:lnTo>
                  <a:lnTo>
                    <a:pt x="24370" y="78352"/>
                  </a:lnTo>
                  <a:lnTo>
                    <a:pt x="24515" y="78379"/>
                  </a:lnTo>
                  <a:lnTo>
                    <a:pt x="24651" y="78392"/>
                  </a:lnTo>
                  <a:lnTo>
                    <a:pt x="24787" y="78392"/>
                  </a:lnTo>
                  <a:lnTo>
                    <a:pt x="24932" y="78392"/>
                  </a:lnTo>
                  <a:lnTo>
                    <a:pt x="25077" y="78379"/>
                  </a:lnTo>
                  <a:lnTo>
                    <a:pt x="25213" y="78352"/>
                  </a:lnTo>
                  <a:lnTo>
                    <a:pt x="25349" y="78324"/>
                  </a:lnTo>
                  <a:lnTo>
                    <a:pt x="25475" y="78283"/>
                  </a:lnTo>
                  <a:lnTo>
                    <a:pt x="25601" y="78229"/>
                  </a:lnTo>
                  <a:lnTo>
                    <a:pt x="25727" y="78175"/>
                  </a:lnTo>
                  <a:lnTo>
                    <a:pt x="25843" y="78106"/>
                  </a:lnTo>
                  <a:lnTo>
                    <a:pt x="25960" y="78025"/>
                  </a:lnTo>
                  <a:lnTo>
                    <a:pt x="26066" y="77957"/>
                  </a:lnTo>
                  <a:lnTo>
                    <a:pt x="26163" y="77861"/>
                  </a:lnTo>
                  <a:lnTo>
                    <a:pt x="26270" y="77780"/>
                  </a:lnTo>
                  <a:lnTo>
                    <a:pt x="26473" y="77589"/>
                  </a:lnTo>
                  <a:lnTo>
                    <a:pt x="26648" y="77371"/>
                  </a:lnTo>
                  <a:lnTo>
                    <a:pt x="26813" y="77139"/>
                  </a:lnTo>
                  <a:lnTo>
                    <a:pt x="26958" y="76881"/>
                  </a:lnTo>
                  <a:lnTo>
                    <a:pt x="27094" y="76622"/>
                  </a:lnTo>
                  <a:lnTo>
                    <a:pt x="27229" y="76350"/>
                  </a:lnTo>
                  <a:lnTo>
                    <a:pt x="27346" y="76077"/>
                  </a:lnTo>
                  <a:lnTo>
                    <a:pt x="27452" y="75818"/>
                  </a:lnTo>
                  <a:lnTo>
                    <a:pt x="27540" y="75532"/>
                  </a:lnTo>
                  <a:lnTo>
                    <a:pt x="27617" y="75260"/>
                  </a:lnTo>
                  <a:lnTo>
                    <a:pt x="27889" y="74334"/>
                  </a:lnTo>
                  <a:lnTo>
                    <a:pt x="28160" y="73435"/>
                  </a:lnTo>
                  <a:lnTo>
                    <a:pt x="28422" y="72550"/>
                  </a:lnTo>
                  <a:lnTo>
                    <a:pt x="28684" y="71705"/>
                  </a:lnTo>
                  <a:lnTo>
                    <a:pt x="28936" y="70888"/>
                  </a:lnTo>
                  <a:lnTo>
                    <a:pt x="29178" y="70112"/>
                  </a:lnTo>
                  <a:lnTo>
                    <a:pt x="29420" y="69363"/>
                  </a:lnTo>
                  <a:lnTo>
                    <a:pt x="29643" y="68641"/>
                  </a:lnTo>
                  <a:lnTo>
                    <a:pt x="29779" y="68219"/>
                  </a:lnTo>
                  <a:lnTo>
                    <a:pt x="29905" y="67783"/>
                  </a:lnTo>
                  <a:lnTo>
                    <a:pt x="30031" y="67388"/>
                  </a:lnTo>
                  <a:lnTo>
                    <a:pt x="30138" y="67007"/>
                  </a:lnTo>
                  <a:lnTo>
                    <a:pt x="30254" y="66639"/>
                  </a:lnTo>
                  <a:lnTo>
                    <a:pt x="30361" y="66312"/>
                  </a:lnTo>
                  <a:lnTo>
                    <a:pt x="30458" y="65985"/>
                  </a:lnTo>
                  <a:lnTo>
                    <a:pt x="30535" y="65699"/>
                  </a:lnTo>
                  <a:lnTo>
                    <a:pt x="30680" y="65250"/>
                  </a:lnTo>
                  <a:lnTo>
                    <a:pt x="30836" y="64814"/>
                  </a:lnTo>
                  <a:lnTo>
                    <a:pt x="31000" y="64364"/>
                  </a:lnTo>
                  <a:lnTo>
                    <a:pt x="31185" y="63956"/>
                  </a:lnTo>
                  <a:lnTo>
                    <a:pt x="31378" y="63547"/>
                  </a:lnTo>
                  <a:lnTo>
                    <a:pt x="31582" y="63152"/>
                  </a:lnTo>
                  <a:lnTo>
                    <a:pt x="31795" y="62771"/>
                  </a:lnTo>
                  <a:lnTo>
                    <a:pt x="32028" y="62403"/>
                  </a:lnTo>
                  <a:lnTo>
                    <a:pt x="32261" y="62036"/>
                  </a:lnTo>
                  <a:lnTo>
                    <a:pt x="32513" y="61695"/>
                  </a:lnTo>
                  <a:lnTo>
                    <a:pt x="32774" y="61368"/>
                  </a:lnTo>
                  <a:lnTo>
                    <a:pt x="33046" y="61055"/>
                  </a:lnTo>
                  <a:lnTo>
                    <a:pt x="33327" y="60742"/>
                  </a:lnTo>
                  <a:lnTo>
                    <a:pt x="33627" y="60456"/>
                  </a:lnTo>
                  <a:lnTo>
                    <a:pt x="33928" y="60170"/>
                  </a:lnTo>
                  <a:lnTo>
                    <a:pt x="34238" y="59911"/>
                  </a:lnTo>
                  <a:lnTo>
                    <a:pt x="34568" y="59666"/>
                  </a:lnTo>
                  <a:lnTo>
                    <a:pt x="34897" y="59421"/>
                  </a:lnTo>
                  <a:lnTo>
                    <a:pt x="35237" y="59203"/>
                  </a:lnTo>
                  <a:lnTo>
                    <a:pt x="35576" y="58998"/>
                  </a:lnTo>
                  <a:lnTo>
                    <a:pt x="35935" y="58808"/>
                  </a:lnTo>
                  <a:lnTo>
                    <a:pt x="36303" y="58631"/>
                  </a:lnTo>
                  <a:lnTo>
                    <a:pt x="36681" y="58467"/>
                  </a:lnTo>
                  <a:lnTo>
                    <a:pt x="37059" y="58345"/>
                  </a:lnTo>
                  <a:lnTo>
                    <a:pt x="37437" y="58209"/>
                  </a:lnTo>
                  <a:lnTo>
                    <a:pt x="37835" y="58086"/>
                  </a:lnTo>
                  <a:lnTo>
                    <a:pt x="38232" y="58004"/>
                  </a:lnTo>
                  <a:lnTo>
                    <a:pt x="38649" y="57936"/>
                  </a:lnTo>
                  <a:lnTo>
                    <a:pt x="39056" y="57854"/>
                  </a:lnTo>
                  <a:lnTo>
                    <a:pt x="39473" y="57814"/>
                  </a:lnTo>
                  <a:lnTo>
                    <a:pt x="39890" y="57800"/>
                  </a:lnTo>
                  <a:lnTo>
                    <a:pt x="40316" y="57786"/>
                  </a:lnTo>
                  <a:lnTo>
                    <a:pt x="40694" y="57800"/>
                  </a:lnTo>
                  <a:lnTo>
                    <a:pt x="41072" y="57814"/>
                  </a:lnTo>
                  <a:lnTo>
                    <a:pt x="41450" y="57841"/>
                  </a:lnTo>
                  <a:lnTo>
                    <a:pt x="41828" y="57895"/>
                  </a:lnTo>
                  <a:lnTo>
                    <a:pt x="42206" y="57963"/>
                  </a:lnTo>
                  <a:lnTo>
                    <a:pt x="42585" y="58032"/>
                  </a:lnTo>
                  <a:lnTo>
                    <a:pt x="42963" y="58127"/>
                  </a:lnTo>
                  <a:lnTo>
                    <a:pt x="43350" y="58222"/>
                  </a:lnTo>
                  <a:lnTo>
                    <a:pt x="43728" y="58345"/>
                  </a:lnTo>
                  <a:lnTo>
                    <a:pt x="44106" y="58454"/>
                  </a:lnTo>
                  <a:lnTo>
                    <a:pt x="44485" y="58604"/>
                  </a:lnTo>
                  <a:lnTo>
                    <a:pt x="44853" y="58753"/>
                  </a:lnTo>
                  <a:lnTo>
                    <a:pt x="45231" y="58917"/>
                  </a:lnTo>
                  <a:lnTo>
                    <a:pt x="45599" y="59107"/>
                  </a:lnTo>
                  <a:lnTo>
                    <a:pt x="45968" y="59298"/>
                  </a:lnTo>
                  <a:lnTo>
                    <a:pt x="46326" y="59502"/>
                  </a:lnTo>
                  <a:lnTo>
                    <a:pt x="46743" y="59734"/>
                  </a:lnTo>
                  <a:lnTo>
                    <a:pt x="47141" y="59979"/>
                  </a:lnTo>
                  <a:lnTo>
                    <a:pt x="47519" y="60251"/>
                  </a:lnTo>
                  <a:lnTo>
                    <a:pt x="47897" y="60524"/>
                  </a:lnTo>
                  <a:lnTo>
                    <a:pt x="48275" y="60823"/>
                  </a:lnTo>
                  <a:lnTo>
                    <a:pt x="48633" y="61123"/>
                  </a:lnTo>
                  <a:lnTo>
                    <a:pt x="48992" y="61436"/>
                  </a:lnTo>
                  <a:lnTo>
                    <a:pt x="49331" y="61763"/>
                  </a:lnTo>
                  <a:lnTo>
                    <a:pt x="49680" y="62090"/>
                  </a:lnTo>
                  <a:lnTo>
                    <a:pt x="50000" y="62431"/>
                  </a:lnTo>
                  <a:lnTo>
                    <a:pt x="50330" y="62785"/>
                  </a:lnTo>
                  <a:lnTo>
                    <a:pt x="50630" y="63152"/>
                  </a:lnTo>
                  <a:lnTo>
                    <a:pt x="50931" y="63520"/>
                  </a:lnTo>
                  <a:lnTo>
                    <a:pt x="51222" y="63901"/>
                  </a:lnTo>
                  <a:lnTo>
                    <a:pt x="51513" y="64296"/>
                  </a:lnTo>
                  <a:lnTo>
                    <a:pt x="51784" y="64691"/>
                  </a:lnTo>
                  <a:lnTo>
                    <a:pt x="52055" y="65086"/>
                  </a:lnTo>
                  <a:lnTo>
                    <a:pt x="52307" y="65495"/>
                  </a:lnTo>
                  <a:lnTo>
                    <a:pt x="52540" y="65917"/>
                  </a:lnTo>
                  <a:lnTo>
                    <a:pt x="52773" y="66339"/>
                  </a:lnTo>
                  <a:lnTo>
                    <a:pt x="52996" y="66762"/>
                  </a:lnTo>
                  <a:lnTo>
                    <a:pt x="53209" y="67197"/>
                  </a:lnTo>
                  <a:lnTo>
                    <a:pt x="53413" y="67647"/>
                  </a:lnTo>
                  <a:lnTo>
                    <a:pt x="53597" y="68083"/>
                  </a:lnTo>
                  <a:lnTo>
                    <a:pt x="53781" y="68532"/>
                  </a:lnTo>
                  <a:lnTo>
                    <a:pt x="53946" y="68981"/>
                  </a:lnTo>
                  <a:lnTo>
                    <a:pt x="54101" y="69445"/>
                  </a:lnTo>
                  <a:lnTo>
                    <a:pt x="54246" y="69908"/>
                  </a:lnTo>
                  <a:lnTo>
                    <a:pt x="54382" y="70357"/>
                  </a:lnTo>
                  <a:lnTo>
                    <a:pt x="54498" y="70820"/>
                  </a:lnTo>
                  <a:lnTo>
                    <a:pt x="54615" y="71297"/>
                  </a:lnTo>
                  <a:lnTo>
                    <a:pt x="54712" y="71760"/>
                  </a:lnTo>
                  <a:lnTo>
                    <a:pt x="54799" y="72264"/>
                  </a:lnTo>
                  <a:lnTo>
                    <a:pt x="54876" y="72740"/>
                  </a:lnTo>
                  <a:lnTo>
                    <a:pt x="54934" y="73244"/>
                  </a:lnTo>
                  <a:lnTo>
                    <a:pt x="54993" y="73735"/>
                  </a:lnTo>
                  <a:lnTo>
                    <a:pt x="55031" y="74225"/>
                  </a:lnTo>
                  <a:lnTo>
                    <a:pt x="55051" y="74729"/>
                  </a:lnTo>
                  <a:lnTo>
                    <a:pt x="55051" y="75205"/>
                  </a:lnTo>
                  <a:lnTo>
                    <a:pt x="55051" y="75709"/>
                  </a:lnTo>
                  <a:lnTo>
                    <a:pt x="55031" y="76200"/>
                  </a:lnTo>
                  <a:lnTo>
                    <a:pt x="54993" y="76690"/>
                  </a:lnTo>
                  <a:lnTo>
                    <a:pt x="54934" y="77180"/>
                  </a:lnTo>
                  <a:lnTo>
                    <a:pt x="54876" y="77657"/>
                  </a:lnTo>
                  <a:lnTo>
                    <a:pt x="54789" y="78147"/>
                  </a:lnTo>
                  <a:lnTo>
                    <a:pt x="54702" y="78610"/>
                  </a:lnTo>
                  <a:lnTo>
                    <a:pt x="54585" y="79087"/>
                  </a:lnTo>
                  <a:lnTo>
                    <a:pt x="54459" y="79550"/>
                  </a:lnTo>
                  <a:lnTo>
                    <a:pt x="54343" y="79904"/>
                  </a:lnTo>
                  <a:lnTo>
                    <a:pt x="54217" y="80272"/>
                  </a:lnTo>
                  <a:lnTo>
                    <a:pt x="54062" y="80640"/>
                  </a:lnTo>
                  <a:lnTo>
                    <a:pt x="53878" y="81021"/>
                  </a:lnTo>
                  <a:lnTo>
                    <a:pt x="53694" y="81416"/>
                  </a:lnTo>
                  <a:lnTo>
                    <a:pt x="53480" y="81811"/>
                  </a:lnTo>
                  <a:lnTo>
                    <a:pt x="53257" y="82219"/>
                  </a:lnTo>
                  <a:lnTo>
                    <a:pt x="53015" y="82655"/>
                  </a:lnTo>
                  <a:lnTo>
                    <a:pt x="52753" y="83077"/>
                  </a:lnTo>
                  <a:lnTo>
                    <a:pt x="52482" y="83500"/>
                  </a:lnTo>
                  <a:lnTo>
                    <a:pt x="52201" y="83935"/>
                  </a:lnTo>
                  <a:lnTo>
                    <a:pt x="51910" y="84385"/>
                  </a:lnTo>
                  <a:lnTo>
                    <a:pt x="51590" y="84821"/>
                  </a:lnTo>
                  <a:lnTo>
                    <a:pt x="51270" y="85257"/>
                  </a:lnTo>
                  <a:lnTo>
                    <a:pt x="50941" y="85720"/>
                  </a:lnTo>
                  <a:lnTo>
                    <a:pt x="50601" y="86155"/>
                  </a:lnTo>
                  <a:lnTo>
                    <a:pt x="49894" y="87068"/>
                  </a:lnTo>
                  <a:lnTo>
                    <a:pt x="49176" y="87953"/>
                  </a:lnTo>
                  <a:lnTo>
                    <a:pt x="48430" y="88852"/>
                  </a:lnTo>
                  <a:lnTo>
                    <a:pt x="47674" y="89724"/>
                  </a:lnTo>
                  <a:lnTo>
                    <a:pt x="46918" y="90568"/>
                  </a:lnTo>
                  <a:lnTo>
                    <a:pt x="46152" y="91413"/>
                  </a:lnTo>
                  <a:lnTo>
                    <a:pt x="45415" y="92202"/>
                  </a:lnTo>
                  <a:lnTo>
                    <a:pt x="44678" y="92951"/>
                  </a:lnTo>
                  <a:lnTo>
                    <a:pt x="44300" y="93346"/>
                  </a:lnTo>
                  <a:lnTo>
                    <a:pt x="43932" y="93769"/>
                  </a:lnTo>
                  <a:lnTo>
                    <a:pt x="43767" y="93973"/>
                  </a:lnTo>
                  <a:lnTo>
                    <a:pt x="43602" y="94191"/>
                  </a:lnTo>
                  <a:lnTo>
                    <a:pt x="43447" y="94409"/>
                  </a:lnTo>
                  <a:lnTo>
                    <a:pt x="43292" y="94640"/>
                  </a:lnTo>
                  <a:lnTo>
                    <a:pt x="43137" y="94858"/>
                  </a:lnTo>
                  <a:lnTo>
                    <a:pt x="42992" y="95090"/>
                  </a:lnTo>
                  <a:lnTo>
                    <a:pt x="42856" y="95321"/>
                  </a:lnTo>
                  <a:lnTo>
                    <a:pt x="42720" y="95539"/>
                  </a:lnTo>
                  <a:lnTo>
                    <a:pt x="42594" y="95784"/>
                  </a:lnTo>
                  <a:lnTo>
                    <a:pt x="42478" y="96029"/>
                  </a:lnTo>
                  <a:lnTo>
                    <a:pt x="42371" y="96261"/>
                  </a:lnTo>
                  <a:lnTo>
                    <a:pt x="42255" y="96493"/>
                  </a:lnTo>
                  <a:lnTo>
                    <a:pt x="42148" y="96751"/>
                  </a:lnTo>
                  <a:lnTo>
                    <a:pt x="42051" y="96983"/>
                  </a:lnTo>
                  <a:lnTo>
                    <a:pt x="41964" y="97228"/>
                  </a:lnTo>
                  <a:lnTo>
                    <a:pt x="41877" y="97473"/>
                  </a:lnTo>
                  <a:lnTo>
                    <a:pt x="41799" y="97732"/>
                  </a:lnTo>
                  <a:lnTo>
                    <a:pt x="41731" y="97977"/>
                  </a:lnTo>
                  <a:lnTo>
                    <a:pt x="41664" y="98222"/>
                  </a:lnTo>
                  <a:lnTo>
                    <a:pt x="41605" y="98481"/>
                  </a:lnTo>
                  <a:lnTo>
                    <a:pt x="41547" y="98726"/>
                  </a:lnTo>
                  <a:lnTo>
                    <a:pt x="41499" y="98971"/>
                  </a:lnTo>
                  <a:lnTo>
                    <a:pt x="41460" y="99244"/>
                  </a:lnTo>
                  <a:lnTo>
                    <a:pt x="41431" y="99489"/>
                  </a:lnTo>
                  <a:lnTo>
                    <a:pt x="41402" y="99734"/>
                  </a:lnTo>
                  <a:lnTo>
                    <a:pt x="41382" y="99993"/>
                  </a:lnTo>
                  <a:lnTo>
                    <a:pt x="41363" y="100251"/>
                  </a:lnTo>
                  <a:lnTo>
                    <a:pt x="41363" y="100497"/>
                  </a:lnTo>
                  <a:lnTo>
                    <a:pt x="41363" y="100946"/>
                  </a:lnTo>
                  <a:lnTo>
                    <a:pt x="41392" y="101382"/>
                  </a:lnTo>
                  <a:lnTo>
                    <a:pt x="41441" y="101804"/>
                  </a:lnTo>
                  <a:lnTo>
                    <a:pt x="41499" y="102226"/>
                  </a:lnTo>
                  <a:lnTo>
                    <a:pt x="41567" y="102553"/>
                  </a:lnTo>
                  <a:lnTo>
                    <a:pt x="41644" y="102880"/>
                  </a:lnTo>
                  <a:lnTo>
                    <a:pt x="41731" y="103180"/>
                  </a:lnTo>
                  <a:lnTo>
                    <a:pt x="41828" y="103493"/>
                  </a:lnTo>
                  <a:lnTo>
                    <a:pt x="41935" y="103806"/>
                  </a:lnTo>
                  <a:lnTo>
                    <a:pt x="42051" y="104106"/>
                  </a:lnTo>
                  <a:lnTo>
                    <a:pt x="42187" y="104405"/>
                  </a:lnTo>
                  <a:lnTo>
                    <a:pt x="42332" y="104691"/>
                  </a:lnTo>
                  <a:lnTo>
                    <a:pt x="42478" y="104991"/>
                  </a:lnTo>
                  <a:lnTo>
                    <a:pt x="42652" y="105291"/>
                  </a:lnTo>
                  <a:lnTo>
                    <a:pt x="42827" y="105563"/>
                  </a:lnTo>
                  <a:lnTo>
                    <a:pt x="43011" y="105835"/>
                  </a:lnTo>
                  <a:lnTo>
                    <a:pt x="43215" y="106121"/>
                  </a:lnTo>
                  <a:lnTo>
                    <a:pt x="43428" y="106394"/>
                  </a:lnTo>
                  <a:lnTo>
                    <a:pt x="43631" y="106666"/>
                  </a:lnTo>
                  <a:lnTo>
                    <a:pt x="43864" y="106911"/>
                  </a:lnTo>
                  <a:lnTo>
                    <a:pt x="44669" y="107797"/>
                  </a:lnTo>
                  <a:lnTo>
                    <a:pt x="45473" y="108655"/>
                  </a:lnTo>
                  <a:lnTo>
                    <a:pt x="46288" y="109526"/>
                  </a:lnTo>
                  <a:lnTo>
                    <a:pt x="47102" y="110371"/>
                  </a:lnTo>
                  <a:lnTo>
                    <a:pt x="47936" y="111215"/>
                  </a:lnTo>
                  <a:lnTo>
                    <a:pt x="48759" y="112059"/>
                  </a:lnTo>
                  <a:lnTo>
                    <a:pt x="49593" y="112877"/>
                  </a:lnTo>
                  <a:lnTo>
                    <a:pt x="50417" y="113707"/>
                  </a:lnTo>
                  <a:lnTo>
                    <a:pt x="51270" y="114525"/>
                  </a:lnTo>
                  <a:lnTo>
                    <a:pt x="52104" y="115328"/>
                  </a:lnTo>
                  <a:lnTo>
                    <a:pt x="52947" y="116132"/>
                  </a:lnTo>
                  <a:lnTo>
                    <a:pt x="53800" y="116922"/>
                  </a:lnTo>
                  <a:lnTo>
                    <a:pt x="54653" y="117711"/>
                  </a:lnTo>
                  <a:lnTo>
                    <a:pt x="55516" y="118474"/>
                  </a:lnTo>
                  <a:lnTo>
                    <a:pt x="56369" y="119237"/>
                  </a:lnTo>
                  <a:lnTo>
                    <a:pt x="57232" y="120000"/>
                  </a:lnTo>
                  <a:lnTo>
                    <a:pt x="57775" y="118774"/>
                  </a:lnTo>
                  <a:lnTo>
                    <a:pt x="58327" y="117562"/>
                  </a:lnTo>
                  <a:lnTo>
                    <a:pt x="58880" y="116363"/>
                  </a:lnTo>
                  <a:lnTo>
                    <a:pt x="59442" y="115151"/>
                  </a:lnTo>
                  <a:lnTo>
                    <a:pt x="60014" y="113953"/>
                  </a:lnTo>
                  <a:lnTo>
                    <a:pt x="60586" y="112754"/>
                  </a:lnTo>
                  <a:lnTo>
                    <a:pt x="61168" y="111569"/>
                  </a:lnTo>
                  <a:lnTo>
                    <a:pt x="61759" y="110371"/>
                  </a:lnTo>
                  <a:lnTo>
                    <a:pt x="62341" y="109199"/>
                  </a:lnTo>
                  <a:lnTo>
                    <a:pt x="62942" y="108028"/>
                  </a:lnTo>
                  <a:lnTo>
                    <a:pt x="63543" y="106857"/>
                  </a:lnTo>
                  <a:lnTo>
                    <a:pt x="64153" y="105699"/>
                  </a:lnTo>
                  <a:lnTo>
                    <a:pt x="64774" y="104542"/>
                  </a:lnTo>
                  <a:lnTo>
                    <a:pt x="65384" y="103398"/>
                  </a:lnTo>
                  <a:lnTo>
                    <a:pt x="66015" y="102254"/>
                  </a:lnTo>
                  <a:lnTo>
                    <a:pt x="66645" y="101109"/>
                  </a:lnTo>
                  <a:lnTo>
                    <a:pt x="66790" y="100837"/>
                  </a:lnTo>
                  <a:lnTo>
                    <a:pt x="66955" y="100578"/>
                  </a:lnTo>
                  <a:lnTo>
                    <a:pt x="67110" y="100306"/>
                  </a:lnTo>
                  <a:lnTo>
                    <a:pt x="67265" y="100074"/>
                  </a:lnTo>
                  <a:lnTo>
                    <a:pt x="67440" y="99829"/>
                  </a:lnTo>
                  <a:lnTo>
                    <a:pt x="67604" y="99611"/>
                  </a:lnTo>
                  <a:lnTo>
                    <a:pt x="67769" y="99366"/>
                  </a:lnTo>
                  <a:lnTo>
                    <a:pt x="67934" y="99162"/>
                  </a:lnTo>
                  <a:lnTo>
                    <a:pt x="68118" y="98958"/>
                  </a:lnTo>
                  <a:lnTo>
                    <a:pt x="68293" y="98753"/>
                  </a:lnTo>
                  <a:lnTo>
                    <a:pt x="68467" y="98563"/>
                  </a:lnTo>
                  <a:lnTo>
                    <a:pt x="68651" y="98386"/>
                  </a:lnTo>
                  <a:lnTo>
                    <a:pt x="68826" y="98209"/>
                  </a:lnTo>
                  <a:lnTo>
                    <a:pt x="69020" y="98059"/>
                  </a:lnTo>
                  <a:lnTo>
                    <a:pt x="69194" y="97909"/>
                  </a:lnTo>
                  <a:lnTo>
                    <a:pt x="69378" y="97759"/>
                  </a:lnTo>
                  <a:lnTo>
                    <a:pt x="69572" y="97609"/>
                  </a:lnTo>
                  <a:lnTo>
                    <a:pt x="69756" y="97500"/>
                  </a:lnTo>
                  <a:lnTo>
                    <a:pt x="69960" y="97378"/>
                  </a:lnTo>
                  <a:lnTo>
                    <a:pt x="70144" y="97255"/>
                  </a:lnTo>
                  <a:lnTo>
                    <a:pt x="70348" y="97160"/>
                  </a:lnTo>
                  <a:lnTo>
                    <a:pt x="70532" y="97065"/>
                  </a:lnTo>
                  <a:lnTo>
                    <a:pt x="70735" y="96983"/>
                  </a:lnTo>
                  <a:lnTo>
                    <a:pt x="70939" y="96901"/>
                  </a:lnTo>
                  <a:lnTo>
                    <a:pt x="71143" y="96833"/>
                  </a:lnTo>
                  <a:lnTo>
                    <a:pt x="71336" y="96779"/>
                  </a:lnTo>
                  <a:lnTo>
                    <a:pt x="71550" y="96738"/>
                  </a:lnTo>
                  <a:lnTo>
                    <a:pt x="71744" y="96683"/>
                  </a:lnTo>
                  <a:lnTo>
                    <a:pt x="71957" y="96656"/>
                  </a:lnTo>
                  <a:lnTo>
                    <a:pt x="72160" y="96629"/>
                  </a:lnTo>
                  <a:lnTo>
                    <a:pt x="72374" y="96615"/>
                  </a:lnTo>
                  <a:lnTo>
                    <a:pt x="72577" y="96615"/>
                  </a:lnTo>
                  <a:lnTo>
                    <a:pt x="72820" y="96615"/>
                  </a:lnTo>
                  <a:lnTo>
                    <a:pt x="73052" y="96629"/>
                  </a:lnTo>
                  <a:lnTo>
                    <a:pt x="73295" y="96670"/>
                  </a:lnTo>
                  <a:lnTo>
                    <a:pt x="73527" y="96697"/>
                  </a:lnTo>
                  <a:lnTo>
                    <a:pt x="73760" y="96765"/>
                  </a:lnTo>
                  <a:lnTo>
                    <a:pt x="73993" y="96819"/>
                  </a:lnTo>
                  <a:lnTo>
                    <a:pt x="74235" y="96901"/>
                  </a:lnTo>
                  <a:lnTo>
                    <a:pt x="74468" y="96996"/>
                  </a:lnTo>
                  <a:lnTo>
                    <a:pt x="74691" y="97092"/>
                  </a:lnTo>
                  <a:lnTo>
                    <a:pt x="74923" y="97201"/>
                  </a:lnTo>
                  <a:lnTo>
                    <a:pt x="75156" y="97323"/>
                  </a:lnTo>
                  <a:lnTo>
                    <a:pt x="75388" y="97446"/>
                  </a:lnTo>
                  <a:lnTo>
                    <a:pt x="75611" y="97596"/>
                  </a:lnTo>
                  <a:lnTo>
                    <a:pt x="75844" y="97759"/>
                  </a:lnTo>
                  <a:lnTo>
                    <a:pt x="76067" y="97923"/>
                  </a:lnTo>
                  <a:lnTo>
                    <a:pt x="76280" y="98100"/>
                  </a:lnTo>
                  <a:lnTo>
                    <a:pt x="76503" y="98290"/>
                  </a:lnTo>
                  <a:lnTo>
                    <a:pt x="76726" y="98481"/>
                  </a:lnTo>
                  <a:lnTo>
                    <a:pt x="76939" y="98699"/>
                  </a:lnTo>
                  <a:lnTo>
                    <a:pt x="77153" y="98903"/>
                  </a:lnTo>
                  <a:lnTo>
                    <a:pt x="77366" y="99135"/>
                  </a:lnTo>
                  <a:lnTo>
                    <a:pt x="77570" y="99366"/>
                  </a:lnTo>
                  <a:lnTo>
                    <a:pt x="77783" y="99625"/>
                  </a:lnTo>
                  <a:lnTo>
                    <a:pt x="77977" y="99884"/>
                  </a:lnTo>
                  <a:lnTo>
                    <a:pt x="78190" y="100156"/>
                  </a:lnTo>
                  <a:lnTo>
                    <a:pt x="78374" y="100429"/>
                  </a:lnTo>
                  <a:lnTo>
                    <a:pt x="78578" y="100728"/>
                  </a:lnTo>
                  <a:lnTo>
                    <a:pt x="78762" y="101014"/>
                  </a:lnTo>
                  <a:lnTo>
                    <a:pt x="78956" y="101327"/>
                  </a:lnTo>
                  <a:lnTo>
                    <a:pt x="79140" y="101627"/>
                  </a:lnTo>
                  <a:lnTo>
                    <a:pt x="79314" y="101954"/>
                  </a:lnTo>
                  <a:lnTo>
                    <a:pt x="79499" y="102294"/>
                  </a:lnTo>
                  <a:lnTo>
                    <a:pt x="80129" y="103506"/>
                  </a:lnTo>
                  <a:lnTo>
                    <a:pt x="80769" y="104678"/>
                  </a:lnTo>
                  <a:lnTo>
                    <a:pt x="81399" y="105808"/>
                  </a:lnTo>
                  <a:lnTo>
                    <a:pt x="82038" y="106911"/>
                  </a:lnTo>
                  <a:lnTo>
                    <a:pt x="82669" y="107974"/>
                  </a:lnTo>
                  <a:lnTo>
                    <a:pt x="83279" y="108968"/>
                  </a:lnTo>
                  <a:lnTo>
                    <a:pt x="83890" y="109908"/>
                  </a:lnTo>
                  <a:lnTo>
                    <a:pt x="84472" y="110779"/>
                  </a:lnTo>
                  <a:lnTo>
                    <a:pt x="85044" y="111610"/>
                  </a:lnTo>
                  <a:lnTo>
                    <a:pt x="85596" y="112359"/>
                  </a:lnTo>
                  <a:lnTo>
                    <a:pt x="85868" y="112713"/>
                  </a:lnTo>
                  <a:lnTo>
                    <a:pt x="86129" y="113040"/>
                  </a:lnTo>
                  <a:lnTo>
                    <a:pt x="86381" y="113353"/>
                  </a:lnTo>
                  <a:lnTo>
                    <a:pt x="86614" y="113626"/>
                  </a:lnTo>
                  <a:lnTo>
                    <a:pt x="86856" y="113912"/>
                  </a:lnTo>
                  <a:lnTo>
                    <a:pt x="87089" y="114157"/>
                  </a:lnTo>
                  <a:lnTo>
                    <a:pt x="87312" y="114375"/>
                  </a:lnTo>
                  <a:lnTo>
                    <a:pt x="87515" y="114579"/>
                  </a:lnTo>
                  <a:lnTo>
                    <a:pt x="87729" y="114770"/>
                  </a:lnTo>
                  <a:lnTo>
                    <a:pt x="87913" y="114919"/>
                  </a:lnTo>
                  <a:lnTo>
                    <a:pt x="88107" y="115069"/>
                  </a:lnTo>
                  <a:lnTo>
                    <a:pt x="88281" y="115178"/>
                  </a:lnTo>
                  <a:lnTo>
                    <a:pt x="88562" y="115328"/>
                  </a:lnTo>
                  <a:lnTo>
                    <a:pt x="88853" y="115464"/>
                  </a:lnTo>
                  <a:lnTo>
                    <a:pt x="89154" y="115573"/>
                  </a:lnTo>
                  <a:lnTo>
                    <a:pt x="89464" y="115669"/>
                  </a:lnTo>
                  <a:lnTo>
                    <a:pt x="89764" y="115750"/>
                  </a:lnTo>
                  <a:lnTo>
                    <a:pt x="90065" y="115791"/>
                  </a:lnTo>
                  <a:lnTo>
                    <a:pt x="90385" y="115818"/>
                  </a:lnTo>
                  <a:lnTo>
                    <a:pt x="90705" y="115832"/>
                  </a:lnTo>
                  <a:lnTo>
                    <a:pt x="91054" y="115818"/>
                  </a:lnTo>
                  <a:lnTo>
                    <a:pt x="91403" y="115791"/>
                  </a:lnTo>
                  <a:lnTo>
                    <a:pt x="91761" y="115709"/>
                  </a:lnTo>
                  <a:lnTo>
                    <a:pt x="92110" y="115628"/>
                  </a:lnTo>
                  <a:lnTo>
                    <a:pt x="92459" y="115519"/>
                  </a:lnTo>
                  <a:lnTo>
                    <a:pt x="92808" y="115396"/>
                  </a:lnTo>
                  <a:lnTo>
                    <a:pt x="93167" y="115233"/>
                  </a:lnTo>
                  <a:lnTo>
                    <a:pt x="93506" y="115056"/>
                  </a:lnTo>
                  <a:lnTo>
                    <a:pt x="93855" y="114851"/>
                  </a:lnTo>
                  <a:lnTo>
                    <a:pt x="94204" y="114633"/>
                  </a:lnTo>
                  <a:lnTo>
                    <a:pt x="94534" y="114375"/>
                  </a:lnTo>
                  <a:lnTo>
                    <a:pt x="94873" y="114116"/>
                  </a:lnTo>
                  <a:lnTo>
                    <a:pt x="95203" y="113816"/>
                  </a:lnTo>
                  <a:lnTo>
                    <a:pt x="95532" y="113530"/>
                  </a:lnTo>
                  <a:lnTo>
                    <a:pt x="95852" y="113190"/>
                  </a:lnTo>
                  <a:lnTo>
                    <a:pt x="96162" y="112849"/>
                  </a:lnTo>
                  <a:lnTo>
                    <a:pt x="96482" y="112482"/>
                  </a:lnTo>
                  <a:lnTo>
                    <a:pt x="96783" y="112100"/>
                  </a:lnTo>
                  <a:lnTo>
                    <a:pt x="97083" y="111705"/>
                  </a:lnTo>
                  <a:lnTo>
                    <a:pt x="97374" y="111297"/>
                  </a:lnTo>
                  <a:lnTo>
                    <a:pt x="97665" y="110875"/>
                  </a:lnTo>
                  <a:lnTo>
                    <a:pt x="97936" y="110425"/>
                  </a:lnTo>
                  <a:lnTo>
                    <a:pt x="98208" y="109962"/>
                  </a:lnTo>
                  <a:lnTo>
                    <a:pt x="98469" y="109485"/>
                  </a:lnTo>
                  <a:lnTo>
                    <a:pt x="98722" y="108981"/>
                  </a:lnTo>
                  <a:lnTo>
                    <a:pt x="98954" y="108478"/>
                  </a:lnTo>
                  <a:lnTo>
                    <a:pt x="99197" y="107960"/>
                  </a:lnTo>
                  <a:lnTo>
                    <a:pt x="99419" y="107429"/>
                  </a:lnTo>
                  <a:lnTo>
                    <a:pt x="99623" y="106884"/>
                  </a:lnTo>
                  <a:lnTo>
                    <a:pt x="99836" y="106312"/>
                  </a:lnTo>
                  <a:lnTo>
                    <a:pt x="100021" y="105740"/>
                  </a:lnTo>
                  <a:lnTo>
                    <a:pt x="100205" y="105168"/>
                  </a:lnTo>
                  <a:lnTo>
                    <a:pt x="100408" y="104419"/>
                  </a:lnTo>
                  <a:lnTo>
                    <a:pt x="100602" y="103670"/>
                  </a:lnTo>
                  <a:lnTo>
                    <a:pt x="100757" y="102907"/>
                  </a:lnTo>
                  <a:lnTo>
                    <a:pt x="100893" y="102158"/>
                  </a:lnTo>
                  <a:lnTo>
                    <a:pt x="101019" y="101409"/>
                  </a:lnTo>
                  <a:lnTo>
                    <a:pt x="101116" y="100674"/>
                  </a:lnTo>
                  <a:lnTo>
                    <a:pt x="101184" y="99925"/>
                  </a:lnTo>
                  <a:lnTo>
                    <a:pt x="101242" y="99203"/>
                  </a:lnTo>
                  <a:lnTo>
                    <a:pt x="101281" y="98467"/>
                  </a:lnTo>
                  <a:lnTo>
                    <a:pt x="101290" y="97745"/>
                  </a:lnTo>
                  <a:lnTo>
                    <a:pt x="101281" y="97037"/>
                  </a:lnTo>
                  <a:lnTo>
                    <a:pt x="101252" y="96329"/>
                  </a:lnTo>
                  <a:lnTo>
                    <a:pt x="101203" y="95648"/>
                  </a:lnTo>
                  <a:lnTo>
                    <a:pt x="101135" y="94954"/>
                  </a:lnTo>
                  <a:lnTo>
                    <a:pt x="101048" y="94300"/>
                  </a:lnTo>
                  <a:lnTo>
                    <a:pt x="100932" y="93646"/>
                  </a:lnTo>
                  <a:lnTo>
                    <a:pt x="100806" y="93020"/>
                  </a:lnTo>
                  <a:lnTo>
                    <a:pt x="100660" y="92407"/>
                  </a:lnTo>
                  <a:lnTo>
                    <a:pt x="100505" y="91807"/>
                  </a:lnTo>
                  <a:lnTo>
                    <a:pt x="100321" y="91235"/>
                  </a:lnTo>
                  <a:lnTo>
                    <a:pt x="100117" y="90677"/>
                  </a:lnTo>
                  <a:lnTo>
                    <a:pt x="99894" y="90146"/>
                  </a:lnTo>
                  <a:lnTo>
                    <a:pt x="99662" y="89628"/>
                  </a:lnTo>
                  <a:lnTo>
                    <a:pt x="99410" y="89152"/>
                  </a:lnTo>
                  <a:lnTo>
                    <a:pt x="99138" y="88675"/>
                  </a:lnTo>
                  <a:lnTo>
                    <a:pt x="98848" y="88253"/>
                  </a:lnTo>
                  <a:lnTo>
                    <a:pt x="98537" y="87844"/>
                  </a:lnTo>
                  <a:lnTo>
                    <a:pt x="98217" y="87463"/>
                  </a:lnTo>
                  <a:lnTo>
                    <a:pt x="97868" y="87122"/>
                  </a:lnTo>
                  <a:lnTo>
                    <a:pt x="97519" y="86796"/>
                  </a:lnTo>
                  <a:lnTo>
                    <a:pt x="97141" y="86523"/>
                  </a:lnTo>
                  <a:lnTo>
                    <a:pt x="96754" y="86278"/>
                  </a:lnTo>
                  <a:lnTo>
                    <a:pt x="96531" y="86155"/>
                  </a:lnTo>
                  <a:lnTo>
                    <a:pt x="96298" y="86019"/>
                  </a:lnTo>
                  <a:lnTo>
                    <a:pt x="96046" y="85856"/>
                  </a:lnTo>
                  <a:lnTo>
                    <a:pt x="95784" y="85720"/>
                  </a:lnTo>
                  <a:lnTo>
                    <a:pt x="95513" y="85543"/>
                  </a:lnTo>
                  <a:lnTo>
                    <a:pt x="95222" y="85366"/>
                  </a:lnTo>
                  <a:lnTo>
                    <a:pt x="94922" y="85175"/>
                  </a:lnTo>
                  <a:lnTo>
                    <a:pt x="94602" y="84984"/>
                  </a:lnTo>
                  <a:lnTo>
                    <a:pt x="94107" y="84671"/>
                  </a:lnTo>
                  <a:lnTo>
                    <a:pt x="93574" y="84344"/>
                  </a:lnTo>
                  <a:lnTo>
                    <a:pt x="93022" y="84017"/>
                  </a:lnTo>
                  <a:lnTo>
                    <a:pt x="92440" y="83663"/>
                  </a:lnTo>
                  <a:lnTo>
                    <a:pt x="91849" y="83309"/>
                  </a:lnTo>
                  <a:lnTo>
                    <a:pt x="91228" y="82941"/>
                  </a:lnTo>
                  <a:lnTo>
                    <a:pt x="90588" y="82560"/>
                  </a:lnTo>
                  <a:lnTo>
                    <a:pt x="89929" y="82192"/>
                  </a:lnTo>
                  <a:lnTo>
                    <a:pt x="89600" y="81974"/>
                  </a:lnTo>
                  <a:lnTo>
                    <a:pt x="89270" y="81756"/>
                  </a:lnTo>
                  <a:lnTo>
                    <a:pt x="88960" y="81511"/>
                  </a:lnTo>
                  <a:lnTo>
                    <a:pt x="88669" y="81239"/>
                  </a:lnTo>
                  <a:lnTo>
                    <a:pt x="88398" y="80953"/>
                  </a:lnTo>
                  <a:lnTo>
                    <a:pt x="88146" y="80653"/>
                  </a:lnTo>
                  <a:lnTo>
                    <a:pt x="88020" y="80490"/>
                  </a:lnTo>
                  <a:lnTo>
                    <a:pt x="87903" y="80326"/>
                  </a:lnTo>
                  <a:lnTo>
                    <a:pt x="87787" y="80163"/>
                  </a:lnTo>
                  <a:lnTo>
                    <a:pt x="87680" y="80013"/>
                  </a:lnTo>
                  <a:lnTo>
                    <a:pt x="87583" y="79836"/>
                  </a:lnTo>
                  <a:lnTo>
                    <a:pt x="87486" y="79659"/>
                  </a:lnTo>
                  <a:lnTo>
                    <a:pt x="87389" y="79482"/>
                  </a:lnTo>
                  <a:lnTo>
                    <a:pt x="87312" y="79291"/>
                  </a:lnTo>
                  <a:lnTo>
                    <a:pt x="87225" y="79114"/>
                  </a:lnTo>
                  <a:lnTo>
                    <a:pt x="87137" y="78924"/>
                  </a:lnTo>
                  <a:lnTo>
                    <a:pt x="87070" y="78733"/>
                  </a:lnTo>
                  <a:lnTo>
                    <a:pt x="87002" y="78529"/>
                  </a:lnTo>
                  <a:lnTo>
                    <a:pt x="86944" y="78338"/>
                  </a:lnTo>
                  <a:lnTo>
                    <a:pt x="86876" y="78134"/>
                  </a:lnTo>
                  <a:lnTo>
                    <a:pt x="86827" y="77929"/>
                  </a:lnTo>
                  <a:lnTo>
                    <a:pt x="86788" y="77725"/>
                  </a:lnTo>
                  <a:lnTo>
                    <a:pt x="86740" y="77494"/>
                  </a:lnTo>
                  <a:lnTo>
                    <a:pt x="86701" y="77289"/>
                  </a:lnTo>
                  <a:lnTo>
                    <a:pt x="86672" y="77071"/>
                  </a:lnTo>
                  <a:lnTo>
                    <a:pt x="86653" y="76853"/>
                  </a:lnTo>
                  <a:lnTo>
                    <a:pt x="86614" y="76567"/>
                  </a:lnTo>
                  <a:lnTo>
                    <a:pt x="86595" y="76268"/>
                  </a:lnTo>
                  <a:lnTo>
                    <a:pt x="86595" y="75968"/>
                  </a:lnTo>
                  <a:lnTo>
                    <a:pt x="86595" y="75682"/>
                  </a:lnTo>
                  <a:lnTo>
                    <a:pt x="86604" y="75383"/>
                  </a:lnTo>
                  <a:lnTo>
                    <a:pt x="86624" y="75097"/>
                  </a:lnTo>
                  <a:lnTo>
                    <a:pt x="86662" y="74797"/>
                  </a:lnTo>
                  <a:lnTo>
                    <a:pt x="86691" y="74497"/>
                  </a:lnTo>
                  <a:lnTo>
                    <a:pt x="86740" y="74198"/>
                  </a:lnTo>
                  <a:lnTo>
                    <a:pt x="86798" y="73884"/>
                  </a:lnTo>
                  <a:lnTo>
                    <a:pt x="86856" y="73598"/>
                  </a:lnTo>
                  <a:lnTo>
                    <a:pt x="86934" y="73285"/>
                  </a:lnTo>
                  <a:lnTo>
                    <a:pt x="87011" y="72999"/>
                  </a:lnTo>
                  <a:lnTo>
                    <a:pt x="87108" y="72686"/>
                  </a:lnTo>
                  <a:lnTo>
                    <a:pt x="87205" y="72386"/>
                  </a:lnTo>
                  <a:lnTo>
                    <a:pt x="87312" y="72087"/>
                  </a:lnTo>
                  <a:lnTo>
                    <a:pt x="87428" y="71773"/>
                  </a:lnTo>
                  <a:lnTo>
                    <a:pt x="87545" y="71487"/>
                  </a:lnTo>
                  <a:lnTo>
                    <a:pt x="87680" y="71174"/>
                  </a:lnTo>
                  <a:lnTo>
                    <a:pt x="87816" y="70888"/>
                  </a:lnTo>
                  <a:lnTo>
                    <a:pt x="87981" y="70589"/>
                  </a:lnTo>
                  <a:lnTo>
                    <a:pt x="88136" y="70303"/>
                  </a:lnTo>
                  <a:lnTo>
                    <a:pt x="88301" y="69989"/>
                  </a:lnTo>
                  <a:lnTo>
                    <a:pt x="88465" y="69690"/>
                  </a:lnTo>
                  <a:lnTo>
                    <a:pt x="88650" y="69404"/>
                  </a:lnTo>
                  <a:lnTo>
                    <a:pt x="88834" y="69118"/>
                  </a:lnTo>
                  <a:lnTo>
                    <a:pt x="89037" y="68832"/>
                  </a:lnTo>
                  <a:lnTo>
                    <a:pt x="89241" y="68546"/>
                  </a:lnTo>
                  <a:lnTo>
                    <a:pt x="89454" y="68260"/>
                  </a:lnTo>
                  <a:lnTo>
                    <a:pt x="89667" y="67974"/>
                  </a:lnTo>
                  <a:lnTo>
                    <a:pt x="89900" y="67701"/>
                  </a:lnTo>
                  <a:lnTo>
                    <a:pt x="90133" y="67442"/>
                  </a:lnTo>
                  <a:lnTo>
                    <a:pt x="91122" y="66298"/>
                  </a:lnTo>
                  <a:lnTo>
                    <a:pt x="92130" y="65168"/>
                  </a:lnTo>
                  <a:lnTo>
                    <a:pt x="93148" y="64051"/>
                  </a:lnTo>
                  <a:lnTo>
                    <a:pt x="94156" y="62948"/>
                  </a:lnTo>
                  <a:lnTo>
                    <a:pt x="95193" y="61845"/>
                  </a:lnTo>
                  <a:lnTo>
                    <a:pt x="96230" y="60783"/>
                  </a:lnTo>
                  <a:lnTo>
                    <a:pt x="97277" y="59693"/>
                  </a:lnTo>
                  <a:lnTo>
                    <a:pt x="98334" y="58631"/>
                  </a:lnTo>
                  <a:lnTo>
                    <a:pt x="99400" y="57582"/>
                  </a:lnTo>
                  <a:lnTo>
                    <a:pt x="100466" y="56547"/>
                  </a:lnTo>
                  <a:lnTo>
                    <a:pt x="101542" y="55526"/>
                  </a:lnTo>
                  <a:lnTo>
                    <a:pt x="102618" y="54504"/>
                  </a:lnTo>
                  <a:lnTo>
                    <a:pt x="103714" y="53496"/>
                  </a:lnTo>
                  <a:lnTo>
                    <a:pt x="104819" y="52516"/>
                  </a:lnTo>
                  <a:lnTo>
                    <a:pt x="105914" y="51535"/>
                  </a:lnTo>
                  <a:lnTo>
                    <a:pt x="107019" y="50568"/>
                  </a:lnTo>
                  <a:lnTo>
                    <a:pt x="119999" y="39713"/>
                  </a:lnTo>
                  <a:lnTo>
                    <a:pt x="118545" y="37453"/>
                  </a:lnTo>
                  <a:lnTo>
                    <a:pt x="117043" y="35246"/>
                  </a:lnTo>
                  <a:lnTo>
                    <a:pt x="115502" y="33108"/>
                  </a:lnTo>
                  <a:lnTo>
                    <a:pt x="113921" y="31011"/>
                  </a:lnTo>
                  <a:lnTo>
                    <a:pt x="112312" y="28981"/>
                  </a:lnTo>
                  <a:lnTo>
                    <a:pt x="110664" y="27007"/>
                  </a:lnTo>
                  <a:lnTo>
                    <a:pt x="108968" y="25086"/>
                  </a:lnTo>
                  <a:lnTo>
                    <a:pt x="107242" y="23234"/>
                  </a:lnTo>
                  <a:lnTo>
                    <a:pt x="105488" y="21450"/>
                  </a:lnTo>
                  <a:lnTo>
                    <a:pt x="103685" y="19720"/>
                  </a:lnTo>
                  <a:lnTo>
                    <a:pt x="101862" y="18045"/>
                  </a:lnTo>
                  <a:lnTo>
                    <a:pt x="100001" y="16438"/>
                  </a:lnTo>
                  <a:lnTo>
                    <a:pt x="98111" y="14913"/>
                  </a:lnTo>
                  <a:lnTo>
                    <a:pt x="96182" y="13455"/>
                  </a:lnTo>
                  <a:lnTo>
                    <a:pt x="94243" y="12039"/>
                  </a:lnTo>
                  <a:lnTo>
                    <a:pt x="92256" y="10718"/>
                  </a:lnTo>
                  <a:lnTo>
                    <a:pt x="90249" y="9479"/>
                  </a:lnTo>
                  <a:lnTo>
                    <a:pt x="88204" y="8294"/>
                  </a:lnTo>
                  <a:lnTo>
                    <a:pt x="86149" y="7177"/>
                  </a:lnTo>
                  <a:lnTo>
                    <a:pt x="84055" y="6142"/>
                  </a:lnTo>
                  <a:lnTo>
                    <a:pt x="81941" y="5188"/>
                  </a:lnTo>
                  <a:lnTo>
                    <a:pt x="79799" y="4317"/>
                  </a:lnTo>
                  <a:lnTo>
                    <a:pt x="77647" y="3500"/>
                  </a:lnTo>
                  <a:lnTo>
                    <a:pt x="75456" y="2791"/>
                  </a:lnTo>
                  <a:lnTo>
                    <a:pt x="73256" y="2138"/>
                  </a:lnTo>
                  <a:lnTo>
                    <a:pt x="71026" y="1579"/>
                  </a:lnTo>
                  <a:lnTo>
                    <a:pt x="68777" y="1103"/>
                  </a:lnTo>
                  <a:lnTo>
                    <a:pt x="66509" y="708"/>
                  </a:lnTo>
                  <a:lnTo>
                    <a:pt x="64221" y="394"/>
                  </a:lnTo>
                  <a:lnTo>
                    <a:pt x="61924" y="177"/>
                  </a:lnTo>
                  <a:lnTo>
                    <a:pt x="59607" y="40"/>
                  </a:lnTo>
                  <a:lnTo>
                    <a:pt x="57271" y="0"/>
                  </a:lnTo>
                  <a:lnTo>
                    <a:pt x="55196" y="27"/>
                  </a:lnTo>
                  <a:lnTo>
                    <a:pt x="53141" y="149"/>
                  </a:lnTo>
                  <a:lnTo>
                    <a:pt x="51086" y="313"/>
                  </a:lnTo>
                  <a:lnTo>
                    <a:pt x="49060" y="558"/>
                  </a:lnTo>
                  <a:lnTo>
                    <a:pt x="47044" y="871"/>
                  </a:lnTo>
                  <a:lnTo>
                    <a:pt x="45037" y="1252"/>
                  </a:lnTo>
                  <a:lnTo>
                    <a:pt x="43050" y="1688"/>
                  </a:lnTo>
                  <a:lnTo>
                    <a:pt x="41082" y="2206"/>
                  </a:lnTo>
                  <a:lnTo>
                    <a:pt x="39124" y="2778"/>
                  </a:lnTo>
                  <a:lnTo>
                    <a:pt x="37175" y="3404"/>
                  </a:lnTo>
                  <a:lnTo>
                    <a:pt x="35256" y="4113"/>
                  </a:lnTo>
                  <a:lnTo>
                    <a:pt x="33356" y="4875"/>
                  </a:lnTo>
                  <a:lnTo>
                    <a:pt x="31466" y="5692"/>
                  </a:lnTo>
                  <a:lnTo>
                    <a:pt x="29604" y="6578"/>
                  </a:lnTo>
                  <a:lnTo>
                    <a:pt x="27753" y="7504"/>
                  </a:lnTo>
                  <a:lnTo>
                    <a:pt x="25940" y="8512"/>
                  </a:lnTo>
                  <a:lnTo>
                    <a:pt x="24127" y="9560"/>
                  </a:lnTo>
                  <a:lnTo>
                    <a:pt x="22353" y="10677"/>
                  </a:lnTo>
                  <a:lnTo>
                    <a:pt x="20589" y="11848"/>
                  </a:lnTo>
                  <a:lnTo>
                    <a:pt x="18854" y="13088"/>
                  </a:lnTo>
                  <a:lnTo>
                    <a:pt x="17138" y="14368"/>
                  </a:lnTo>
                  <a:lnTo>
                    <a:pt x="15451" y="15703"/>
                  </a:lnTo>
                  <a:lnTo>
                    <a:pt x="13784" y="17092"/>
                  </a:lnTo>
                  <a:lnTo>
                    <a:pt x="12146" y="18522"/>
                  </a:lnTo>
                  <a:lnTo>
                    <a:pt x="10537" y="20006"/>
                  </a:lnTo>
                  <a:lnTo>
                    <a:pt x="8947" y="21545"/>
                  </a:lnTo>
                  <a:lnTo>
                    <a:pt x="7386" y="23152"/>
                  </a:lnTo>
                  <a:lnTo>
                    <a:pt x="5845" y="24787"/>
                  </a:lnTo>
                  <a:lnTo>
                    <a:pt x="4342" y="26475"/>
                  </a:lnTo>
                  <a:lnTo>
                    <a:pt x="2869" y="28205"/>
                  </a:lnTo>
                  <a:lnTo>
                    <a:pt x="1415" y="29989"/>
                  </a:lnTo>
                  <a:lnTo>
                    <a:pt x="0" y="31814"/>
                  </a:lnTo>
                  <a:lnTo>
                    <a:pt x="8259" y="50936"/>
                  </a:lnTo>
                  <a:lnTo>
                    <a:pt x="8947" y="52475"/>
                  </a:lnTo>
                  <a:lnTo>
                    <a:pt x="9635" y="54000"/>
                  </a:lnTo>
                  <a:lnTo>
                    <a:pt x="10323" y="55526"/>
                  </a:lnTo>
                  <a:lnTo>
                    <a:pt x="11031" y="57037"/>
                  </a:lnTo>
                  <a:lnTo>
                    <a:pt x="11748" y="58535"/>
                  </a:lnTo>
                  <a:lnTo>
                    <a:pt x="12466" y="60034"/>
                  </a:lnTo>
                  <a:lnTo>
                    <a:pt x="13203" y="61504"/>
                  </a:lnTo>
                  <a:lnTo>
                    <a:pt x="13939" y="62975"/>
                  </a:lnTo>
                  <a:lnTo>
                    <a:pt x="14686" y="64446"/>
                  </a:lnTo>
                  <a:lnTo>
                    <a:pt x="15451" y="65890"/>
                  </a:lnTo>
                  <a:lnTo>
                    <a:pt x="16208" y="67334"/>
                  </a:lnTo>
                  <a:lnTo>
                    <a:pt x="16983" y="68750"/>
                  </a:lnTo>
                  <a:lnTo>
                    <a:pt x="17759" y="70180"/>
                  </a:lnTo>
                  <a:lnTo>
                    <a:pt x="18544" y="71569"/>
                  </a:lnTo>
                  <a:lnTo>
                    <a:pt x="19339" y="72972"/>
                  </a:lnTo>
                  <a:lnTo>
                    <a:pt x="20134" y="74347"/>
                  </a:lnTo>
                  <a:close/>
                </a:path>
              </a:pathLst>
            </a:custGeom>
            <a:solidFill>
              <a:schemeClr val="accent1"/>
            </a:solidFill>
            <a:ln>
              <a:noFill/>
            </a:ln>
          </p:spPr>
          <p:txBody>
            <a:bodyPr wrap="square" lIns="91425" tIns="45700" rIns="91425" bIns="45700" anchor="t" anchorCtr="0">
              <a:noAutofit/>
            </a:bodyPr>
            <a:lstStyle/>
            <a:p>
              <a:pPr marL="0" marR="0" lvl="0" indent="0" algn="l" rtl="0">
                <a:spcBef>
                  <a:spcPts val="0"/>
                </a:spcBef>
                <a:buNone/>
              </a:pPr>
              <a:endParaRPr sz="1800">
                <a:solidFill>
                  <a:schemeClr val="dk1"/>
                </a:solidFill>
                <a:latin typeface="Calibri"/>
                <a:ea typeface="Calibri"/>
                <a:cs typeface="Calibri"/>
                <a:sym typeface="Calibri"/>
              </a:endParaRPr>
            </a:p>
          </p:txBody>
        </p:sp>
        <p:sp>
          <p:nvSpPr>
            <p:cNvPr id="12" name="Shape 2712">
              <a:extLst>
                <a:ext uri="{FF2B5EF4-FFF2-40B4-BE49-F238E27FC236}">
                  <a16:creationId xmlns:a16="http://schemas.microsoft.com/office/drawing/2014/main" id="{C0CC56DD-145E-5F5D-D5AC-860ACCB37A2B}"/>
                </a:ext>
              </a:extLst>
            </p:cNvPr>
            <p:cNvSpPr/>
            <p:nvPr/>
          </p:nvSpPr>
          <p:spPr>
            <a:xfrm>
              <a:off x="4711571" y="3531195"/>
              <a:ext cx="2687421" cy="1863471"/>
            </a:xfrm>
            <a:custGeom>
              <a:avLst/>
              <a:gdLst/>
              <a:ahLst/>
              <a:cxnLst/>
              <a:rect l="0" t="0" r="0" b="0"/>
              <a:pathLst>
                <a:path w="120000" h="120000" extrusionOk="0">
                  <a:moveTo>
                    <a:pt x="101302" y="49183"/>
                  </a:moveTo>
                  <a:lnTo>
                    <a:pt x="101007" y="48669"/>
                  </a:lnTo>
                  <a:lnTo>
                    <a:pt x="100701" y="48199"/>
                  </a:lnTo>
                  <a:lnTo>
                    <a:pt x="100395" y="47759"/>
                  </a:lnTo>
                  <a:lnTo>
                    <a:pt x="100079" y="47333"/>
                  </a:lnTo>
                  <a:lnTo>
                    <a:pt x="99774" y="46951"/>
                  </a:lnTo>
                  <a:lnTo>
                    <a:pt x="99468" y="46584"/>
                  </a:lnTo>
                  <a:lnTo>
                    <a:pt x="99152" y="46246"/>
                  </a:lnTo>
                  <a:lnTo>
                    <a:pt x="98846" y="45967"/>
                  </a:lnTo>
                  <a:lnTo>
                    <a:pt x="98520" y="45703"/>
                  </a:lnTo>
                  <a:lnTo>
                    <a:pt x="98215" y="45468"/>
                  </a:lnTo>
                  <a:lnTo>
                    <a:pt x="97909" y="45277"/>
                  </a:lnTo>
                  <a:lnTo>
                    <a:pt x="97603" y="45115"/>
                  </a:lnTo>
                  <a:lnTo>
                    <a:pt x="97450" y="45056"/>
                  </a:lnTo>
                  <a:lnTo>
                    <a:pt x="97287" y="44983"/>
                  </a:lnTo>
                  <a:lnTo>
                    <a:pt x="97145" y="44939"/>
                  </a:lnTo>
                  <a:lnTo>
                    <a:pt x="96992" y="44895"/>
                  </a:lnTo>
                  <a:lnTo>
                    <a:pt x="96839" y="44865"/>
                  </a:lnTo>
                  <a:lnTo>
                    <a:pt x="96696" y="44851"/>
                  </a:lnTo>
                  <a:lnTo>
                    <a:pt x="96554" y="44836"/>
                  </a:lnTo>
                  <a:lnTo>
                    <a:pt x="96411" y="44807"/>
                  </a:lnTo>
                  <a:lnTo>
                    <a:pt x="96258" y="44836"/>
                  </a:lnTo>
                  <a:lnTo>
                    <a:pt x="96105" y="44851"/>
                  </a:lnTo>
                  <a:lnTo>
                    <a:pt x="95963" y="44865"/>
                  </a:lnTo>
                  <a:lnTo>
                    <a:pt x="95820" y="44910"/>
                  </a:lnTo>
                  <a:lnTo>
                    <a:pt x="95688" y="44939"/>
                  </a:lnTo>
                  <a:lnTo>
                    <a:pt x="95555" y="44998"/>
                  </a:lnTo>
                  <a:lnTo>
                    <a:pt x="95423" y="45071"/>
                  </a:lnTo>
                  <a:lnTo>
                    <a:pt x="95301" y="45130"/>
                  </a:lnTo>
                  <a:lnTo>
                    <a:pt x="95178" y="45203"/>
                  </a:lnTo>
                  <a:lnTo>
                    <a:pt x="95076" y="45291"/>
                  </a:lnTo>
                  <a:lnTo>
                    <a:pt x="94964" y="45380"/>
                  </a:lnTo>
                  <a:lnTo>
                    <a:pt x="94852" y="45482"/>
                  </a:lnTo>
                  <a:lnTo>
                    <a:pt x="94638" y="45703"/>
                  </a:lnTo>
                  <a:lnTo>
                    <a:pt x="94455" y="45938"/>
                  </a:lnTo>
                  <a:lnTo>
                    <a:pt x="94292" y="46187"/>
                  </a:lnTo>
                  <a:lnTo>
                    <a:pt x="94129" y="46452"/>
                  </a:lnTo>
                  <a:lnTo>
                    <a:pt x="93986" y="46731"/>
                  </a:lnTo>
                  <a:lnTo>
                    <a:pt x="93854" y="47010"/>
                  </a:lnTo>
                  <a:lnTo>
                    <a:pt x="93731" y="47318"/>
                  </a:lnTo>
                  <a:lnTo>
                    <a:pt x="93619" y="47612"/>
                  </a:lnTo>
                  <a:lnTo>
                    <a:pt x="93517" y="47920"/>
                  </a:lnTo>
                  <a:lnTo>
                    <a:pt x="93436" y="48199"/>
                  </a:lnTo>
                  <a:lnTo>
                    <a:pt x="93151" y="49213"/>
                  </a:lnTo>
                  <a:lnTo>
                    <a:pt x="92865" y="50197"/>
                  </a:lnTo>
                  <a:lnTo>
                    <a:pt x="92580" y="51151"/>
                  </a:lnTo>
                  <a:lnTo>
                    <a:pt x="92305" y="52076"/>
                  </a:lnTo>
                  <a:lnTo>
                    <a:pt x="92040" y="52972"/>
                  </a:lnTo>
                  <a:lnTo>
                    <a:pt x="91775" y="53824"/>
                  </a:lnTo>
                  <a:lnTo>
                    <a:pt x="91530" y="54632"/>
                  </a:lnTo>
                  <a:lnTo>
                    <a:pt x="91296" y="55410"/>
                  </a:lnTo>
                  <a:lnTo>
                    <a:pt x="91153" y="55865"/>
                  </a:lnTo>
                  <a:lnTo>
                    <a:pt x="91021" y="56306"/>
                  </a:lnTo>
                  <a:lnTo>
                    <a:pt x="90899" y="56732"/>
                  </a:lnTo>
                  <a:lnTo>
                    <a:pt x="90776" y="57143"/>
                  </a:lnTo>
                  <a:lnTo>
                    <a:pt x="90664" y="57510"/>
                  </a:lnTo>
                  <a:lnTo>
                    <a:pt x="90552" y="57863"/>
                  </a:lnTo>
                  <a:lnTo>
                    <a:pt x="90450" y="58215"/>
                  </a:lnTo>
                  <a:lnTo>
                    <a:pt x="90369" y="58509"/>
                  </a:lnTo>
                  <a:lnTo>
                    <a:pt x="90216" y="59008"/>
                  </a:lnTo>
                  <a:lnTo>
                    <a:pt x="90063" y="59478"/>
                  </a:lnTo>
                  <a:lnTo>
                    <a:pt x="89880" y="59933"/>
                  </a:lnTo>
                  <a:lnTo>
                    <a:pt x="89686" y="60389"/>
                  </a:lnTo>
                  <a:lnTo>
                    <a:pt x="89482" y="60844"/>
                  </a:lnTo>
                  <a:lnTo>
                    <a:pt x="89268" y="61255"/>
                  </a:lnTo>
                  <a:lnTo>
                    <a:pt x="89044" y="61681"/>
                  </a:lnTo>
                  <a:lnTo>
                    <a:pt x="88810" y="62078"/>
                  </a:lnTo>
                  <a:lnTo>
                    <a:pt x="88555" y="62445"/>
                  </a:lnTo>
                  <a:lnTo>
                    <a:pt x="88290" y="62827"/>
                  </a:lnTo>
                  <a:lnTo>
                    <a:pt x="88015" y="63179"/>
                  </a:lnTo>
                  <a:lnTo>
                    <a:pt x="87730" y="63532"/>
                  </a:lnTo>
                  <a:lnTo>
                    <a:pt x="87434" y="63855"/>
                  </a:lnTo>
                  <a:lnTo>
                    <a:pt x="87118" y="64178"/>
                  </a:lnTo>
                  <a:lnTo>
                    <a:pt x="86803" y="64471"/>
                  </a:lnTo>
                  <a:lnTo>
                    <a:pt x="86477" y="64765"/>
                  </a:lnTo>
                  <a:lnTo>
                    <a:pt x="86130" y="65029"/>
                  </a:lnTo>
                  <a:lnTo>
                    <a:pt x="85794" y="65279"/>
                  </a:lnTo>
                  <a:lnTo>
                    <a:pt x="85427" y="65514"/>
                  </a:lnTo>
                  <a:lnTo>
                    <a:pt x="85070" y="65734"/>
                  </a:lnTo>
                  <a:lnTo>
                    <a:pt x="84693" y="65925"/>
                  </a:lnTo>
                  <a:lnTo>
                    <a:pt x="84306" y="66116"/>
                  </a:lnTo>
                  <a:lnTo>
                    <a:pt x="83909" y="66292"/>
                  </a:lnTo>
                  <a:lnTo>
                    <a:pt x="83522" y="66454"/>
                  </a:lnTo>
                  <a:lnTo>
                    <a:pt x="83114" y="66601"/>
                  </a:lnTo>
                  <a:lnTo>
                    <a:pt x="82706" y="66704"/>
                  </a:lnTo>
                  <a:lnTo>
                    <a:pt x="82279" y="66821"/>
                  </a:lnTo>
                  <a:lnTo>
                    <a:pt x="81861" y="66895"/>
                  </a:lnTo>
                  <a:lnTo>
                    <a:pt x="81423" y="66953"/>
                  </a:lnTo>
                  <a:lnTo>
                    <a:pt x="80974" y="67012"/>
                  </a:lnTo>
                  <a:lnTo>
                    <a:pt x="80536" y="67041"/>
                  </a:lnTo>
                  <a:lnTo>
                    <a:pt x="80088" y="67041"/>
                  </a:lnTo>
                  <a:lnTo>
                    <a:pt x="79690" y="67041"/>
                  </a:lnTo>
                  <a:lnTo>
                    <a:pt x="79293" y="67027"/>
                  </a:lnTo>
                  <a:lnTo>
                    <a:pt x="78896" y="66968"/>
                  </a:lnTo>
                  <a:lnTo>
                    <a:pt x="78508" y="66924"/>
                  </a:lnTo>
                  <a:lnTo>
                    <a:pt x="78101" y="66865"/>
                  </a:lnTo>
                  <a:lnTo>
                    <a:pt x="77703" y="66792"/>
                  </a:lnTo>
                  <a:lnTo>
                    <a:pt x="77306" y="66689"/>
                  </a:lnTo>
                  <a:lnTo>
                    <a:pt x="76909" y="66586"/>
                  </a:lnTo>
                  <a:lnTo>
                    <a:pt x="76501" y="66454"/>
                  </a:lnTo>
                  <a:lnTo>
                    <a:pt x="76104" y="66307"/>
                  </a:lnTo>
                  <a:lnTo>
                    <a:pt x="75717" y="66175"/>
                  </a:lnTo>
                  <a:lnTo>
                    <a:pt x="75319" y="65999"/>
                  </a:lnTo>
                  <a:lnTo>
                    <a:pt x="74932" y="65823"/>
                  </a:lnTo>
                  <a:lnTo>
                    <a:pt x="74535" y="65632"/>
                  </a:lnTo>
                  <a:lnTo>
                    <a:pt x="74147" y="65426"/>
                  </a:lnTo>
                  <a:lnTo>
                    <a:pt x="73770" y="65206"/>
                  </a:lnTo>
                  <a:lnTo>
                    <a:pt x="73128" y="64809"/>
                  </a:lnTo>
                  <a:lnTo>
                    <a:pt x="72507" y="64369"/>
                  </a:lnTo>
                  <a:lnTo>
                    <a:pt x="71896" y="63913"/>
                  </a:lnTo>
                  <a:lnTo>
                    <a:pt x="71315" y="63414"/>
                  </a:lnTo>
                  <a:lnTo>
                    <a:pt x="70754" y="62915"/>
                  </a:lnTo>
                  <a:lnTo>
                    <a:pt x="70214" y="62357"/>
                  </a:lnTo>
                  <a:lnTo>
                    <a:pt x="69695" y="61784"/>
                  </a:lnTo>
                  <a:lnTo>
                    <a:pt x="69206" y="61196"/>
                  </a:lnTo>
                  <a:lnTo>
                    <a:pt x="68716" y="60580"/>
                  </a:lnTo>
                  <a:lnTo>
                    <a:pt x="68268" y="59948"/>
                  </a:lnTo>
                  <a:lnTo>
                    <a:pt x="67840" y="59302"/>
                  </a:lnTo>
                  <a:lnTo>
                    <a:pt x="67443" y="58641"/>
                  </a:lnTo>
                  <a:lnTo>
                    <a:pt x="67066" y="57936"/>
                  </a:lnTo>
                  <a:lnTo>
                    <a:pt x="66709" y="57246"/>
                  </a:lnTo>
                  <a:lnTo>
                    <a:pt x="66383" y="56541"/>
                  </a:lnTo>
                  <a:lnTo>
                    <a:pt x="66067" y="55807"/>
                  </a:lnTo>
                  <a:lnTo>
                    <a:pt x="65792" y="55058"/>
                  </a:lnTo>
                  <a:lnTo>
                    <a:pt x="65558" y="54323"/>
                  </a:lnTo>
                  <a:lnTo>
                    <a:pt x="65323" y="53560"/>
                  </a:lnTo>
                  <a:lnTo>
                    <a:pt x="65140" y="52796"/>
                  </a:lnTo>
                  <a:lnTo>
                    <a:pt x="64977" y="52047"/>
                  </a:lnTo>
                  <a:lnTo>
                    <a:pt x="64845" y="51269"/>
                  </a:lnTo>
                  <a:lnTo>
                    <a:pt x="64732" y="50490"/>
                  </a:lnTo>
                  <a:lnTo>
                    <a:pt x="64661" y="49712"/>
                  </a:lnTo>
                  <a:lnTo>
                    <a:pt x="64620" y="48948"/>
                  </a:lnTo>
                  <a:lnTo>
                    <a:pt x="64610" y="48170"/>
                  </a:lnTo>
                  <a:lnTo>
                    <a:pt x="64631" y="47391"/>
                  </a:lnTo>
                  <a:lnTo>
                    <a:pt x="64692" y="46628"/>
                  </a:lnTo>
                  <a:lnTo>
                    <a:pt x="64773" y="45879"/>
                  </a:lnTo>
                  <a:lnTo>
                    <a:pt x="64895" y="45115"/>
                  </a:lnTo>
                  <a:lnTo>
                    <a:pt x="65048" y="44366"/>
                  </a:lnTo>
                  <a:lnTo>
                    <a:pt x="65232" y="43647"/>
                  </a:lnTo>
                  <a:lnTo>
                    <a:pt x="65354" y="43265"/>
                  </a:lnTo>
                  <a:lnTo>
                    <a:pt x="65497" y="42868"/>
                  </a:lnTo>
                  <a:lnTo>
                    <a:pt x="65649" y="42472"/>
                  </a:lnTo>
                  <a:lnTo>
                    <a:pt x="65843" y="42060"/>
                  </a:lnTo>
                  <a:lnTo>
                    <a:pt x="66037" y="41635"/>
                  </a:lnTo>
                  <a:lnTo>
                    <a:pt x="66261" y="41209"/>
                  </a:lnTo>
                  <a:lnTo>
                    <a:pt x="66505" y="40768"/>
                  </a:lnTo>
                  <a:lnTo>
                    <a:pt x="66750" y="40298"/>
                  </a:lnTo>
                  <a:lnTo>
                    <a:pt x="67025" y="39843"/>
                  </a:lnTo>
                  <a:lnTo>
                    <a:pt x="67310" y="39388"/>
                  </a:lnTo>
                  <a:lnTo>
                    <a:pt x="67606" y="38918"/>
                  </a:lnTo>
                  <a:lnTo>
                    <a:pt x="67932" y="38433"/>
                  </a:lnTo>
                  <a:lnTo>
                    <a:pt x="68248" y="37963"/>
                  </a:lnTo>
                  <a:lnTo>
                    <a:pt x="68594" y="37493"/>
                  </a:lnTo>
                  <a:lnTo>
                    <a:pt x="68941" y="36994"/>
                  </a:lnTo>
                  <a:lnTo>
                    <a:pt x="69297" y="36509"/>
                  </a:lnTo>
                  <a:lnTo>
                    <a:pt x="70031" y="35540"/>
                  </a:lnTo>
                  <a:lnTo>
                    <a:pt x="70795" y="34585"/>
                  </a:lnTo>
                  <a:lnTo>
                    <a:pt x="71580" y="33616"/>
                  </a:lnTo>
                  <a:lnTo>
                    <a:pt x="72374" y="32676"/>
                  </a:lnTo>
                  <a:lnTo>
                    <a:pt x="73169" y="31751"/>
                  </a:lnTo>
                  <a:lnTo>
                    <a:pt x="73964" y="30855"/>
                  </a:lnTo>
                  <a:lnTo>
                    <a:pt x="74759" y="30003"/>
                  </a:lnTo>
                  <a:lnTo>
                    <a:pt x="75523" y="29195"/>
                  </a:lnTo>
                  <a:lnTo>
                    <a:pt x="75920" y="28770"/>
                  </a:lnTo>
                  <a:lnTo>
                    <a:pt x="76297" y="28314"/>
                  </a:lnTo>
                  <a:lnTo>
                    <a:pt x="76471" y="28094"/>
                  </a:lnTo>
                  <a:lnTo>
                    <a:pt x="76644" y="27859"/>
                  </a:lnTo>
                  <a:lnTo>
                    <a:pt x="76817" y="27624"/>
                  </a:lnTo>
                  <a:lnTo>
                    <a:pt x="76980" y="27374"/>
                  </a:lnTo>
                  <a:lnTo>
                    <a:pt x="77133" y="27125"/>
                  </a:lnTo>
                  <a:lnTo>
                    <a:pt x="77286" y="26890"/>
                  </a:lnTo>
                  <a:lnTo>
                    <a:pt x="77428" y="26640"/>
                  </a:lnTo>
                  <a:lnTo>
                    <a:pt x="77571" y="26390"/>
                  </a:lnTo>
                  <a:lnTo>
                    <a:pt x="77703" y="26126"/>
                  </a:lnTo>
                  <a:lnTo>
                    <a:pt x="77836" y="25876"/>
                  </a:lnTo>
                  <a:lnTo>
                    <a:pt x="77958" y="25627"/>
                  </a:lnTo>
                  <a:lnTo>
                    <a:pt x="78060" y="25377"/>
                  </a:lnTo>
                  <a:lnTo>
                    <a:pt x="78172" y="25098"/>
                  </a:lnTo>
                  <a:lnTo>
                    <a:pt x="78274" y="24834"/>
                  </a:lnTo>
                  <a:lnTo>
                    <a:pt x="78376" y="24584"/>
                  </a:lnTo>
                  <a:lnTo>
                    <a:pt x="78458" y="24305"/>
                  </a:lnTo>
                  <a:lnTo>
                    <a:pt x="78549" y="24041"/>
                  </a:lnTo>
                  <a:lnTo>
                    <a:pt x="78610" y="23776"/>
                  </a:lnTo>
                  <a:lnTo>
                    <a:pt x="78692" y="23512"/>
                  </a:lnTo>
                  <a:lnTo>
                    <a:pt x="78743" y="23233"/>
                  </a:lnTo>
                  <a:lnTo>
                    <a:pt x="78814" y="22969"/>
                  </a:lnTo>
                  <a:lnTo>
                    <a:pt x="78855" y="22704"/>
                  </a:lnTo>
                  <a:lnTo>
                    <a:pt x="78896" y="22410"/>
                  </a:lnTo>
                  <a:lnTo>
                    <a:pt x="78936" y="22146"/>
                  </a:lnTo>
                  <a:lnTo>
                    <a:pt x="78967" y="21882"/>
                  </a:lnTo>
                  <a:lnTo>
                    <a:pt x="78987" y="21603"/>
                  </a:lnTo>
                  <a:lnTo>
                    <a:pt x="78998" y="21324"/>
                  </a:lnTo>
                  <a:lnTo>
                    <a:pt x="79008" y="21059"/>
                  </a:lnTo>
                  <a:lnTo>
                    <a:pt x="79008" y="20810"/>
                  </a:lnTo>
                  <a:lnTo>
                    <a:pt x="78998" y="20575"/>
                  </a:lnTo>
                  <a:lnTo>
                    <a:pt x="78987" y="20340"/>
                  </a:lnTo>
                  <a:lnTo>
                    <a:pt x="78977" y="20090"/>
                  </a:lnTo>
                  <a:lnTo>
                    <a:pt x="78926" y="19620"/>
                  </a:lnTo>
                  <a:lnTo>
                    <a:pt x="78855" y="19150"/>
                  </a:lnTo>
                  <a:lnTo>
                    <a:pt x="78753" y="18695"/>
                  </a:lnTo>
                  <a:lnTo>
                    <a:pt x="78651" y="18240"/>
                  </a:lnTo>
                  <a:lnTo>
                    <a:pt x="78519" y="17784"/>
                  </a:lnTo>
                  <a:lnTo>
                    <a:pt x="78366" y="17329"/>
                  </a:lnTo>
                  <a:lnTo>
                    <a:pt x="78172" y="16888"/>
                  </a:lnTo>
                  <a:lnTo>
                    <a:pt x="77979" y="16463"/>
                  </a:lnTo>
                  <a:lnTo>
                    <a:pt x="77754" y="16037"/>
                  </a:lnTo>
                  <a:lnTo>
                    <a:pt x="77530" y="15625"/>
                  </a:lnTo>
                  <a:lnTo>
                    <a:pt x="77265" y="15229"/>
                  </a:lnTo>
                  <a:lnTo>
                    <a:pt x="76980" y="14832"/>
                  </a:lnTo>
                  <a:lnTo>
                    <a:pt x="76685" y="14436"/>
                  </a:lnTo>
                  <a:lnTo>
                    <a:pt x="76359" y="14054"/>
                  </a:lnTo>
                  <a:lnTo>
                    <a:pt x="75523" y="13129"/>
                  </a:lnTo>
                  <a:lnTo>
                    <a:pt x="74677" y="12189"/>
                  </a:lnTo>
                  <a:lnTo>
                    <a:pt x="73832" y="11278"/>
                  </a:lnTo>
                  <a:lnTo>
                    <a:pt x="72976" y="10353"/>
                  </a:lnTo>
                  <a:lnTo>
                    <a:pt x="72120" y="9457"/>
                  </a:lnTo>
                  <a:lnTo>
                    <a:pt x="71254" y="8561"/>
                  </a:lnTo>
                  <a:lnTo>
                    <a:pt x="70377" y="7666"/>
                  </a:lnTo>
                  <a:lnTo>
                    <a:pt x="69511" y="6784"/>
                  </a:lnTo>
                  <a:lnTo>
                    <a:pt x="68635" y="5903"/>
                  </a:lnTo>
                  <a:lnTo>
                    <a:pt x="67738" y="5022"/>
                  </a:lnTo>
                  <a:lnTo>
                    <a:pt x="66862" y="4170"/>
                  </a:lnTo>
                  <a:lnTo>
                    <a:pt x="65976" y="3319"/>
                  </a:lnTo>
                  <a:lnTo>
                    <a:pt x="65069" y="2481"/>
                  </a:lnTo>
                  <a:lnTo>
                    <a:pt x="64172" y="1644"/>
                  </a:lnTo>
                  <a:lnTo>
                    <a:pt x="63265" y="822"/>
                  </a:lnTo>
                  <a:lnTo>
                    <a:pt x="62369" y="0"/>
                  </a:lnTo>
                  <a:lnTo>
                    <a:pt x="61788" y="1321"/>
                  </a:lnTo>
                  <a:lnTo>
                    <a:pt x="61217" y="2643"/>
                  </a:lnTo>
                  <a:lnTo>
                    <a:pt x="60616" y="3950"/>
                  </a:lnTo>
                  <a:lnTo>
                    <a:pt x="60025" y="5257"/>
                  </a:lnTo>
                  <a:lnTo>
                    <a:pt x="59424" y="6564"/>
                  </a:lnTo>
                  <a:lnTo>
                    <a:pt x="58812" y="7842"/>
                  </a:lnTo>
                  <a:lnTo>
                    <a:pt x="58211" y="9149"/>
                  </a:lnTo>
                  <a:lnTo>
                    <a:pt x="57600" y="10427"/>
                  </a:lnTo>
                  <a:lnTo>
                    <a:pt x="56968" y="11704"/>
                  </a:lnTo>
                  <a:lnTo>
                    <a:pt x="56347" y="12967"/>
                  </a:lnTo>
                  <a:lnTo>
                    <a:pt x="55705" y="14216"/>
                  </a:lnTo>
                  <a:lnTo>
                    <a:pt x="55063" y="15479"/>
                  </a:lnTo>
                  <a:lnTo>
                    <a:pt x="54421" y="16712"/>
                  </a:lnTo>
                  <a:lnTo>
                    <a:pt x="53769" y="17975"/>
                  </a:lnTo>
                  <a:lnTo>
                    <a:pt x="53127" y="19180"/>
                  </a:lnTo>
                  <a:lnTo>
                    <a:pt x="52464" y="20398"/>
                  </a:lnTo>
                  <a:lnTo>
                    <a:pt x="52301" y="20707"/>
                  </a:lnTo>
                  <a:lnTo>
                    <a:pt x="52128" y="20986"/>
                  </a:lnTo>
                  <a:lnTo>
                    <a:pt x="51965" y="21265"/>
                  </a:lnTo>
                  <a:lnTo>
                    <a:pt x="51792" y="21529"/>
                  </a:lnTo>
                  <a:lnTo>
                    <a:pt x="51629" y="21779"/>
                  </a:lnTo>
                  <a:lnTo>
                    <a:pt x="51456" y="22029"/>
                  </a:lnTo>
                  <a:lnTo>
                    <a:pt x="51272" y="22278"/>
                  </a:lnTo>
                  <a:lnTo>
                    <a:pt x="51089" y="22513"/>
                  </a:lnTo>
                  <a:lnTo>
                    <a:pt x="50916" y="22734"/>
                  </a:lnTo>
                  <a:lnTo>
                    <a:pt x="50722" y="22939"/>
                  </a:lnTo>
                  <a:lnTo>
                    <a:pt x="50539" y="23145"/>
                  </a:lnTo>
                  <a:lnTo>
                    <a:pt x="50355" y="23350"/>
                  </a:lnTo>
                  <a:lnTo>
                    <a:pt x="50162" y="23527"/>
                  </a:lnTo>
                  <a:lnTo>
                    <a:pt x="49968" y="23688"/>
                  </a:lnTo>
                  <a:lnTo>
                    <a:pt x="49785" y="23864"/>
                  </a:lnTo>
                  <a:lnTo>
                    <a:pt x="49581" y="24026"/>
                  </a:lnTo>
                  <a:lnTo>
                    <a:pt x="49387" y="24173"/>
                  </a:lnTo>
                  <a:lnTo>
                    <a:pt x="49184" y="24305"/>
                  </a:lnTo>
                  <a:lnTo>
                    <a:pt x="48980" y="24437"/>
                  </a:lnTo>
                  <a:lnTo>
                    <a:pt x="48776" y="24569"/>
                  </a:lnTo>
                  <a:lnTo>
                    <a:pt x="48572" y="24672"/>
                  </a:lnTo>
                  <a:lnTo>
                    <a:pt x="48358" y="24775"/>
                  </a:lnTo>
                  <a:lnTo>
                    <a:pt x="48154" y="24863"/>
                  </a:lnTo>
                  <a:lnTo>
                    <a:pt x="47940" y="24951"/>
                  </a:lnTo>
                  <a:lnTo>
                    <a:pt x="47737" y="25025"/>
                  </a:lnTo>
                  <a:lnTo>
                    <a:pt x="47523" y="25083"/>
                  </a:lnTo>
                  <a:lnTo>
                    <a:pt x="47309" y="25127"/>
                  </a:lnTo>
                  <a:lnTo>
                    <a:pt x="47095" y="25186"/>
                  </a:lnTo>
                  <a:lnTo>
                    <a:pt x="46881" y="25216"/>
                  </a:lnTo>
                  <a:lnTo>
                    <a:pt x="46657" y="25245"/>
                  </a:lnTo>
                  <a:lnTo>
                    <a:pt x="46443" y="25260"/>
                  </a:lnTo>
                  <a:lnTo>
                    <a:pt x="46218" y="25260"/>
                  </a:lnTo>
                  <a:lnTo>
                    <a:pt x="45903" y="25245"/>
                  </a:lnTo>
                  <a:lnTo>
                    <a:pt x="45597" y="25216"/>
                  </a:lnTo>
                  <a:lnTo>
                    <a:pt x="45271" y="25171"/>
                  </a:lnTo>
                  <a:lnTo>
                    <a:pt x="44965" y="25098"/>
                  </a:lnTo>
                  <a:lnTo>
                    <a:pt x="44659" y="25010"/>
                  </a:lnTo>
                  <a:lnTo>
                    <a:pt x="44354" y="24892"/>
                  </a:lnTo>
                  <a:lnTo>
                    <a:pt x="44038" y="24775"/>
                  </a:lnTo>
                  <a:lnTo>
                    <a:pt x="43732" y="24613"/>
                  </a:lnTo>
                  <a:lnTo>
                    <a:pt x="43406" y="24422"/>
                  </a:lnTo>
                  <a:lnTo>
                    <a:pt x="43070" y="24217"/>
                  </a:lnTo>
                  <a:lnTo>
                    <a:pt x="42744" y="23997"/>
                  </a:lnTo>
                  <a:lnTo>
                    <a:pt x="42418" y="23747"/>
                  </a:lnTo>
                  <a:lnTo>
                    <a:pt x="42092" y="23468"/>
                  </a:lnTo>
                  <a:lnTo>
                    <a:pt x="41786" y="23174"/>
                  </a:lnTo>
                  <a:lnTo>
                    <a:pt x="41470" y="22851"/>
                  </a:lnTo>
                  <a:lnTo>
                    <a:pt x="41164" y="22528"/>
                  </a:lnTo>
                  <a:lnTo>
                    <a:pt x="40869" y="22175"/>
                  </a:lnTo>
                  <a:lnTo>
                    <a:pt x="40563" y="21794"/>
                  </a:lnTo>
                  <a:lnTo>
                    <a:pt x="40278" y="21397"/>
                  </a:lnTo>
                  <a:lnTo>
                    <a:pt x="39993" y="20971"/>
                  </a:lnTo>
                  <a:lnTo>
                    <a:pt x="39718" y="20545"/>
                  </a:lnTo>
                  <a:lnTo>
                    <a:pt x="39442" y="20090"/>
                  </a:lnTo>
                  <a:lnTo>
                    <a:pt x="39188" y="19620"/>
                  </a:lnTo>
                  <a:lnTo>
                    <a:pt x="38923" y="19121"/>
                  </a:lnTo>
                  <a:lnTo>
                    <a:pt x="38261" y="17814"/>
                  </a:lnTo>
                  <a:lnTo>
                    <a:pt x="37588" y="16551"/>
                  </a:lnTo>
                  <a:lnTo>
                    <a:pt x="36916" y="15332"/>
                  </a:lnTo>
                  <a:lnTo>
                    <a:pt x="36263" y="14142"/>
                  </a:lnTo>
                  <a:lnTo>
                    <a:pt x="35601" y="13011"/>
                  </a:lnTo>
                  <a:lnTo>
                    <a:pt x="34949" y="11939"/>
                  </a:lnTo>
                  <a:lnTo>
                    <a:pt x="34317" y="10911"/>
                  </a:lnTo>
                  <a:lnTo>
                    <a:pt x="33696" y="9971"/>
                  </a:lnTo>
                  <a:lnTo>
                    <a:pt x="33105" y="9090"/>
                  </a:lnTo>
                  <a:lnTo>
                    <a:pt x="32524" y="8268"/>
                  </a:lnTo>
                  <a:lnTo>
                    <a:pt x="32249" y="7901"/>
                  </a:lnTo>
                  <a:lnTo>
                    <a:pt x="31974" y="7548"/>
                  </a:lnTo>
                  <a:lnTo>
                    <a:pt x="31709" y="7210"/>
                  </a:lnTo>
                  <a:lnTo>
                    <a:pt x="31444" y="6902"/>
                  </a:lnTo>
                  <a:lnTo>
                    <a:pt x="31199" y="6608"/>
                  </a:lnTo>
                  <a:lnTo>
                    <a:pt x="30965" y="6344"/>
                  </a:lnTo>
                  <a:lnTo>
                    <a:pt x="30731" y="6109"/>
                  </a:lnTo>
                  <a:lnTo>
                    <a:pt x="30496" y="5889"/>
                  </a:lnTo>
                  <a:lnTo>
                    <a:pt x="30292" y="5683"/>
                  </a:lnTo>
                  <a:lnTo>
                    <a:pt x="30078" y="5507"/>
                  </a:lnTo>
                  <a:lnTo>
                    <a:pt x="29895" y="5360"/>
                  </a:lnTo>
                  <a:lnTo>
                    <a:pt x="29712" y="5228"/>
                  </a:lnTo>
                  <a:lnTo>
                    <a:pt x="29396" y="5081"/>
                  </a:lnTo>
                  <a:lnTo>
                    <a:pt x="29100" y="4934"/>
                  </a:lnTo>
                  <a:lnTo>
                    <a:pt x="28784" y="4802"/>
                  </a:lnTo>
                  <a:lnTo>
                    <a:pt x="28469" y="4714"/>
                  </a:lnTo>
                  <a:lnTo>
                    <a:pt x="28142" y="4640"/>
                  </a:lnTo>
                  <a:lnTo>
                    <a:pt x="27827" y="4567"/>
                  </a:lnTo>
                  <a:lnTo>
                    <a:pt x="27501" y="4538"/>
                  </a:lnTo>
                  <a:lnTo>
                    <a:pt x="27164" y="4538"/>
                  </a:lnTo>
                  <a:lnTo>
                    <a:pt x="26797" y="4552"/>
                  </a:lnTo>
                  <a:lnTo>
                    <a:pt x="26431" y="4582"/>
                  </a:lnTo>
                  <a:lnTo>
                    <a:pt x="26054" y="4655"/>
                  </a:lnTo>
                  <a:lnTo>
                    <a:pt x="25687" y="4743"/>
                  </a:lnTo>
                  <a:lnTo>
                    <a:pt x="25320" y="4875"/>
                  </a:lnTo>
                  <a:lnTo>
                    <a:pt x="24943" y="5007"/>
                  </a:lnTo>
                  <a:lnTo>
                    <a:pt x="24586" y="5184"/>
                  </a:lnTo>
                  <a:lnTo>
                    <a:pt x="24220" y="5375"/>
                  </a:lnTo>
                  <a:lnTo>
                    <a:pt x="23863" y="5595"/>
                  </a:lnTo>
                  <a:lnTo>
                    <a:pt x="23496" y="5830"/>
                  </a:lnTo>
                  <a:lnTo>
                    <a:pt x="23140" y="6109"/>
                  </a:lnTo>
                  <a:lnTo>
                    <a:pt x="22793" y="6388"/>
                  </a:lnTo>
                  <a:lnTo>
                    <a:pt x="22436" y="6696"/>
                  </a:lnTo>
                  <a:lnTo>
                    <a:pt x="22100" y="7019"/>
                  </a:lnTo>
                  <a:lnTo>
                    <a:pt x="21764" y="7372"/>
                  </a:lnTo>
                  <a:lnTo>
                    <a:pt x="21428" y="7754"/>
                  </a:lnTo>
                  <a:lnTo>
                    <a:pt x="21102" y="8136"/>
                  </a:lnTo>
                  <a:lnTo>
                    <a:pt x="20776" y="8547"/>
                  </a:lnTo>
                  <a:lnTo>
                    <a:pt x="20460" y="8973"/>
                  </a:lnTo>
                  <a:lnTo>
                    <a:pt x="20154" y="9428"/>
                  </a:lnTo>
                  <a:lnTo>
                    <a:pt x="19859" y="9883"/>
                  </a:lnTo>
                  <a:lnTo>
                    <a:pt x="19563" y="10383"/>
                  </a:lnTo>
                  <a:lnTo>
                    <a:pt x="19278" y="10867"/>
                  </a:lnTo>
                  <a:lnTo>
                    <a:pt x="19013" y="11381"/>
                  </a:lnTo>
                  <a:lnTo>
                    <a:pt x="18738" y="11910"/>
                  </a:lnTo>
                  <a:lnTo>
                    <a:pt x="18483" y="12468"/>
                  </a:lnTo>
                  <a:lnTo>
                    <a:pt x="18238" y="13011"/>
                  </a:lnTo>
                  <a:lnTo>
                    <a:pt x="18014" y="13599"/>
                  </a:lnTo>
                  <a:lnTo>
                    <a:pt x="17780" y="14186"/>
                  </a:lnTo>
                  <a:lnTo>
                    <a:pt x="17566" y="14788"/>
                  </a:lnTo>
                  <a:lnTo>
                    <a:pt x="17372" y="15405"/>
                  </a:lnTo>
                  <a:lnTo>
                    <a:pt x="17189" y="16037"/>
                  </a:lnTo>
                  <a:lnTo>
                    <a:pt x="16965" y="16844"/>
                  </a:lnTo>
                  <a:lnTo>
                    <a:pt x="16771" y="17652"/>
                  </a:lnTo>
                  <a:lnTo>
                    <a:pt x="16608" y="18460"/>
                  </a:lnTo>
                  <a:lnTo>
                    <a:pt x="16445" y="19268"/>
                  </a:lnTo>
                  <a:lnTo>
                    <a:pt x="16333" y="20075"/>
                  </a:lnTo>
                  <a:lnTo>
                    <a:pt x="16231" y="20883"/>
                  </a:lnTo>
                  <a:lnTo>
                    <a:pt x="16150" y="21676"/>
                  </a:lnTo>
                  <a:lnTo>
                    <a:pt x="16088" y="22455"/>
                  </a:lnTo>
                  <a:lnTo>
                    <a:pt x="16058" y="23248"/>
                  </a:lnTo>
                  <a:lnTo>
                    <a:pt x="16038" y="24026"/>
                  </a:lnTo>
                  <a:lnTo>
                    <a:pt x="16058" y="24790"/>
                  </a:lnTo>
                  <a:lnTo>
                    <a:pt x="16078" y="25539"/>
                  </a:lnTo>
                  <a:lnTo>
                    <a:pt x="16129" y="26288"/>
                  </a:lnTo>
                  <a:lnTo>
                    <a:pt x="16211" y="27022"/>
                  </a:lnTo>
                  <a:lnTo>
                    <a:pt x="16292" y="27742"/>
                  </a:lnTo>
                  <a:lnTo>
                    <a:pt x="16404" y="28446"/>
                  </a:lnTo>
                  <a:lnTo>
                    <a:pt x="16537" y="29122"/>
                  </a:lnTo>
                  <a:lnTo>
                    <a:pt x="16690" y="29783"/>
                  </a:lnTo>
                  <a:lnTo>
                    <a:pt x="16863" y="30429"/>
                  </a:lnTo>
                  <a:lnTo>
                    <a:pt x="17056" y="31046"/>
                  </a:lnTo>
                  <a:lnTo>
                    <a:pt x="17260" y="31648"/>
                  </a:lnTo>
                  <a:lnTo>
                    <a:pt x="17495" y="32221"/>
                  </a:lnTo>
                  <a:lnTo>
                    <a:pt x="17749" y="32779"/>
                  </a:lnTo>
                  <a:lnTo>
                    <a:pt x="18014" y="33293"/>
                  </a:lnTo>
                  <a:lnTo>
                    <a:pt x="18300" y="33807"/>
                  </a:lnTo>
                  <a:lnTo>
                    <a:pt x="18605" y="34262"/>
                  </a:lnTo>
                  <a:lnTo>
                    <a:pt x="18921" y="34703"/>
                  </a:lnTo>
                  <a:lnTo>
                    <a:pt x="19268" y="35099"/>
                  </a:lnTo>
                  <a:lnTo>
                    <a:pt x="19624" y="35481"/>
                  </a:lnTo>
                  <a:lnTo>
                    <a:pt x="20001" y="35834"/>
                  </a:lnTo>
                  <a:lnTo>
                    <a:pt x="20388" y="36127"/>
                  </a:lnTo>
                  <a:lnTo>
                    <a:pt x="20796" y="36392"/>
                  </a:lnTo>
                  <a:lnTo>
                    <a:pt x="20898" y="36465"/>
                  </a:lnTo>
                  <a:lnTo>
                    <a:pt x="21010" y="36524"/>
                  </a:lnTo>
                  <a:lnTo>
                    <a:pt x="21132" y="36583"/>
                  </a:lnTo>
                  <a:lnTo>
                    <a:pt x="21254" y="36671"/>
                  </a:lnTo>
                  <a:lnTo>
                    <a:pt x="21448" y="36788"/>
                  </a:lnTo>
                  <a:lnTo>
                    <a:pt x="21652" y="36920"/>
                  </a:lnTo>
                  <a:lnTo>
                    <a:pt x="21866" y="37052"/>
                  </a:lnTo>
                  <a:lnTo>
                    <a:pt x="22090" y="37185"/>
                  </a:lnTo>
                  <a:lnTo>
                    <a:pt x="22324" y="37332"/>
                  </a:lnTo>
                  <a:lnTo>
                    <a:pt x="22559" y="37478"/>
                  </a:lnTo>
                  <a:lnTo>
                    <a:pt x="22803" y="37625"/>
                  </a:lnTo>
                  <a:lnTo>
                    <a:pt x="23058" y="37787"/>
                  </a:lnTo>
                  <a:lnTo>
                    <a:pt x="23384" y="37992"/>
                  </a:lnTo>
                  <a:lnTo>
                    <a:pt x="23720" y="38198"/>
                  </a:lnTo>
                  <a:lnTo>
                    <a:pt x="24067" y="38418"/>
                  </a:lnTo>
                  <a:lnTo>
                    <a:pt x="24423" y="38639"/>
                  </a:lnTo>
                  <a:lnTo>
                    <a:pt x="24790" y="38888"/>
                  </a:lnTo>
                  <a:lnTo>
                    <a:pt x="25167" y="39123"/>
                  </a:lnTo>
                  <a:lnTo>
                    <a:pt x="25554" y="39358"/>
                  </a:lnTo>
                  <a:lnTo>
                    <a:pt x="25952" y="39593"/>
                  </a:lnTo>
                  <a:lnTo>
                    <a:pt x="26186" y="39740"/>
                  </a:lnTo>
                  <a:lnTo>
                    <a:pt x="26431" y="39887"/>
                  </a:lnTo>
                  <a:lnTo>
                    <a:pt x="26685" y="40034"/>
                  </a:lnTo>
                  <a:lnTo>
                    <a:pt x="26930" y="40195"/>
                  </a:lnTo>
                  <a:lnTo>
                    <a:pt x="27175" y="40342"/>
                  </a:lnTo>
                  <a:lnTo>
                    <a:pt x="27429" y="40489"/>
                  </a:lnTo>
                  <a:lnTo>
                    <a:pt x="27684" y="40636"/>
                  </a:lnTo>
                  <a:lnTo>
                    <a:pt x="27949" y="40797"/>
                  </a:lnTo>
                  <a:lnTo>
                    <a:pt x="27959" y="40797"/>
                  </a:lnTo>
                  <a:lnTo>
                    <a:pt x="27969" y="40812"/>
                  </a:lnTo>
                  <a:lnTo>
                    <a:pt x="27969" y="40812"/>
                  </a:lnTo>
                  <a:lnTo>
                    <a:pt x="27969" y="40812"/>
                  </a:lnTo>
                  <a:lnTo>
                    <a:pt x="28336" y="41032"/>
                  </a:lnTo>
                  <a:lnTo>
                    <a:pt x="28672" y="41282"/>
                  </a:lnTo>
                  <a:lnTo>
                    <a:pt x="28998" y="41561"/>
                  </a:lnTo>
                  <a:lnTo>
                    <a:pt x="29314" y="41840"/>
                  </a:lnTo>
                  <a:lnTo>
                    <a:pt x="29600" y="42134"/>
                  </a:lnTo>
                  <a:lnTo>
                    <a:pt x="29864" y="42457"/>
                  </a:lnTo>
                  <a:lnTo>
                    <a:pt x="29997" y="42633"/>
                  </a:lnTo>
                  <a:lnTo>
                    <a:pt x="30109" y="42809"/>
                  </a:lnTo>
                  <a:lnTo>
                    <a:pt x="30231" y="42971"/>
                  </a:lnTo>
                  <a:lnTo>
                    <a:pt x="30343" y="43147"/>
                  </a:lnTo>
                  <a:lnTo>
                    <a:pt x="30455" y="43338"/>
                  </a:lnTo>
                  <a:lnTo>
                    <a:pt x="30557" y="43529"/>
                  </a:lnTo>
                  <a:lnTo>
                    <a:pt x="30649" y="43720"/>
                  </a:lnTo>
                  <a:lnTo>
                    <a:pt x="30741" y="43911"/>
                  </a:lnTo>
                  <a:lnTo>
                    <a:pt x="30832" y="44116"/>
                  </a:lnTo>
                  <a:lnTo>
                    <a:pt x="30904" y="44322"/>
                  </a:lnTo>
                  <a:lnTo>
                    <a:pt x="30985" y="44528"/>
                  </a:lnTo>
                  <a:lnTo>
                    <a:pt x="31057" y="44733"/>
                  </a:lnTo>
                  <a:lnTo>
                    <a:pt x="31128" y="44954"/>
                  </a:lnTo>
                  <a:lnTo>
                    <a:pt x="31189" y="45174"/>
                  </a:lnTo>
                  <a:lnTo>
                    <a:pt x="31250" y="45394"/>
                  </a:lnTo>
                  <a:lnTo>
                    <a:pt x="31291" y="45614"/>
                  </a:lnTo>
                  <a:lnTo>
                    <a:pt x="31332" y="45835"/>
                  </a:lnTo>
                  <a:lnTo>
                    <a:pt x="31383" y="46084"/>
                  </a:lnTo>
                  <a:lnTo>
                    <a:pt x="31413" y="46319"/>
                  </a:lnTo>
                  <a:lnTo>
                    <a:pt x="31434" y="46554"/>
                  </a:lnTo>
                  <a:lnTo>
                    <a:pt x="31464" y="46863"/>
                  </a:lnTo>
                  <a:lnTo>
                    <a:pt x="31474" y="47171"/>
                  </a:lnTo>
                  <a:lnTo>
                    <a:pt x="31485" y="47480"/>
                  </a:lnTo>
                  <a:lnTo>
                    <a:pt x="31485" y="47817"/>
                  </a:lnTo>
                  <a:lnTo>
                    <a:pt x="31474" y="48140"/>
                  </a:lnTo>
                  <a:lnTo>
                    <a:pt x="31454" y="48449"/>
                  </a:lnTo>
                  <a:lnTo>
                    <a:pt x="31423" y="48772"/>
                  </a:lnTo>
                  <a:lnTo>
                    <a:pt x="31393" y="49095"/>
                  </a:lnTo>
                  <a:lnTo>
                    <a:pt x="31332" y="49418"/>
                  </a:lnTo>
                  <a:lnTo>
                    <a:pt x="31281" y="49741"/>
                  </a:lnTo>
                  <a:lnTo>
                    <a:pt x="31209" y="50064"/>
                  </a:lnTo>
                  <a:lnTo>
                    <a:pt x="31138" y="50402"/>
                  </a:lnTo>
                  <a:lnTo>
                    <a:pt x="31046" y="50725"/>
                  </a:lnTo>
                  <a:lnTo>
                    <a:pt x="30945" y="51048"/>
                  </a:lnTo>
                  <a:lnTo>
                    <a:pt x="30853" y="51371"/>
                  </a:lnTo>
                  <a:lnTo>
                    <a:pt x="30741" y="51695"/>
                  </a:lnTo>
                  <a:lnTo>
                    <a:pt x="30619" y="52032"/>
                  </a:lnTo>
                  <a:lnTo>
                    <a:pt x="30486" y="52355"/>
                  </a:lnTo>
                  <a:lnTo>
                    <a:pt x="30343" y="52678"/>
                  </a:lnTo>
                  <a:lnTo>
                    <a:pt x="30201" y="52987"/>
                  </a:lnTo>
                  <a:lnTo>
                    <a:pt x="30038" y="53325"/>
                  </a:lnTo>
                  <a:lnTo>
                    <a:pt x="29875" y="53633"/>
                  </a:lnTo>
                  <a:lnTo>
                    <a:pt x="29712" y="53956"/>
                  </a:lnTo>
                  <a:lnTo>
                    <a:pt x="29518" y="54279"/>
                  </a:lnTo>
                  <a:lnTo>
                    <a:pt x="29335" y="54588"/>
                  </a:lnTo>
                  <a:lnTo>
                    <a:pt x="29131" y="54911"/>
                  </a:lnTo>
                  <a:lnTo>
                    <a:pt x="28927" y="55219"/>
                  </a:lnTo>
                  <a:lnTo>
                    <a:pt x="28703" y="55528"/>
                  </a:lnTo>
                  <a:lnTo>
                    <a:pt x="28489" y="55821"/>
                  </a:lnTo>
                  <a:lnTo>
                    <a:pt x="28255" y="56144"/>
                  </a:lnTo>
                  <a:lnTo>
                    <a:pt x="28010" y="56438"/>
                  </a:lnTo>
                  <a:lnTo>
                    <a:pt x="27776" y="56732"/>
                  </a:lnTo>
                  <a:lnTo>
                    <a:pt x="26706" y="57980"/>
                  </a:lnTo>
                  <a:lnTo>
                    <a:pt x="25636" y="59199"/>
                  </a:lnTo>
                  <a:lnTo>
                    <a:pt x="24576" y="60403"/>
                  </a:lnTo>
                  <a:lnTo>
                    <a:pt x="23486" y="61608"/>
                  </a:lnTo>
                  <a:lnTo>
                    <a:pt x="22396" y="62797"/>
                  </a:lnTo>
                  <a:lnTo>
                    <a:pt x="21295" y="63972"/>
                  </a:lnTo>
                  <a:lnTo>
                    <a:pt x="20195" y="65118"/>
                  </a:lnTo>
                  <a:lnTo>
                    <a:pt x="19084" y="66278"/>
                  </a:lnTo>
                  <a:lnTo>
                    <a:pt x="17963" y="67409"/>
                  </a:lnTo>
                  <a:lnTo>
                    <a:pt x="16842" y="68525"/>
                  </a:lnTo>
                  <a:lnTo>
                    <a:pt x="15722" y="69626"/>
                  </a:lnTo>
                  <a:lnTo>
                    <a:pt x="14591" y="70713"/>
                  </a:lnTo>
                  <a:lnTo>
                    <a:pt x="13449" y="71785"/>
                  </a:lnTo>
                  <a:lnTo>
                    <a:pt x="12308" y="72842"/>
                  </a:lnTo>
                  <a:lnTo>
                    <a:pt x="11147" y="73885"/>
                  </a:lnTo>
                  <a:lnTo>
                    <a:pt x="10005" y="74913"/>
                  </a:lnTo>
                  <a:lnTo>
                    <a:pt x="9139" y="75618"/>
                  </a:lnTo>
                  <a:lnTo>
                    <a:pt x="0" y="83446"/>
                  </a:lnTo>
                  <a:lnTo>
                    <a:pt x="1508" y="85531"/>
                  </a:lnTo>
                  <a:lnTo>
                    <a:pt x="3046" y="87587"/>
                  </a:lnTo>
                  <a:lnTo>
                    <a:pt x="4636" y="89570"/>
                  </a:lnTo>
                  <a:lnTo>
                    <a:pt x="6235" y="91508"/>
                  </a:lnTo>
                  <a:lnTo>
                    <a:pt x="7876" y="93374"/>
                  </a:lnTo>
                  <a:lnTo>
                    <a:pt x="9547" y="95209"/>
                  </a:lnTo>
                  <a:lnTo>
                    <a:pt x="11249" y="96986"/>
                  </a:lnTo>
                  <a:lnTo>
                    <a:pt x="12971" y="98690"/>
                  </a:lnTo>
                  <a:lnTo>
                    <a:pt x="14733" y="100335"/>
                  </a:lnTo>
                  <a:lnTo>
                    <a:pt x="16527" y="101936"/>
                  </a:lnTo>
                  <a:lnTo>
                    <a:pt x="18351" y="103463"/>
                  </a:lnTo>
                  <a:lnTo>
                    <a:pt x="20195" y="104946"/>
                  </a:lnTo>
                  <a:lnTo>
                    <a:pt x="22070" y="106341"/>
                  </a:lnTo>
                  <a:lnTo>
                    <a:pt x="23965" y="107693"/>
                  </a:lnTo>
                  <a:lnTo>
                    <a:pt x="25891" y="108970"/>
                  </a:lnTo>
                  <a:lnTo>
                    <a:pt x="27837" y="110189"/>
                  </a:lnTo>
                  <a:lnTo>
                    <a:pt x="29803" y="111349"/>
                  </a:lnTo>
                  <a:lnTo>
                    <a:pt x="31811" y="112421"/>
                  </a:lnTo>
                  <a:lnTo>
                    <a:pt x="33818" y="113450"/>
                  </a:lnTo>
                  <a:lnTo>
                    <a:pt x="35866" y="114389"/>
                  </a:lnTo>
                  <a:lnTo>
                    <a:pt x="37934" y="115271"/>
                  </a:lnTo>
                  <a:lnTo>
                    <a:pt x="40003" y="116078"/>
                  </a:lnTo>
                  <a:lnTo>
                    <a:pt x="42102" y="116798"/>
                  </a:lnTo>
                  <a:lnTo>
                    <a:pt x="44242" y="117473"/>
                  </a:lnTo>
                  <a:lnTo>
                    <a:pt x="46371" y="118061"/>
                  </a:lnTo>
                  <a:lnTo>
                    <a:pt x="48542" y="118560"/>
                  </a:lnTo>
                  <a:lnTo>
                    <a:pt x="50712" y="119001"/>
                  </a:lnTo>
                  <a:lnTo>
                    <a:pt x="52903" y="119353"/>
                  </a:lnTo>
                  <a:lnTo>
                    <a:pt x="55114" y="119632"/>
                  </a:lnTo>
                  <a:lnTo>
                    <a:pt x="57335" y="119838"/>
                  </a:lnTo>
                  <a:lnTo>
                    <a:pt x="59577" y="119955"/>
                  </a:lnTo>
                  <a:lnTo>
                    <a:pt x="61828" y="120000"/>
                  </a:lnTo>
                  <a:lnTo>
                    <a:pt x="63917" y="119970"/>
                  </a:lnTo>
                  <a:lnTo>
                    <a:pt x="65986" y="119853"/>
                  </a:lnTo>
                  <a:lnTo>
                    <a:pt x="68054" y="119676"/>
                  </a:lnTo>
                  <a:lnTo>
                    <a:pt x="70092" y="119441"/>
                  </a:lnTo>
                  <a:lnTo>
                    <a:pt x="72130" y="119148"/>
                  </a:lnTo>
                  <a:lnTo>
                    <a:pt x="74147" y="118766"/>
                  </a:lnTo>
                  <a:lnTo>
                    <a:pt x="76155" y="118325"/>
                  </a:lnTo>
                  <a:lnTo>
                    <a:pt x="78152" y="117811"/>
                  </a:lnTo>
                  <a:lnTo>
                    <a:pt x="80118" y="117268"/>
                  </a:lnTo>
                  <a:lnTo>
                    <a:pt x="82075" y="116636"/>
                  </a:lnTo>
                  <a:lnTo>
                    <a:pt x="84021" y="115931"/>
                  </a:lnTo>
                  <a:lnTo>
                    <a:pt x="85947" y="115168"/>
                  </a:lnTo>
                  <a:lnTo>
                    <a:pt x="87862" y="114375"/>
                  </a:lnTo>
                  <a:lnTo>
                    <a:pt x="89747" y="113479"/>
                  </a:lnTo>
                  <a:lnTo>
                    <a:pt x="91622" y="112554"/>
                  </a:lnTo>
                  <a:lnTo>
                    <a:pt x="93466" y="111555"/>
                  </a:lnTo>
                  <a:lnTo>
                    <a:pt x="95290" y="110512"/>
                  </a:lnTo>
                  <a:lnTo>
                    <a:pt x="97104" y="109396"/>
                  </a:lnTo>
                  <a:lnTo>
                    <a:pt x="98897" y="108236"/>
                  </a:lnTo>
                  <a:lnTo>
                    <a:pt x="100670" y="107017"/>
                  </a:lnTo>
                  <a:lnTo>
                    <a:pt x="102402" y="105754"/>
                  </a:lnTo>
                  <a:lnTo>
                    <a:pt x="104135" y="104418"/>
                  </a:lnTo>
                  <a:lnTo>
                    <a:pt x="105836" y="103037"/>
                  </a:lnTo>
                  <a:lnTo>
                    <a:pt x="107507" y="101598"/>
                  </a:lnTo>
                  <a:lnTo>
                    <a:pt x="109168" y="100115"/>
                  </a:lnTo>
                  <a:lnTo>
                    <a:pt x="110788" y="98587"/>
                  </a:lnTo>
                  <a:lnTo>
                    <a:pt x="112388" y="97001"/>
                  </a:lnTo>
                  <a:lnTo>
                    <a:pt x="113967" y="95356"/>
                  </a:lnTo>
                  <a:lnTo>
                    <a:pt x="115516" y="93682"/>
                  </a:lnTo>
                  <a:lnTo>
                    <a:pt x="117034" y="91949"/>
                  </a:lnTo>
                  <a:lnTo>
                    <a:pt x="118532" y="90172"/>
                  </a:lnTo>
                  <a:lnTo>
                    <a:pt x="119999" y="88351"/>
                  </a:lnTo>
                  <a:lnTo>
                    <a:pt x="113804" y="74473"/>
                  </a:lnTo>
                  <a:lnTo>
                    <a:pt x="113101" y="72828"/>
                  </a:lnTo>
                  <a:lnTo>
                    <a:pt x="112378" y="71183"/>
                  </a:lnTo>
                  <a:lnTo>
                    <a:pt x="111644" y="69553"/>
                  </a:lnTo>
                  <a:lnTo>
                    <a:pt x="110911" y="67923"/>
                  </a:lnTo>
                  <a:lnTo>
                    <a:pt x="110157" y="66307"/>
                  </a:lnTo>
                  <a:lnTo>
                    <a:pt x="109392" y="64706"/>
                  </a:lnTo>
                  <a:lnTo>
                    <a:pt x="108628" y="63120"/>
                  </a:lnTo>
                  <a:lnTo>
                    <a:pt x="107854" y="61520"/>
                  </a:lnTo>
                  <a:lnTo>
                    <a:pt x="107069" y="59933"/>
                  </a:lnTo>
                  <a:lnTo>
                    <a:pt x="106264" y="58377"/>
                  </a:lnTo>
                  <a:lnTo>
                    <a:pt x="105459" y="56820"/>
                  </a:lnTo>
                  <a:lnTo>
                    <a:pt x="104644" y="55263"/>
                  </a:lnTo>
                  <a:lnTo>
                    <a:pt x="103819" y="53736"/>
                  </a:lnTo>
                  <a:lnTo>
                    <a:pt x="102983" y="52194"/>
                  </a:lnTo>
                  <a:lnTo>
                    <a:pt x="102148" y="50681"/>
                  </a:lnTo>
                  <a:lnTo>
                    <a:pt x="101302" y="49183"/>
                  </a:lnTo>
                  <a:close/>
                </a:path>
              </a:pathLst>
            </a:custGeom>
            <a:solidFill>
              <a:schemeClr val="accent5">
                <a:lumMod val="75000"/>
              </a:schemeClr>
            </a:solidFill>
            <a:ln>
              <a:noFill/>
            </a:ln>
          </p:spPr>
          <p:txBody>
            <a:bodyPr wrap="square" lIns="91425" tIns="45700" rIns="91425" bIns="45700" anchor="t" anchorCtr="0">
              <a:noAutofit/>
            </a:bodyPr>
            <a:lstStyle/>
            <a:p>
              <a:pPr marL="0" marR="0" lvl="0" indent="0" algn="l" rtl="0">
                <a:spcBef>
                  <a:spcPts val="0"/>
                </a:spcBef>
                <a:buNone/>
              </a:pPr>
              <a:endParaRPr sz="1800">
                <a:solidFill>
                  <a:schemeClr val="dk1"/>
                </a:solidFill>
                <a:latin typeface="Calibri"/>
                <a:ea typeface="Calibri"/>
                <a:cs typeface="Calibri"/>
                <a:sym typeface="Calibri"/>
              </a:endParaRPr>
            </a:p>
          </p:txBody>
        </p:sp>
      </p:grpSp>
      <p:cxnSp>
        <p:nvCxnSpPr>
          <p:cNvPr id="15" name="Straight Connector 14">
            <a:extLst>
              <a:ext uri="{FF2B5EF4-FFF2-40B4-BE49-F238E27FC236}">
                <a16:creationId xmlns:a16="http://schemas.microsoft.com/office/drawing/2014/main" id="{3CDBB667-1935-0D44-4E27-40ECA18F2120}"/>
              </a:ext>
            </a:extLst>
          </p:cNvPr>
          <p:cNvCxnSpPr/>
          <p:nvPr/>
        </p:nvCxnSpPr>
        <p:spPr>
          <a:xfrm>
            <a:off x="6095998" y="5371464"/>
            <a:ext cx="1337735" cy="0"/>
          </a:xfrm>
          <a:prstGeom prst="line">
            <a:avLst/>
          </a:prstGeom>
          <a:ln>
            <a:solidFill>
              <a:schemeClr val="accent3">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A225059-18F9-34BC-2406-7F59B11BADB7}"/>
              </a:ext>
            </a:extLst>
          </p:cNvPr>
          <p:cNvCxnSpPr/>
          <p:nvPr/>
        </p:nvCxnSpPr>
        <p:spPr>
          <a:xfrm>
            <a:off x="7569196" y="3085464"/>
            <a:ext cx="897469" cy="0"/>
          </a:xfrm>
          <a:prstGeom prst="line">
            <a:avLst/>
          </a:prstGeom>
          <a:ln>
            <a:solidFill>
              <a:schemeClr val="accent3">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6048439F-E602-7638-A3AD-E4959DF1F36B}"/>
              </a:ext>
            </a:extLst>
          </p:cNvPr>
          <p:cNvCxnSpPr/>
          <p:nvPr/>
        </p:nvCxnSpPr>
        <p:spPr>
          <a:xfrm flipH="1">
            <a:off x="4755289" y="2204930"/>
            <a:ext cx="1337735" cy="0"/>
          </a:xfrm>
          <a:prstGeom prst="line">
            <a:avLst/>
          </a:prstGeom>
          <a:ln>
            <a:solidFill>
              <a:schemeClr val="accent3">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4567DED9-869F-FE8A-7322-84A1DCD10341}"/>
              </a:ext>
            </a:extLst>
          </p:cNvPr>
          <p:cNvCxnSpPr/>
          <p:nvPr/>
        </p:nvCxnSpPr>
        <p:spPr>
          <a:xfrm flipH="1">
            <a:off x="3722357" y="4457063"/>
            <a:ext cx="897469" cy="0"/>
          </a:xfrm>
          <a:prstGeom prst="line">
            <a:avLst/>
          </a:prstGeom>
          <a:ln>
            <a:solidFill>
              <a:schemeClr val="accent3">
                <a:lumMod val="85000"/>
              </a:schemeClr>
            </a:solidFill>
            <a:headEnd type="oval"/>
          </a:ln>
        </p:spPr>
        <p:style>
          <a:lnRef idx="2">
            <a:schemeClr val="accent1"/>
          </a:lnRef>
          <a:fillRef idx="0">
            <a:schemeClr val="accent1"/>
          </a:fillRef>
          <a:effectRef idx="1">
            <a:schemeClr val="accent1"/>
          </a:effectRef>
          <a:fontRef idx="minor">
            <a:schemeClr val="tx1"/>
          </a:fontRef>
        </p:style>
      </p:cxnSp>
      <p:sp>
        <p:nvSpPr>
          <p:cNvPr id="32" name="Text Placeholder 51">
            <a:extLst>
              <a:ext uri="{FF2B5EF4-FFF2-40B4-BE49-F238E27FC236}">
                <a16:creationId xmlns:a16="http://schemas.microsoft.com/office/drawing/2014/main" id="{54176B7C-CD30-6687-81F0-1FC25CDB5C5B}"/>
              </a:ext>
            </a:extLst>
          </p:cNvPr>
          <p:cNvSpPr>
            <a:spLocks noGrp="1"/>
          </p:cNvSpPr>
          <p:nvPr>
            <p:ph type="body" sz="quarter" idx="67"/>
          </p:nvPr>
        </p:nvSpPr>
        <p:spPr>
          <a:xfrm>
            <a:off x="1838943" y="1467271"/>
            <a:ext cx="2689895" cy="1468124"/>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3" name="Text Placeholder 51">
            <a:extLst>
              <a:ext uri="{FF2B5EF4-FFF2-40B4-BE49-F238E27FC236}">
                <a16:creationId xmlns:a16="http://schemas.microsoft.com/office/drawing/2014/main" id="{4EFA853B-7CE5-64E1-047A-E9CF7FD7C61E}"/>
              </a:ext>
            </a:extLst>
          </p:cNvPr>
          <p:cNvSpPr>
            <a:spLocks noGrp="1"/>
          </p:cNvSpPr>
          <p:nvPr>
            <p:ph type="body" sz="quarter" idx="68"/>
          </p:nvPr>
        </p:nvSpPr>
        <p:spPr>
          <a:xfrm>
            <a:off x="8674561" y="2351402"/>
            <a:ext cx="2689895" cy="1468124"/>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4" name="Text Placeholder 51">
            <a:extLst>
              <a:ext uri="{FF2B5EF4-FFF2-40B4-BE49-F238E27FC236}">
                <a16:creationId xmlns:a16="http://schemas.microsoft.com/office/drawing/2014/main" id="{3F71772C-55BB-E582-3042-6D17E896F6FE}"/>
              </a:ext>
            </a:extLst>
          </p:cNvPr>
          <p:cNvSpPr>
            <a:spLocks noGrp="1"/>
          </p:cNvSpPr>
          <p:nvPr>
            <p:ph type="body" sz="quarter" idx="69"/>
          </p:nvPr>
        </p:nvSpPr>
        <p:spPr>
          <a:xfrm>
            <a:off x="7681838" y="4633805"/>
            <a:ext cx="2689895" cy="1468124"/>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5" name="Text Placeholder 51">
            <a:extLst>
              <a:ext uri="{FF2B5EF4-FFF2-40B4-BE49-F238E27FC236}">
                <a16:creationId xmlns:a16="http://schemas.microsoft.com/office/drawing/2014/main" id="{7CCFA590-6C9E-0D8A-5C5C-EF9337B56D8A}"/>
              </a:ext>
            </a:extLst>
          </p:cNvPr>
          <p:cNvSpPr>
            <a:spLocks noGrp="1"/>
          </p:cNvSpPr>
          <p:nvPr>
            <p:ph type="body" sz="quarter" idx="70"/>
          </p:nvPr>
        </p:nvSpPr>
        <p:spPr>
          <a:xfrm>
            <a:off x="856986" y="3723001"/>
            <a:ext cx="2689895" cy="1468124"/>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8036005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Infog_9">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2" name="Oval 21">
            <a:extLst>
              <a:ext uri="{FF2B5EF4-FFF2-40B4-BE49-F238E27FC236}">
                <a16:creationId xmlns:a16="http://schemas.microsoft.com/office/drawing/2014/main" id="{19A74BB5-85D7-614D-166B-3A976CFB0568}"/>
              </a:ext>
            </a:extLst>
          </p:cNvPr>
          <p:cNvSpPr/>
          <p:nvPr/>
        </p:nvSpPr>
        <p:spPr>
          <a:xfrm>
            <a:off x="499974" y="1925638"/>
            <a:ext cx="3721133" cy="3721132"/>
          </a:xfrm>
          <a:prstGeom prst="ellipse">
            <a:avLst/>
          </a:prstGeom>
          <a:solidFill>
            <a:schemeClr val="accent5">
              <a:lumMod val="75000"/>
            </a:schemeClr>
          </a:solidFill>
          <a:ln>
            <a:noFill/>
          </a:ln>
          <a:effectLst>
            <a:outerShdw blurRad="190500" dist="63500" dir="2040000" algn="ctr"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Rounded Rectangle 14">
            <a:extLst>
              <a:ext uri="{FF2B5EF4-FFF2-40B4-BE49-F238E27FC236}">
                <a16:creationId xmlns:a16="http://schemas.microsoft.com/office/drawing/2014/main" id="{76F6B60C-9227-B2B4-DC5B-531B5F924FDF}"/>
              </a:ext>
            </a:extLst>
          </p:cNvPr>
          <p:cNvSpPr/>
          <p:nvPr/>
        </p:nvSpPr>
        <p:spPr>
          <a:xfrm>
            <a:off x="2182953" y="4548460"/>
            <a:ext cx="3196565" cy="411297"/>
          </a:xfrm>
          <a:prstGeom prst="roundRect">
            <a:avLst>
              <a:gd name="adj" fmla="val 50000"/>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D50C86C3-5CE6-37AF-5D86-E828960B0D06}"/>
              </a:ext>
            </a:extLst>
          </p:cNvPr>
          <p:cNvSpPr/>
          <p:nvPr/>
        </p:nvSpPr>
        <p:spPr>
          <a:xfrm>
            <a:off x="740400" y="2166064"/>
            <a:ext cx="3240281" cy="3240280"/>
          </a:xfrm>
          <a:prstGeom prst="ellipse">
            <a:avLst/>
          </a:prstGeom>
          <a:solidFill>
            <a:schemeClr val="accent1">
              <a:lumMod val="20000"/>
              <a:lumOff val="80000"/>
            </a:schemeClr>
          </a:solidFill>
          <a:ln>
            <a:noFill/>
          </a:ln>
          <a:effectLst>
            <a:outerShdw blurRad="190500" dist="63500" dir="2040000" algn="ctr"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5" name="Rounded Rectangle 13">
            <a:extLst>
              <a:ext uri="{FF2B5EF4-FFF2-40B4-BE49-F238E27FC236}">
                <a16:creationId xmlns:a16="http://schemas.microsoft.com/office/drawing/2014/main" id="{DA8D2BC7-DCB2-A3C5-6C61-240228040582}"/>
              </a:ext>
            </a:extLst>
          </p:cNvPr>
          <p:cNvSpPr/>
          <p:nvPr/>
        </p:nvSpPr>
        <p:spPr>
          <a:xfrm>
            <a:off x="2182953" y="3914613"/>
            <a:ext cx="3196565" cy="411297"/>
          </a:xfrm>
          <a:prstGeom prst="roundRect">
            <a:avLst>
              <a:gd name="adj" fmla="val 50000"/>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830721B0-3040-904D-7094-96B43ABFDA46}"/>
              </a:ext>
            </a:extLst>
          </p:cNvPr>
          <p:cNvSpPr/>
          <p:nvPr/>
        </p:nvSpPr>
        <p:spPr>
          <a:xfrm>
            <a:off x="958968" y="2384632"/>
            <a:ext cx="2803145" cy="2803144"/>
          </a:xfrm>
          <a:prstGeom prst="ellipse">
            <a:avLst/>
          </a:prstGeom>
          <a:solidFill>
            <a:schemeClr val="accent2"/>
          </a:solidFill>
          <a:ln>
            <a:noFill/>
          </a:ln>
          <a:effectLst>
            <a:outerShdw blurRad="190500" dist="63500" dir="2040000" algn="ctr"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Rounded Rectangle 12">
            <a:extLst>
              <a:ext uri="{FF2B5EF4-FFF2-40B4-BE49-F238E27FC236}">
                <a16:creationId xmlns:a16="http://schemas.microsoft.com/office/drawing/2014/main" id="{F5D318D3-8554-1F82-D568-FBA9DFE3EBEA}"/>
              </a:ext>
            </a:extLst>
          </p:cNvPr>
          <p:cNvSpPr/>
          <p:nvPr/>
        </p:nvSpPr>
        <p:spPr>
          <a:xfrm>
            <a:off x="2182953" y="3280763"/>
            <a:ext cx="3196565" cy="411297"/>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47DE83B8-E75B-E993-DBC7-A76D77ADCC7E}"/>
              </a:ext>
            </a:extLst>
          </p:cNvPr>
          <p:cNvSpPr/>
          <p:nvPr/>
        </p:nvSpPr>
        <p:spPr>
          <a:xfrm>
            <a:off x="1221250" y="2646914"/>
            <a:ext cx="2278580" cy="2278580"/>
          </a:xfrm>
          <a:prstGeom prst="ellipse">
            <a:avLst/>
          </a:prstGeom>
          <a:solidFill>
            <a:schemeClr val="accent1"/>
          </a:solidFill>
          <a:ln>
            <a:noFill/>
          </a:ln>
          <a:effectLst>
            <a:outerShdw blurRad="190500" dist="63500" dir="2040000" algn="ctr"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 name="Rounded Rectangle 8">
            <a:extLst>
              <a:ext uri="{FF2B5EF4-FFF2-40B4-BE49-F238E27FC236}">
                <a16:creationId xmlns:a16="http://schemas.microsoft.com/office/drawing/2014/main" id="{A7977CD0-5686-3C74-94EB-D13CD3EC0331}"/>
              </a:ext>
            </a:extLst>
          </p:cNvPr>
          <p:cNvSpPr/>
          <p:nvPr/>
        </p:nvSpPr>
        <p:spPr>
          <a:xfrm>
            <a:off x="2182953" y="2646914"/>
            <a:ext cx="3196565" cy="411297"/>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53008F96-7CAE-2AC0-04A2-16B4CF3831B0}"/>
              </a:ext>
            </a:extLst>
          </p:cNvPr>
          <p:cNvSpPr/>
          <p:nvPr/>
        </p:nvSpPr>
        <p:spPr>
          <a:xfrm>
            <a:off x="1501019" y="2926682"/>
            <a:ext cx="1719044" cy="1719043"/>
          </a:xfrm>
          <a:prstGeom prst="ellipse">
            <a:avLst/>
          </a:prstGeom>
          <a:solidFill>
            <a:schemeClr val="bg1"/>
          </a:solidFill>
          <a:ln>
            <a:noFill/>
          </a:ln>
          <a:effectLst>
            <a:outerShdw blurRad="190500" dist="63500" dir="2040000" algn="ctr" rotWithShape="0">
              <a:prstClr val="black">
                <a:alpha val="3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Text Placeholder 51">
            <a:extLst>
              <a:ext uri="{FF2B5EF4-FFF2-40B4-BE49-F238E27FC236}">
                <a16:creationId xmlns:a16="http://schemas.microsoft.com/office/drawing/2014/main" id="{D3D28ECC-E661-2897-AE18-8C44C95C71E8}"/>
              </a:ext>
            </a:extLst>
          </p:cNvPr>
          <p:cNvSpPr>
            <a:spLocks noGrp="1"/>
          </p:cNvSpPr>
          <p:nvPr>
            <p:ph type="body" sz="quarter" idx="67"/>
          </p:nvPr>
        </p:nvSpPr>
        <p:spPr>
          <a:xfrm>
            <a:off x="5968049" y="1780935"/>
            <a:ext cx="2774716" cy="1946760"/>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2" name="Text Placeholder 51">
            <a:extLst>
              <a:ext uri="{FF2B5EF4-FFF2-40B4-BE49-F238E27FC236}">
                <a16:creationId xmlns:a16="http://schemas.microsoft.com/office/drawing/2014/main" id="{DAFE268F-1748-CA4D-EC8D-E3099229F1A8}"/>
              </a:ext>
            </a:extLst>
          </p:cNvPr>
          <p:cNvSpPr>
            <a:spLocks noGrp="1"/>
          </p:cNvSpPr>
          <p:nvPr>
            <p:ph type="body" sz="quarter" idx="68"/>
          </p:nvPr>
        </p:nvSpPr>
        <p:spPr>
          <a:xfrm>
            <a:off x="9191625" y="1780935"/>
            <a:ext cx="2774716" cy="1946760"/>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3" name="Text Placeholder 51">
            <a:extLst>
              <a:ext uri="{FF2B5EF4-FFF2-40B4-BE49-F238E27FC236}">
                <a16:creationId xmlns:a16="http://schemas.microsoft.com/office/drawing/2014/main" id="{1881D154-BA0C-3A26-DEBE-C17DCF9876C2}"/>
              </a:ext>
            </a:extLst>
          </p:cNvPr>
          <p:cNvSpPr>
            <a:spLocks noGrp="1"/>
          </p:cNvSpPr>
          <p:nvPr>
            <p:ph type="body" sz="quarter" idx="69"/>
          </p:nvPr>
        </p:nvSpPr>
        <p:spPr>
          <a:xfrm>
            <a:off x="5968049" y="4142219"/>
            <a:ext cx="2774716" cy="1946760"/>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4" name="Text Placeholder 51">
            <a:extLst>
              <a:ext uri="{FF2B5EF4-FFF2-40B4-BE49-F238E27FC236}">
                <a16:creationId xmlns:a16="http://schemas.microsoft.com/office/drawing/2014/main" id="{2BD33A10-C14B-90AC-60A3-6327F1E8F015}"/>
              </a:ext>
            </a:extLst>
          </p:cNvPr>
          <p:cNvSpPr>
            <a:spLocks noGrp="1"/>
          </p:cNvSpPr>
          <p:nvPr>
            <p:ph type="body" sz="quarter" idx="70"/>
          </p:nvPr>
        </p:nvSpPr>
        <p:spPr>
          <a:xfrm>
            <a:off x="9191625" y="4142219"/>
            <a:ext cx="2774716" cy="1946760"/>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 name="Picture Placeholder 23">
            <a:extLst>
              <a:ext uri="{FF2B5EF4-FFF2-40B4-BE49-F238E27FC236}">
                <a16:creationId xmlns:a16="http://schemas.microsoft.com/office/drawing/2014/main" id="{3F6C9CB0-E50F-8D67-348F-A5AF43733EA0}"/>
              </a:ext>
            </a:extLst>
          </p:cNvPr>
          <p:cNvSpPr>
            <a:spLocks noGrp="1" noChangeAspect="1"/>
          </p:cNvSpPr>
          <p:nvPr>
            <p:ph type="pic" sz="quarter" idx="53"/>
          </p:nvPr>
        </p:nvSpPr>
        <p:spPr>
          <a:xfrm>
            <a:off x="1788856" y="3214590"/>
            <a:ext cx="1143370" cy="114322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17369467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Infog_10">
    <p:spTree>
      <p:nvGrpSpPr>
        <p:cNvPr id="1" name=""/>
        <p:cNvGrpSpPr/>
        <p:nvPr/>
      </p:nvGrpSpPr>
      <p:grpSpPr>
        <a:xfrm>
          <a:off x="0" y="0"/>
          <a:ext cx="0" cy="0"/>
          <a:chOff x="0" y="0"/>
          <a:chExt cx="0" cy="0"/>
        </a:xfrm>
      </p:grpSpPr>
      <p:cxnSp>
        <p:nvCxnSpPr>
          <p:cNvPr id="31" name="Connector: Elbow 30">
            <a:extLst>
              <a:ext uri="{FF2B5EF4-FFF2-40B4-BE49-F238E27FC236}">
                <a16:creationId xmlns:a16="http://schemas.microsoft.com/office/drawing/2014/main" id="{A6DA535D-14CB-47EA-9B69-1136FFB3B6B3}"/>
              </a:ext>
            </a:extLst>
          </p:cNvPr>
          <p:cNvCxnSpPr>
            <a:cxnSpLocks/>
          </p:cNvCxnSpPr>
          <p:nvPr/>
        </p:nvCxnSpPr>
        <p:spPr>
          <a:xfrm rot="10800000" flipV="1">
            <a:off x="4654127" y="5158430"/>
            <a:ext cx="937069" cy="44179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 name="Freeform 547">
            <a:extLst>
              <a:ext uri="{FF2B5EF4-FFF2-40B4-BE49-F238E27FC236}">
                <a16:creationId xmlns:a16="http://schemas.microsoft.com/office/drawing/2014/main" id="{BE06BFB1-E6AC-4B85-AAE3-AA8A317CA926}"/>
              </a:ext>
            </a:extLst>
          </p:cNvPr>
          <p:cNvSpPr>
            <a:spLocks/>
          </p:cNvSpPr>
          <p:nvPr/>
        </p:nvSpPr>
        <p:spPr bwMode="auto">
          <a:xfrm>
            <a:off x="4714146" y="2290410"/>
            <a:ext cx="1519630" cy="1853840"/>
          </a:xfrm>
          <a:custGeom>
            <a:avLst/>
            <a:gdLst>
              <a:gd name="T0" fmla="*/ 1309 w 3447"/>
              <a:gd name="T1" fmla="*/ 4205 h 4205"/>
              <a:gd name="T2" fmla="*/ 983 w 3447"/>
              <a:gd name="T3" fmla="*/ 3914 h 4205"/>
              <a:gd name="T4" fmla="*/ 1066 w 3447"/>
              <a:gd name="T5" fmla="*/ 3661 h 4205"/>
              <a:gd name="T6" fmla="*/ 1069 w 3447"/>
              <a:gd name="T7" fmla="*/ 3529 h 4205"/>
              <a:gd name="T8" fmla="*/ 948 w 3447"/>
              <a:gd name="T9" fmla="*/ 3461 h 4205"/>
              <a:gd name="T10" fmla="*/ 948 w 3447"/>
              <a:gd name="T11" fmla="*/ 3460 h 4205"/>
              <a:gd name="T12" fmla="*/ 922 w 3447"/>
              <a:gd name="T13" fmla="*/ 3460 h 4205"/>
              <a:gd name="T14" fmla="*/ 143 w 3447"/>
              <a:gd name="T15" fmla="*/ 3461 h 4205"/>
              <a:gd name="T16" fmla="*/ 0 w 3447"/>
              <a:gd name="T17" fmla="*/ 3461 h 4205"/>
              <a:gd name="T18" fmla="*/ 0 w 3447"/>
              <a:gd name="T19" fmla="*/ 2456 h 4205"/>
              <a:gd name="T20" fmla="*/ 0 w 3447"/>
              <a:gd name="T21" fmla="*/ 2441 h 4205"/>
              <a:gd name="T22" fmla="*/ 0 w 3447"/>
              <a:gd name="T23" fmla="*/ 2441 h 4205"/>
              <a:gd name="T24" fmla="*/ 111 w 3447"/>
              <a:gd name="T25" fmla="*/ 2309 h 4205"/>
              <a:gd name="T26" fmla="*/ 177 w 3447"/>
              <a:gd name="T27" fmla="*/ 2326 h 4205"/>
              <a:gd name="T28" fmla="*/ 437 w 3447"/>
              <a:gd name="T29" fmla="*/ 2411 h 4205"/>
              <a:gd name="T30" fmla="*/ 745 w 3447"/>
              <a:gd name="T31" fmla="*/ 2068 h 4205"/>
              <a:gd name="T32" fmla="*/ 437 w 3447"/>
              <a:gd name="T33" fmla="*/ 1726 h 4205"/>
              <a:gd name="T34" fmla="*/ 177 w 3447"/>
              <a:gd name="T35" fmla="*/ 1810 h 4205"/>
              <a:gd name="T36" fmla="*/ 111 w 3447"/>
              <a:gd name="T37" fmla="*/ 1827 h 4205"/>
              <a:gd name="T38" fmla="*/ 0 w 3447"/>
              <a:gd name="T39" fmla="*/ 1696 h 4205"/>
              <a:gd name="T40" fmla="*/ 0 w 3447"/>
              <a:gd name="T41" fmla="*/ 1678 h 4205"/>
              <a:gd name="T42" fmla="*/ 0 w 3447"/>
              <a:gd name="T43" fmla="*/ 745 h 4205"/>
              <a:gd name="T44" fmla="*/ 919 w 3447"/>
              <a:gd name="T45" fmla="*/ 745 h 4205"/>
              <a:gd name="T46" fmla="*/ 937 w 3447"/>
              <a:gd name="T47" fmla="*/ 745 h 4205"/>
              <a:gd name="T48" fmla="*/ 1069 w 3447"/>
              <a:gd name="T49" fmla="*/ 676 h 4205"/>
              <a:gd name="T50" fmla="*/ 1066 w 3447"/>
              <a:gd name="T51" fmla="*/ 544 h 4205"/>
              <a:gd name="T52" fmla="*/ 983 w 3447"/>
              <a:gd name="T53" fmla="*/ 291 h 4205"/>
              <a:gd name="T54" fmla="*/ 1309 w 3447"/>
              <a:gd name="T55" fmla="*/ 0 h 4205"/>
              <a:gd name="T56" fmla="*/ 1635 w 3447"/>
              <a:gd name="T57" fmla="*/ 291 h 4205"/>
              <a:gd name="T58" fmla="*/ 1552 w 3447"/>
              <a:gd name="T59" fmla="*/ 544 h 4205"/>
              <a:gd name="T60" fmla="*/ 1548 w 3447"/>
              <a:gd name="T61" fmla="*/ 676 h 4205"/>
              <a:gd name="T62" fmla="*/ 1670 w 3447"/>
              <a:gd name="T63" fmla="*/ 744 h 4205"/>
              <a:gd name="T64" fmla="*/ 1670 w 3447"/>
              <a:gd name="T65" fmla="*/ 745 h 4205"/>
              <a:gd name="T66" fmla="*/ 1696 w 3447"/>
              <a:gd name="T67" fmla="*/ 745 h 4205"/>
              <a:gd name="T68" fmla="*/ 2523 w 3447"/>
              <a:gd name="T69" fmla="*/ 745 h 4205"/>
              <a:gd name="T70" fmla="*/ 2532 w 3447"/>
              <a:gd name="T71" fmla="*/ 745 h 4205"/>
              <a:gd name="T72" fmla="*/ 2703 w 3447"/>
              <a:gd name="T73" fmla="*/ 745 h 4205"/>
              <a:gd name="T74" fmla="*/ 2703 w 3447"/>
              <a:gd name="T75" fmla="*/ 1678 h 4205"/>
              <a:gd name="T76" fmla="*/ 2703 w 3447"/>
              <a:gd name="T77" fmla="*/ 1697 h 4205"/>
              <a:gd name="T78" fmla="*/ 2830 w 3447"/>
              <a:gd name="T79" fmla="*/ 1844 h 4205"/>
              <a:gd name="T80" fmla="*/ 2904 w 3447"/>
              <a:gd name="T81" fmla="*/ 1825 h 4205"/>
              <a:gd name="T82" fmla="*/ 3157 w 3447"/>
              <a:gd name="T83" fmla="*/ 1742 h 4205"/>
              <a:gd name="T84" fmla="*/ 3447 w 3447"/>
              <a:gd name="T85" fmla="*/ 2068 h 4205"/>
              <a:gd name="T86" fmla="*/ 3157 w 3447"/>
              <a:gd name="T87" fmla="*/ 2394 h 4205"/>
              <a:gd name="T88" fmla="*/ 2904 w 3447"/>
              <a:gd name="T89" fmla="*/ 2311 h 4205"/>
              <a:gd name="T90" fmla="*/ 2830 w 3447"/>
              <a:gd name="T91" fmla="*/ 2293 h 4205"/>
              <a:gd name="T92" fmla="*/ 2704 w 3447"/>
              <a:gd name="T93" fmla="*/ 2430 h 4205"/>
              <a:gd name="T94" fmla="*/ 2703 w 3447"/>
              <a:gd name="T95" fmla="*/ 2430 h 4205"/>
              <a:gd name="T96" fmla="*/ 2703 w 3447"/>
              <a:gd name="T97" fmla="*/ 2456 h 4205"/>
              <a:gd name="T98" fmla="*/ 2703 w 3447"/>
              <a:gd name="T99" fmla="*/ 3462 h 4205"/>
              <a:gd name="T100" fmla="*/ 2504 w 3447"/>
              <a:gd name="T101" fmla="*/ 3461 h 4205"/>
              <a:gd name="T102" fmla="*/ 2118 w 3447"/>
              <a:gd name="T103" fmla="*/ 3461 h 4205"/>
              <a:gd name="T104" fmla="*/ 2110 w 3447"/>
              <a:gd name="T105" fmla="*/ 3461 h 4205"/>
              <a:gd name="T106" fmla="*/ 1699 w 3447"/>
              <a:gd name="T107" fmla="*/ 3460 h 4205"/>
              <a:gd name="T108" fmla="*/ 1680 w 3447"/>
              <a:gd name="T109" fmla="*/ 3461 h 4205"/>
              <a:gd name="T110" fmla="*/ 1548 w 3447"/>
              <a:gd name="T111" fmla="*/ 3529 h 4205"/>
              <a:gd name="T112" fmla="*/ 1552 w 3447"/>
              <a:gd name="T113" fmla="*/ 3661 h 4205"/>
              <a:gd name="T114" fmla="*/ 1635 w 3447"/>
              <a:gd name="T115" fmla="*/ 3914 h 4205"/>
              <a:gd name="T116" fmla="*/ 1309 w 3447"/>
              <a:gd name="T117" fmla="*/ 4205 h 4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47" h="4205">
                <a:moveTo>
                  <a:pt x="1309" y="4205"/>
                </a:moveTo>
                <a:cubicBezTo>
                  <a:pt x="1129" y="4205"/>
                  <a:pt x="983" y="4075"/>
                  <a:pt x="983" y="3914"/>
                </a:cubicBezTo>
                <a:cubicBezTo>
                  <a:pt x="983" y="3832"/>
                  <a:pt x="1065" y="3663"/>
                  <a:pt x="1066" y="3661"/>
                </a:cubicBezTo>
                <a:cubicBezTo>
                  <a:pt x="1089" y="3613"/>
                  <a:pt x="1091" y="3566"/>
                  <a:pt x="1069" y="3529"/>
                </a:cubicBezTo>
                <a:cubicBezTo>
                  <a:pt x="1047" y="3491"/>
                  <a:pt x="1004" y="3467"/>
                  <a:pt x="948" y="3461"/>
                </a:cubicBezTo>
                <a:lnTo>
                  <a:pt x="948" y="3460"/>
                </a:lnTo>
                <a:cubicBezTo>
                  <a:pt x="944" y="3460"/>
                  <a:pt x="935" y="3460"/>
                  <a:pt x="922" y="3460"/>
                </a:cubicBezTo>
                <a:lnTo>
                  <a:pt x="143" y="3461"/>
                </a:lnTo>
                <a:lnTo>
                  <a:pt x="0" y="3461"/>
                </a:lnTo>
                <a:lnTo>
                  <a:pt x="0" y="2456"/>
                </a:lnTo>
                <a:cubicBezTo>
                  <a:pt x="0" y="2450"/>
                  <a:pt x="0" y="2445"/>
                  <a:pt x="0" y="2441"/>
                </a:cubicBezTo>
                <a:lnTo>
                  <a:pt x="0" y="2441"/>
                </a:lnTo>
                <a:cubicBezTo>
                  <a:pt x="5" y="2360"/>
                  <a:pt x="48" y="2309"/>
                  <a:pt x="111" y="2309"/>
                </a:cubicBezTo>
                <a:cubicBezTo>
                  <a:pt x="132" y="2309"/>
                  <a:pt x="154" y="2315"/>
                  <a:pt x="177" y="2326"/>
                </a:cubicBezTo>
                <a:cubicBezTo>
                  <a:pt x="184" y="2330"/>
                  <a:pt x="351" y="2411"/>
                  <a:pt x="437" y="2411"/>
                </a:cubicBezTo>
                <a:cubicBezTo>
                  <a:pt x="607" y="2411"/>
                  <a:pt x="745" y="2257"/>
                  <a:pt x="745" y="2068"/>
                </a:cubicBezTo>
                <a:cubicBezTo>
                  <a:pt x="745" y="1879"/>
                  <a:pt x="607" y="1726"/>
                  <a:pt x="437" y="1726"/>
                </a:cubicBezTo>
                <a:cubicBezTo>
                  <a:pt x="351" y="1726"/>
                  <a:pt x="184" y="1807"/>
                  <a:pt x="177" y="1810"/>
                </a:cubicBezTo>
                <a:cubicBezTo>
                  <a:pt x="154" y="1822"/>
                  <a:pt x="132" y="1827"/>
                  <a:pt x="111" y="1827"/>
                </a:cubicBezTo>
                <a:cubicBezTo>
                  <a:pt x="48" y="1827"/>
                  <a:pt x="5" y="1777"/>
                  <a:pt x="0" y="1696"/>
                </a:cubicBezTo>
                <a:lnTo>
                  <a:pt x="0" y="1678"/>
                </a:lnTo>
                <a:lnTo>
                  <a:pt x="0" y="745"/>
                </a:lnTo>
                <a:lnTo>
                  <a:pt x="919" y="745"/>
                </a:lnTo>
                <a:lnTo>
                  <a:pt x="937" y="745"/>
                </a:lnTo>
                <a:cubicBezTo>
                  <a:pt x="999" y="741"/>
                  <a:pt x="1046" y="716"/>
                  <a:pt x="1069" y="676"/>
                </a:cubicBezTo>
                <a:cubicBezTo>
                  <a:pt x="1091" y="639"/>
                  <a:pt x="1089" y="592"/>
                  <a:pt x="1066" y="544"/>
                </a:cubicBezTo>
                <a:cubicBezTo>
                  <a:pt x="1065" y="542"/>
                  <a:pt x="983" y="374"/>
                  <a:pt x="983" y="291"/>
                </a:cubicBezTo>
                <a:cubicBezTo>
                  <a:pt x="983" y="131"/>
                  <a:pt x="1129" y="0"/>
                  <a:pt x="1309" y="0"/>
                </a:cubicBezTo>
                <a:cubicBezTo>
                  <a:pt x="1489" y="0"/>
                  <a:pt x="1635" y="131"/>
                  <a:pt x="1635" y="291"/>
                </a:cubicBezTo>
                <a:cubicBezTo>
                  <a:pt x="1635" y="374"/>
                  <a:pt x="1553" y="542"/>
                  <a:pt x="1552" y="544"/>
                </a:cubicBezTo>
                <a:cubicBezTo>
                  <a:pt x="1528" y="592"/>
                  <a:pt x="1527" y="639"/>
                  <a:pt x="1548" y="676"/>
                </a:cubicBezTo>
                <a:cubicBezTo>
                  <a:pt x="1570" y="714"/>
                  <a:pt x="1613" y="738"/>
                  <a:pt x="1670" y="744"/>
                </a:cubicBezTo>
                <a:lnTo>
                  <a:pt x="1670" y="745"/>
                </a:lnTo>
                <a:cubicBezTo>
                  <a:pt x="1674" y="745"/>
                  <a:pt x="1683" y="745"/>
                  <a:pt x="1696" y="745"/>
                </a:cubicBezTo>
                <a:lnTo>
                  <a:pt x="2523" y="745"/>
                </a:lnTo>
                <a:lnTo>
                  <a:pt x="2532" y="745"/>
                </a:lnTo>
                <a:lnTo>
                  <a:pt x="2703" y="745"/>
                </a:lnTo>
                <a:lnTo>
                  <a:pt x="2703" y="1678"/>
                </a:lnTo>
                <a:lnTo>
                  <a:pt x="2703" y="1697"/>
                </a:lnTo>
                <a:cubicBezTo>
                  <a:pt x="2709" y="1786"/>
                  <a:pt x="2759" y="1844"/>
                  <a:pt x="2830" y="1844"/>
                </a:cubicBezTo>
                <a:cubicBezTo>
                  <a:pt x="2854" y="1844"/>
                  <a:pt x="2879" y="1838"/>
                  <a:pt x="2904" y="1825"/>
                </a:cubicBezTo>
                <a:cubicBezTo>
                  <a:pt x="2906" y="1824"/>
                  <a:pt x="3074" y="1742"/>
                  <a:pt x="3157" y="1742"/>
                </a:cubicBezTo>
                <a:cubicBezTo>
                  <a:pt x="3317" y="1742"/>
                  <a:pt x="3447" y="1889"/>
                  <a:pt x="3447" y="2068"/>
                </a:cubicBezTo>
                <a:cubicBezTo>
                  <a:pt x="3447" y="2248"/>
                  <a:pt x="3317" y="2394"/>
                  <a:pt x="3157" y="2394"/>
                </a:cubicBezTo>
                <a:cubicBezTo>
                  <a:pt x="3074" y="2394"/>
                  <a:pt x="2906" y="2312"/>
                  <a:pt x="2904" y="2311"/>
                </a:cubicBezTo>
                <a:cubicBezTo>
                  <a:pt x="2879" y="2299"/>
                  <a:pt x="2854" y="2293"/>
                  <a:pt x="2830" y="2293"/>
                </a:cubicBezTo>
                <a:cubicBezTo>
                  <a:pt x="2761" y="2293"/>
                  <a:pt x="2713" y="2346"/>
                  <a:pt x="2704" y="2430"/>
                </a:cubicBezTo>
                <a:lnTo>
                  <a:pt x="2703" y="2430"/>
                </a:lnTo>
                <a:cubicBezTo>
                  <a:pt x="2703" y="2435"/>
                  <a:pt x="2703" y="2443"/>
                  <a:pt x="2703" y="2456"/>
                </a:cubicBezTo>
                <a:lnTo>
                  <a:pt x="2703" y="3462"/>
                </a:lnTo>
                <a:cubicBezTo>
                  <a:pt x="2666" y="3461"/>
                  <a:pt x="2517" y="3461"/>
                  <a:pt x="2504" y="3461"/>
                </a:cubicBezTo>
                <a:lnTo>
                  <a:pt x="2118" y="3461"/>
                </a:lnTo>
                <a:lnTo>
                  <a:pt x="2110" y="3461"/>
                </a:lnTo>
                <a:lnTo>
                  <a:pt x="1699" y="3460"/>
                </a:lnTo>
                <a:lnTo>
                  <a:pt x="1680" y="3461"/>
                </a:lnTo>
                <a:cubicBezTo>
                  <a:pt x="1618" y="3465"/>
                  <a:pt x="1572" y="3489"/>
                  <a:pt x="1548" y="3529"/>
                </a:cubicBezTo>
                <a:cubicBezTo>
                  <a:pt x="1527" y="3566"/>
                  <a:pt x="1528" y="3613"/>
                  <a:pt x="1552" y="3661"/>
                </a:cubicBezTo>
                <a:cubicBezTo>
                  <a:pt x="1553" y="3663"/>
                  <a:pt x="1635" y="3832"/>
                  <a:pt x="1635" y="3914"/>
                </a:cubicBezTo>
                <a:cubicBezTo>
                  <a:pt x="1635" y="4075"/>
                  <a:pt x="1489" y="4205"/>
                  <a:pt x="1309" y="4205"/>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IN">
              <a:latin typeface="+mj-lt"/>
            </a:endParaRPr>
          </a:p>
        </p:txBody>
      </p:sp>
      <p:sp>
        <p:nvSpPr>
          <p:cNvPr id="8" name="Freeform 1863">
            <a:extLst>
              <a:ext uri="{FF2B5EF4-FFF2-40B4-BE49-F238E27FC236}">
                <a16:creationId xmlns:a16="http://schemas.microsoft.com/office/drawing/2014/main" id="{BF3AB0B8-9363-4A9B-9388-BD191A5A2124}"/>
              </a:ext>
            </a:extLst>
          </p:cNvPr>
          <p:cNvSpPr>
            <a:spLocks/>
          </p:cNvSpPr>
          <p:nvPr/>
        </p:nvSpPr>
        <p:spPr bwMode="auto">
          <a:xfrm>
            <a:off x="6299254" y="2619163"/>
            <a:ext cx="1178600" cy="1525087"/>
          </a:xfrm>
          <a:custGeom>
            <a:avLst/>
            <a:gdLst>
              <a:gd name="T0" fmla="*/ 1308 w 2672"/>
              <a:gd name="T1" fmla="*/ 3460 h 3460"/>
              <a:gd name="T2" fmla="*/ 982 w 2672"/>
              <a:gd name="T3" fmla="*/ 3169 h 3460"/>
              <a:gd name="T4" fmla="*/ 1065 w 2672"/>
              <a:gd name="T5" fmla="*/ 2917 h 3460"/>
              <a:gd name="T6" fmla="*/ 1069 w 2672"/>
              <a:gd name="T7" fmla="*/ 2784 h 3460"/>
              <a:gd name="T8" fmla="*/ 948 w 2672"/>
              <a:gd name="T9" fmla="*/ 2716 h 3460"/>
              <a:gd name="T10" fmla="*/ 948 w 2672"/>
              <a:gd name="T11" fmla="*/ 2715 h 3460"/>
              <a:gd name="T12" fmla="*/ 921 w 2672"/>
              <a:gd name="T13" fmla="*/ 2715 h 3460"/>
              <a:gd name="T14" fmla="*/ 142 w 2672"/>
              <a:gd name="T15" fmla="*/ 2716 h 3460"/>
              <a:gd name="T16" fmla="*/ 0 w 2672"/>
              <a:gd name="T17" fmla="*/ 2716 h 3460"/>
              <a:gd name="T18" fmla="*/ 0 w 2672"/>
              <a:gd name="T19" fmla="*/ 1711 h 3460"/>
              <a:gd name="T20" fmla="*/ 0 w 2672"/>
              <a:gd name="T21" fmla="*/ 1696 h 3460"/>
              <a:gd name="T22" fmla="*/ 0 w 2672"/>
              <a:gd name="T23" fmla="*/ 1696 h 3460"/>
              <a:gd name="T24" fmla="*/ 110 w 2672"/>
              <a:gd name="T25" fmla="*/ 1564 h 3460"/>
              <a:gd name="T26" fmla="*/ 177 w 2672"/>
              <a:gd name="T27" fmla="*/ 1581 h 3460"/>
              <a:gd name="T28" fmla="*/ 437 w 2672"/>
              <a:gd name="T29" fmla="*/ 1666 h 3460"/>
              <a:gd name="T30" fmla="*/ 744 w 2672"/>
              <a:gd name="T31" fmla="*/ 1323 h 3460"/>
              <a:gd name="T32" fmla="*/ 437 w 2672"/>
              <a:gd name="T33" fmla="*/ 981 h 3460"/>
              <a:gd name="T34" fmla="*/ 177 w 2672"/>
              <a:gd name="T35" fmla="*/ 1065 h 3460"/>
              <a:gd name="T36" fmla="*/ 110 w 2672"/>
              <a:gd name="T37" fmla="*/ 1082 h 3460"/>
              <a:gd name="T38" fmla="*/ 0 w 2672"/>
              <a:gd name="T39" fmla="*/ 951 h 3460"/>
              <a:gd name="T40" fmla="*/ 0 w 2672"/>
              <a:gd name="T41" fmla="*/ 933 h 3460"/>
              <a:gd name="T42" fmla="*/ 0 w 2672"/>
              <a:gd name="T43" fmla="*/ 0 h 3460"/>
              <a:gd name="T44" fmla="*/ 1670 w 2672"/>
              <a:gd name="T45" fmla="*/ 0 h 3460"/>
              <a:gd name="T46" fmla="*/ 1670 w 2672"/>
              <a:gd name="T47" fmla="*/ 0 h 3460"/>
              <a:gd name="T48" fmla="*/ 1696 w 2672"/>
              <a:gd name="T49" fmla="*/ 0 h 3460"/>
              <a:gd name="T50" fmla="*/ 2523 w 2672"/>
              <a:gd name="T51" fmla="*/ 0 h 3460"/>
              <a:gd name="T52" fmla="*/ 2531 w 2672"/>
              <a:gd name="T53" fmla="*/ 0 h 3460"/>
              <a:gd name="T54" fmla="*/ 2672 w 2672"/>
              <a:gd name="T55" fmla="*/ 0 h 3460"/>
              <a:gd name="T56" fmla="*/ 2672 w 2672"/>
              <a:gd name="T57" fmla="*/ 933 h 3460"/>
              <a:gd name="T58" fmla="*/ 2672 w 2672"/>
              <a:gd name="T59" fmla="*/ 952 h 3460"/>
              <a:gd name="T60" fmla="*/ 2561 w 2672"/>
              <a:gd name="T61" fmla="*/ 1082 h 3460"/>
              <a:gd name="T62" fmla="*/ 2495 w 2672"/>
              <a:gd name="T63" fmla="*/ 1065 h 3460"/>
              <a:gd name="T64" fmla="*/ 2235 w 2672"/>
              <a:gd name="T65" fmla="*/ 981 h 3460"/>
              <a:gd name="T66" fmla="*/ 1928 w 2672"/>
              <a:gd name="T67" fmla="*/ 1323 h 3460"/>
              <a:gd name="T68" fmla="*/ 2235 w 2672"/>
              <a:gd name="T69" fmla="*/ 1666 h 3460"/>
              <a:gd name="T70" fmla="*/ 2495 w 2672"/>
              <a:gd name="T71" fmla="*/ 1581 h 3460"/>
              <a:gd name="T72" fmla="*/ 2561 w 2672"/>
              <a:gd name="T73" fmla="*/ 1564 h 3460"/>
              <a:gd name="T74" fmla="*/ 2672 w 2672"/>
              <a:gd name="T75" fmla="*/ 1696 h 3460"/>
              <a:gd name="T76" fmla="*/ 2672 w 2672"/>
              <a:gd name="T77" fmla="*/ 1696 h 3460"/>
              <a:gd name="T78" fmla="*/ 2672 w 2672"/>
              <a:gd name="T79" fmla="*/ 1711 h 3460"/>
              <a:gd name="T80" fmla="*/ 2672 w 2672"/>
              <a:gd name="T81" fmla="*/ 2716 h 3460"/>
              <a:gd name="T82" fmla="*/ 2504 w 2672"/>
              <a:gd name="T83" fmla="*/ 2716 h 3460"/>
              <a:gd name="T84" fmla="*/ 2117 w 2672"/>
              <a:gd name="T85" fmla="*/ 2716 h 3460"/>
              <a:gd name="T86" fmla="*/ 2109 w 2672"/>
              <a:gd name="T87" fmla="*/ 2716 h 3460"/>
              <a:gd name="T88" fmla="*/ 1699 w 2672"/>
              <a:gd name="T89" fmla="*/ 2715 h 3460"/>
              <a:gd name="T90" fmla="*/ 1680 w 2672"/>
              <a:gd name="T91" fmla="*/ 2716 h 3460"/>
              <a:gd name="T92" fmla="*/ 1548 w 2672"/>
              <a:gd name="T93" fmla="*/ 2784 h 3460"/>
              <a:gd name="T94" fmla="*/ 1552 w 2672"/>
              <a:gd name="T95" fmla="*/ 2917 h 3460"/>
              <a:gd name="T96" fmla="*/ 1635 w 2672"/>
              <a:gd name="T97" fmla="*/ 3169 h 3460"/>
              <a:gd name="T98" fmla="*/ 1308 w 2672"/>
              <a:gd name="T99" fmla="*/ 3460 h 3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72" h="3460">
                <a:moveTo>
                  <a:pt x="1308" y="3460"/>
                </a:moveTo>
                <a:cubicBezTo>
                  <a:pt x="1129" y="3460"/>
                  <a:pt x="982" y="3330"/>
                  <a:pt x="982" y="3169"/>
                </a:cubicBezTo>
                <a:cubicBezTo>
                  <a:pt x="982" y="3087"/>
                  <a:pt x="1065" y="2918"/>
                  <a:pt x="1065" y="2917"/>
                </a:cubicBezTo>
                <a:cubicBezTo>
                  <a:pt x="1089" y="2868"/>
                  <a:pt x="1090" y="2821"/>
                  <a:pt x="1069" y="2784"/>
                </a:cubicBezTo>
                <a:cubicBezTo>
                  <a:pt x="1047" y="2746"/>
                  <a:pt x="1004" y="2722"/>
                  <a:pt x="948" y="2716"/>
                </a:cubicBezTo>
                <a:lnTo>
                  <a:pt x="948" y="2715"/>
                </a:lnTo>
                <a:cubicBezTo>
                  <a:pt x="943" y="2715"/>
                  <a:pt x="934" y="2715"/>
                  <a:pt x="921" y="2715"/>
                </a:cubicBezTo>
                <a:lnTo>
                  <a:pt x="142" y="2716"/>
                </a:lnTo>
                <a:lnTo>
                  <a:pt x="0" y="2716"/>
                </a:lnTo>
                <a:lnTo>
                  <a:pt x="0" y="1711"/>
                </a:lnTo>
                <a:cubicBezTo>
                  <a:pt x="0" y="1705"/>
                  <a:pt x="0" y="1700"/>
                  <a:pt x="0" y="1696"/>
                </a:cubicBezTo>
                <a:lnTo>
                  <a:pt x="0" y="1696"/>
                </a:lnTo>
                <a:cubicBezTo>
                  <a:pt x="5" y="1615"/>
                  <a:pt x="47" y="1564"/>
                  <a:pt x="110" y="1564"/>
                </a:cubicBezTo>
                <a:cubicBezTo>
                  <a:pt x="131" y="1564"/>
                  <a:pt x="154" y="1570"/>
                  <a:pt x="177" y="1581"/>
                </a:cubicBezTo>
                <a:cubicBezTo>
                  <a:pt x="184" y="1585"/>
                  <a:pt x="350" y="1666"/>
                  <a:pt x="437" y="1666"/>
                </a:cubicBezTo>
                <a:cubicBezTo>
                  <a:pt x="606" y="1666"/>
                  <a:pt x="744" y="1512"/>
                  <a:pt x="744" y="1323"/>
                </a:cubicBezTo>
                <a:cubicBezTo>
                  <a:pt x="744" y="1134"/>
                  <a:pt x="606" y="981"/>
                  <a:pt x="437" y="981"/>
                </a:cubicBezTo>
                <a:cubicBezTo>
                  <a:pt x="350" y="981"/>
                  <a:pt x="184" y="1062"/>
                  <a:pt x="177" y="1065"/>
                </a:cubicBezTo>
                <a:cubicBezTo>
                  <a:pt x="154" y="1077"/>
                  <a:pt x="131" y="1082"/>
                  <a:pt x="110" y="1082"/>
                </a:cubicBezTo>
                <a:cubicBezTo>
                  <a:pt x="47" y="1082"/>
                  <a:pt x="5" y="1032"/>
                  <a:pt x="0" y="951"/>
                </a:cubicBezTo>
                <a:lnTo>
                  <a:pt x="0" y="933"/>
                </a:lnTo>
                <a:lnTo>
                  <a:pt x="0" y="0"/>
                </a:lnTo>
                <a:lnTo>
                  <a:pt x="1670" y="0"/>
                </a:lnTo>
                <a:lnTo>
                  <a:pt x="1670" y="0"/>
                </a:lnTo>
                <a:cubicBezTo>
                  <a:pt x="1674" y="0"/>
                  <a:pt x="1683" y="0"/>
                  <a:pt x="1696" y="0"/>
                </a:cubicBezTo>
                <a:lnTo>
                  <a:pt x="2523" y="0"/>
                </a:lnTo>
                <a:lnTo>
                  <a:pt x="2531" y="0"/>
                </a:lnTo>
                <a:lnTo>
                  <a:pt x="2672" y="0"/>
                </a:lnTo>
                <a:lnTo>
                  <a:pt x="2672" y="933"/>
                </a:lnTo>
                <a:lnTo>
                  <a:pt x="2672" y="952"/>
                </a:lnTo>
                <a:cubicBezTo>
                  <a:pt x="2667" y="1032"/>
                  <a:pt x="2624" y="1082"/>
                  <a:pt x="2561" y="1082"/>
                </a:cubicBezTo>
                <a:cubicBezTo>
                  <a:pt x="2540" y="1082"/>
                  <a:pt x="2518" y="1077"/>
                  <a:pt x="2495" y="1065"/>
                </a:cubicBezTo>
                <a:cubicBezTo>
                  <a:pt x="2488" y="1062"/>
                  <a:pt x="2321" y="981"/>
                  <a:pt x="2235" y="981"/>
                </a:cubicBezTo>
                <a:cubicBezTo>
                  <a:pt x="2065" y="981"/>
                  <a:pt x="1928" y="1134"/>
                  <a:pt x="1928" y="1323"/>
                </a:cubicBezTo>
                <a:cubicBezTo>
                  <a:pt x="1928" y="1512"/>
                  <a:pt x="2065" y="1666"/>
                  <a:pt x="2235" y="1666"/>
                </a:cubicBezTo>
                <a:cubicBezTo>
                  <a:pt x="2321" y="1666"/>
                  <a:pt x="2488" y="1585"/>
                  <a:pt x="2495" y="1581"/>
                </a:cubicBezTo>
                <a:cubicBezTo>
                  <a:pt x="2518" y="1570"/>
                  <a:pt x="2540" y="1564"/>
                  <a:pt x="2561" y="1564"/>
                </a:cubicBezTo>
                <a:cubicBezTo>
                  <a:pt x="2624" y="1564"/>
                  <a:pt x="2667" y="1615"/>
                  <a:pt x="2672" y="1696"/>
                </a:cubicBezTo>
                <a:lnTo>
                  <a:pt x="2672" y="1696"/>
                </a:lnTo>
                <a:cubicBezTo>
                  <a:pt x="2672" y="1700"/>
                  <a:pt x="2672" y="1705"/>
                  <a:pt x="2672" y="1711"/>
                </a:cubicBezTo>
                <a:lnTo>
                  <a:pt x="2672" y="2716"/>
                </a:lnTo>
                <a:cubicBezTo>
                  <a:pt x="2672" y="2716"/>
                  <a:pt x="2512" y="2716"/>
                  <a:pt x="2504" y="2716"/>
                </a:cubicBezTo>
                <a:lnTo>
                  <a:pt x="2117" y="2716"/>
                </a:lnTo>
                <a:lnTo>
                  <a:pt x="2109" y="2716"/>
                </a:lnTo>
                <a:lnTo>
                  <a:pt x="1699" y="2715"/>
                </a:lnTo>
                <a:lnTo>
                  <a:pt x="1680" y="2716"/>
                </a:lnTo>
                <a:cubicBezTo>
                  <a:pt x="1618" y="2720"/>
                  <a:pt x="1571" y="2744"/>
                  <a:pt x="1548" y="2784"/>
                </a:cubicBezTo>
                <a:cubicBezTo>
                  <a:pt x="1527" y="2821"/>
                  <a:pt x="1528" y="2868"/>
                  <a:pt x="1552" y="2917"/>
                </a:cubicBezTo>
                <a:cubicBezTo>
                  <a:pt x="1552" y="2918"/>
                  <a:pt x="1635" y="3087"/>
                  <a:pt x="1635" y="3169"/>
                </a:cubicBezTo>
                <a:cubicBezTo>
                  <a:pt x="1635" y="3330"/>
                  <a:pt x="1488" y="3460"/>
                  <a:pt x="1308" y="3460"/>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IN">
              <a:latin typeface="+mj-lt"/>
            </a:endParaRPr>
          </a:p>
        </p:txBody>
      </p:sp>
      <p:sp>
        <p:nvSpPr>
          <p:cNvPr id="10" name="Freeform 2755">
            <a:extLst>
              <a:ext uri="{FF2B5EF4-FFF2-40B4-BE49-F238E27FC236}">
                <a16:creationId xmlns:a16="http://schemas.microsoft.com/office/drawing/2014/main" id="{81E50AAA-E129-4B45-9743-3C8040FB1632}"/>
              </a:ext>
            </a:extLst>
          </p:cNvPr>
          <p:cNvSpPr>
            <a:spLocks/>
          </p:cNvSpPr>
          <p:nvPr/>
        </p:nvSpPr>
        <p:spPr bwMode="auto">
          <a:xfrm>
            <a:off x="5139752" y="4222667"/>
            <a:ext cx="1852476" cy="1519630"/>
          </a:xfrm>
          <a:custGeom>
            <a:avLst/>
            <a:gdLst>
              <a:gd name="T0" fmla="*/ 2137 w 4205"/>
              <a:gd name="T1" fmla="*/ 3448 h 3448"/>
              <a:gd name="T2" fmla="*/ 1810 w 4205"/>
              <a:gd name="T3" fmla="*/ 3157 h 3448"/>
              <a:gd name="T4" fmla="*/ 1893 w 4205"/>
              <a:gd name="T5" fmla="*/ 2904 h 3448"/>
              <a:gd name="T6" fmla="*/ 1897 w 4205"/>
              <a:gd name="T7" fmla="*/ 2772 h 3448"/>
              <a:gd name="T8" fmla="*/ 1775 w 4205"/>
              <a:gd name="T9" fmla="*/ 2704 h 3448"/>
              <a:gd name="T10" fmla="*/ 1775 w 4205"/>
              <a:gd name="T11" fmla="*/ 2703 h 3448"/>
              <a:gd name="T12" fmla="*/ 1749 w 4205"/>
              <a:gd name="T13" fmla="*/ 2703 h 3448"/>
              <a:gd name="T14" fmla="*/ 743 w 4205"/>
              <a:gd name="T15" fmla="*/ 2703 h 3448"/>
              <a:gd name="T16" fmla="*/ 744 w 4205"/>
              <a:gd name="T17" fmla="*/ 2505 h 3448"/>
              <a:gd name="T18" fmla="*/ 744 w 4205"/>
              <a:gd name="T19" fmla="*/ 2118 h 3448"/>
              <a:gd name="T20" fmla="*/ 744 w 4205"/>
              <a:gd name="T21" fmla="*/ 2110 h 3448"/>
              <a:gd name="T22" fmla="*/ 745 w 4205"/>
              <a:gd name="T23" fmla="*/ 1700 h 3448"/>
              <a:gd name="T24" fmla="*/ 744 w 4205"/>
              <a:gd name="T25" fmla="*/ 1681 h 3448"/>
              <a:gd name="T26" fmla="*/ 617 w 4205"/>
              <a:gd name="T27" fmla="*/ 1533 h 3448"/>
              <a:gd name="T28" fmla="*/ 543 w 4205"/>
              <a:gd name="T29" fmla="*/ 1552 h 3448"/>
              <a:gd name="T30" fmla="*/ 291 w 4205"/>
              <a:gd name="T31" fmla="*/ 1635 h 3448"/>
              <a:gd name="T32" fmla="*/ 0 w 4205"/>
              <a:gd name="T33" fmla="*/ 1309 h 3448"/>
              <a:gd name="T34" fmla="*/ 291 w 4205"/>
              <a:gd name="T35" fmla="*/ 983 h 3448"/>
              <a:gd name="T36" fmla="*/ 543 w 4205"/>
              <a:gd name="T37" fmla="*/ 1066 h 3448"/>
              <a:gd name="T38" fmla="*/ 617 w 4205"/>
              <a:gd name="T39" fmla="*/ 1085 h 3448"/>
              <a:gd name="T40" fmla="*/ 743 w 4205"/>
              <a:gd name="T41" fmla="*/ 948 h 3448"/>
              <a:gd name="T42" fmla="*/ 745 w 4205"/>
              <a:gd name="T43" fmla="*/ 948 h 3448"/>
              <a:gd name="T44" fmla="*/ 745 w 4205"/>
              <a:gd name="T45" fmla="*/ 922 h 3448"/>
              <a:gd name="T46" fmla="*/ 744 w 4205"/>
              <a:gd name="T47" fmla="*/ 143 h 3448"/>
              <a:gd name="T48" fmla="*/ 744 w 4205"/>
              <a:gd name="T49" fmla="*/ 0 h 3448"/>
              <a:gd name="T50" fmla="*/ 1749 w 4205"/>
              <a:gd name="T51" fmla="*/ 0 h 3448"/>
              <a:gd name="T52" fmla="*/ 1764 w 4205"/>
              <a:gd name="T53" fmla="*/ 0 h 3448"/>
              <a:gd name="T54" fmla="*/ 1764 w 4205"/>
              <a:gd name="T55" fmla="*/ 0 h 3448"/>
              <a:gd name="T56" fmla="*/ 1882 w 4205"/>
              <a:gd name="T57" fmla="*/ 61 h 3448"/>
              <a:gd name="T58" fmla="*/ 1879 w 4205"/>
              <a:gd name="T59" fmla="*/ 177 h 3448"/>
              <a:gd name="T60" fmla="*/ 1794 w 4205"/>
              <a:gd name="T61" fmla="*/ 438 h 3448"/>
              <a:gd name="T62" fmla="*/ 2137 w 4205"/>
              <a:gd name="T63" fmla="*/ 745 h 3448"/>
              <a:gd name="T64" fmla="*/ 2479 w 4205"/>
              <a:gd name="T65" fmla="*/ 438 h 3448"/>
              <a:gd name="T66" fmla="*/ 2395 w 4205"/>
              <a:gd name="T67" fmla="*/ 177 h 3448"/>
              <a:gd name="T68" fmla="*/ 2391 w 4205"/>
              <a:gd name="T69" fmla="*/ 61 h 3448"/>
              <a:gd name="T70" fmla="*/ 2509 w 4205"/>
              <a:gd name="T71" fmla="*/ 0 h 3448"/>
              <a:gd name="T72" fmla="*/ 2527 w 4205"/>
              <a:gd name="T73" fmla="*/ 0 h 3448"/>
              <a:gd name="T74" fmla="*/ 3460 w 4205"/>
              <a:gd name="T75" fmla="*/ 0 h 3448"/>
              <a:gd name="T76" fmla="*/ 3460 w 4205"/>
              <a:gd name="T77" fmla="*/ 919 h 3448"/>
              <a:gd name="T78" fmla="*/ 3460 w 4205"/>
              <a:gd name="T79" fmla="*/ 938 h 3448"/>
              <a:gd name="T80" fmla="*/ 3587 w 4205"/>
              <a:gd name="T81" fmla="*/ 1085 h 3448"/>
              <a:gd name="T82" fmla="*/ 3661 w 4205"/>
              <a:gd name="T83" fmla="*/ 1066 h 3448"/>
              <a:gd name="T84" fmla="*/ 3914 w 4205"/>
              <a:gd name="T85" fmla="*/ 983 h 3448"/>
              <a:gd name="T86" fmla="*/ 4205 w 4205"/>
              <a:gd name="T87" fmla="*/ 1309 h 3448"/>
              <a:gd name="T88" fmla="*/ 3914 w 4205"/>
              <a:gd name="T89" fmla="*/ 1635 h 3448"/>
              <a:gd name="T90" fmla="*/ 3661 w 4205"/>
              <a:gd name="T91" fmla="*/ 1552 h 3448"/>
              <a:gd name="T92" fmla="*/ 3587 w 4205"/>
              <a:gd name="T93" fmla="*/ 1534 h 3448"/>
              <a:gd name="T94" fmla="*/ 3461 w 4205"/>
              <a:gd name="T95" fmla="*/ 1671 h 3448"/>
              <a:gd name="T96" fmla="*/ 3460 w 4205"/>
              <a:gd name="T97" fmla="*/ 1671 h 3448"/>
              <a:gd name="T98" fmla="*/ 3460 w 4205"/>
              <a:gd name="T99" fmla="*/ 1696 h 3448"/>
              <a:gd name="T100" fmla="*/ 3460 w 4205"/>
              <a:gd name="T101" fmla="*/ 2524 h 3448"/>
              <a:gd name="T102" fmla="*/ 3460 w 4205"/>
              <a:gd name="T103" fmla="*/ 2532 h 3448"/>
              <a:gd name="T104" fmla="*/ 3460 w 4205"/>
              <a:gd name="T105" fmla="*/ 2703 h 3448"/>
              <a:gd name="T106" fmla="*/ 2527 w 4205"/>
              <a:gd name="T107" fmla="*/ 2703 h 3448"/>
              <a:gd name="T108" fmla="*/ 2508 w 4205"/>
              <a:gd name="T109" fmla="*/ 2703 h 3448"/>
              <a:gd name="T110" fmla="*/ 2376 w 4205"/>
              <a:gd name="T111" fmla="*/ 2772 h 3448"/>
              <a:gd name="T112" fmla="*/ 2380 w 4205"/>
              <a:gd name="T113" fmla="*/ 2904 h 3448"/>
              <a:gd name="T114" fmla="*/ 2463 w 4205"/>
              <a:gd name="T115" fmla="*/ 3157 h 3448"/>
              <a:gd name="T116" fmla="*/ 2137 w 4205"/>
              <a:gd name="T117" fmla="*/ 3448 h 3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205" h="3448">
                <a:moveTo>
                  <a:pt x="2137" y="3448"/>
                </a:moveTo>
                <a:cubicBezTo>
                  <a:pt x="1957" y="3448"/>
                  <a:pt x="1810" y="3317"/>
                  <a:pt x="1810" y="3157"/>
                </a:cubicBezTo>
                <a:cubicBezTo>
                  <a:pt x="1810" y="3074"/>
                  <a:pt x="1893" y="2906"/>
                  <a:pt x="1893" y="2904"/>
                </a:cubicBezTo>
                <a:cubicBezTo>
                  <a:pt x="1917" y="2856"/>
                  <a:pt x="1918" y="2809"/>
                  <a:pt x="1897" y="2772"/>
                </a:cubicBezTo>
                <a:cubicBezTo>
                  <a:pt x="1875" y="2734"/>
                  <a:pt x="1832" y="2710"/>
                  <a:pt x="1775" y="2704"/>
                </a:cubicBezTo>
                <a:lnTo>
                  <a:pt x="1775" y="2703"/>
                </a:lnTo>
                <a:cubicBezTo>
                  <a:pt x="1770" y="2703"/>
                  <a:pt x="1762" y="2703"/>
                  <a:pt x="1749" y="2703"/>
                </a:cubicBezTo>
                <a:lnTo>
                  <a:pt x="743" y="2703"/>
                </a:lnTo>
                <a:cubicBezTo>
                  <a:pt x="743" y="2666"/>
                  <a:pt x="744" y="2517"/>
                  <a:pt x="744" y="2505"/>
                </a:cubicBezTo>
                <a:lnTo>
                  <a:pt x="744" y="2118"/>
                </a:lnTo>
                <a:lnTo>
                  <a:pt x="744" y="2110"/>
                </a:lnTo>
                <a:lnTo>
                  <a:pt x="745" y="1700"/>
                </a:lnTo>
                <a:lnTo>
                  <a:pt x="744" y="1681"/>
                </a:lnTo>
                <a:cubicBezTo>
                  <a:pt x="738" y="1591"/>
                  <a:pt x="689" y="1533"/>
                  <a:pt x="617" y="1533"/>
                </a:cubicBezTo>
                <a:cubicBezTo>
                  <a:pt x="594" y="1533"/>
                  <a:pt x="569" y="1540"/>
                  <a:pt x="543" y="1552"/>
                </a:cubicBezTo>
                <a:cubicBezTo>
                  <a:pt x="542" y="1553"/>
                  <a:pt x="373" y="1635"/>
                  <a:pt x="291" y="1635"/>
                </a:cubicBezTo>
                <a:cubicBezTo>
                  <a:pt x="130" y="1635"/>
                  <a:pt x="0" y="1489"/>
                  <a:pt x="0" y="1309"/>
                </a:cubicBezTo>
                <a:cubicBezTo>
                  <a:pt x="0" y="1129"/>
                  <a:pt x="130" y="983"/>
                  <a:pt x="291" y="983"/>
                </a:cubicBezTo>
                <a:cubicBezTo>
                  <a:pt x="373" y="983"/>
                  <a:pt x="542" y="1065"/>
                  <a:pt x="543" y="1066"/>
                </a:cubicBezTo>
                <a:cubicBezTo>
                  <a:pt x="569" y="1078"/>
                  <a:pt x="594" y="1085"/>
                  <a:pt x="617" y="1085"/>
                </a:cubicBezTo>
                <a:cubicBezTo>
                  <a:pt x="686" y="1085"/>
                  <a:pt x="735" y="1031"/>
                  <a:pt x="743" y="948"/>
                </a:cubicBezTo>
                <a:lnTo>
                  <a:pt x="745" y="948"/>
                </a:lnTo>
                <a:cubicBezTo>
                  <a:pt x="745" y="943"/>
                  <a:pt x="745" y="934"/>
                  <a:pt x="745" y="922"/>
                </a:cubicBezTo>
                <a:lnTo>
                  <a:pt x="744" y="143"/>
                </a:lnTo>
                <a:lnTo>
                  <a:pt x="744" y="0"/>
                </a:lnTo>
                <a:lnTo>
                  <a:pt x="1749" y="0"/>
                </a:lnTo>
                <a:cubicBezTo>
                  <a:pt x="1755" y="0"/>
                  <a:pt x="1760" y="0"/>
                  <a:pt x="1764" y="0"/>
                </a:cubicBezTo>
                <a:lnTo>
                  <a:pt x="1764" y="0"/>
                </a:lnTo>
                <a:cubicBezTo>
                  <a:pt x="1820" y="4"/>
                  <a:pt x="1862" y="25"/>
                  <a:pt x="1882" y="61"/>
                </a:cubicBezTo>
                <a:cubicBezTo>
                  <a:pt x="1901" y="93"/>
                  <a:pt x="1900" y="134"/>
                  <a:pt x="1879" y="177"/>
                </a:cubicBezTo>
                <a:cubicBezTo>
                  <a:pt x="1875" y="184"/>
                  <a:pt x="1794" y="351"/>
                  <a:pt x="1794" y="438"/>
                </a:cubicBezTo>
                <a:cubicBezTo>
                  <a:pt x="1794" y="607"/>
                  <a:pt x="1948" y="745"/>
                  <a:pt x="2137" y="745"/>
                </a:cubicBezTo>
                <a:cubicBezTo>
                  <a:pt x="2326" y="745"/>
                  <a:pt x="2479" y="607"/>
                  <a:pt x="2479" y="438"/>
                </a:cubicBezTo>
                <a:cubicBezTo>
                  <a:pt x="2479" y="351"/>
                  <a:pt x="2398" y="184"/>
                  <a:pt x="2395" y="177"/>
                </a:cubicBezTo>
                <a:cubicBezTo>
                  <a:pt x="2374" y="134"/>
                  <a:pt x="2372" y="93"/>
                  <a:pt x="2391" y="61"/>
                </a:cubicBezTo>
                <a:cubicBezTo>
                  <a:pt x="2411" y="25"/>
                  <a:pt x="2453" y="4"/>
                  <a:pt x="2509" y="0"/>
                </a:cubicBezTo>
                <a:lnTo>
                  <a:pt x="2527" y="0"/>
                </a:lnTo>
                <a:lnTo>
                  <a:pt x="3460" y="0"/>
                </a:lnTo>
                <a:lnTo>
                  <a:pt x="3460" y="919"/>
                </a:lnTo>
                <a:lnTo>
                  <a:pt x="3460" y="938"/>
                </a:lnTo>
                <a:cubicBezTo>
                  <a:pt x="3466" y="1027"/>
                  <a:pt x="3516" y="1085"/>
                  <a:pt x="3587" y="1085"/>
                </a:cubicBezTo>
                <a:cubicBezTo>
                  <a:pt x="3611" y="1085"/>
                  <a:pt x="3636" y="1078"/>
                  <a:pt x="3661" y="1066"/>
                </a:cubicBezTo>
                <a:cubicBezTo>
                  <a:pt x="3663" y="1065"/>
                  <a:pt x="3831" y="983"/>
                  <a:pt x="3914" y="983"/>
                </a:cubicBezTo>
                <a:cubicBezTo>
                  <a:pt x="4074" y="983"/>
                  <a:pt x="4205" y="1129"/>
                  <a:pt x="4205" y="1309"/>
                </a:cubicBezTo>
                <a:cubicBezTo>
                  <a:pt x="4205" y="1489"/>
                  <a:pt x="4074" y="1635"/>
                  <a:pt x="3914" y="1635"/>
                </a:cubicBezTo>
                <a:cubicBezTo>
                  <a:pt x="3831" y="1635"/>
                  <a:pt x="3663" y="1553"/>
                  <a:pt x="3661" y="1552"/>
                </a:cubicBezTo>
                <a:cubicBezTo>
                  <a:pt x="3636" y="1540"/>
                  <a:pt x="3611" y="1534"/>
                  <a:pt x="3587" y="1534"/>
                </a:cubicBezTo>
                <a:cubicBezTo>
                  <a:pt x="3518" y="1534"/>
                  <a:pt x="3470" y="1587"/>
                  <a:pt x="3461" y="1671"/>
                </a:cubicBezTo>
                <a:lnTo>
                  <a:pt x="3460" y="1671"/>
                </a:lnTo>
                <a:cubicBezTo>
                  <a:pt x="3460" y="1676"/>
                  <a:pt x="3460" y="1684"/>
                  <a:pt x="3460" y="1696"/>
                </a:cubicBezTo>
                <a:lnTo>
                  <a:pt x="3460" y="2524"/>
                </a:lnTo>
                <a:lnTo>
                  <a:pt x="3460" y="2532"/>
                </a:lnTo>
                <a:lnTo>
                  <a:pt x="3460" y="2703"/>
                </a:lnTo>
                <a:lnTo>
                  <a:pt x="2527" y="2703"/>
                </a:lnTo>
                <a:lnTo>
                  <a:pt x="2508" y="2703"/>
                </a:lnTo>
                <a:cubicBezTo>
                  <a:pt x="2446" y="2707"/>
                  <a:pt x="2399" y="2732"/>
                  <a:pt x="2376" y="2772"/>
                </a:cubicBezTo>
                <a:cubicBezTo>
                  <a:pt x="2355" y="2809"/>
                  <a:pt x="2356" y="2856"/>
                  <a:pt x="2380" y="2904"/>
                </a:cubicBezTo>
                <a:cubicBezTo>
                  <a:pt x="2381" y="2906"/>
                  <a:pt x="2463" y="3074"/>
                  <a:pt x="2463" y="3157"/>
                </a:cubicBezTo>
                <a:cubicBezTo>
                  <a:pt x="2463" y="3317"/>
                  <a:pt x="2316" y="3448"/>
                  <a:pt x="2137" y="3448"/>
                </a:cubicBezTo>
              </a:path>
            </a:pathLst>
          </a:custGeom>
          <a:solidFill>
            <a:schemeClr val="accent5"/>
          </a:solidFill>
          <a:ln>
            <a:noFill/>
          </a:ln>
        </p:spPr>
        <p:txBody>
          <a:bodyPr vert="horz" wrap="square" lIns="91440" tIns="45720" rIns="91440" bIns="45720" numCol="1" anchor="t" anchorCtr="0" compatLnSpc="1">
            <a:prstTxWarp prst="textNoShape">
              <a:avLst/>
            </a:prstTxWarp>
          </a:bodyPr>
          <a:lstStyle/>
          <a:p>
            <a:endParaRPr lang="en-IN">
              <a:latin typeface="+mj-lt"/>
            </a:endParaRPr>
          </a:p>
        </p:txBody>
      </p:sp>
      <p:sp>
        <p:nvSpPr>
          <p:cNvPr id="11" name="Text Placeholder 51">
            <a:extLst>
              <a:ext uri="{FF2B5EF4-FFF2-40B4-BE49-F238E27FC236}">
                <a16:creationId xmlns:a16="http://schemas.microsoft.com/office/drawing/2014/main" id="{27CB7B88-31D1-475D-8616-56CA6699D67E}"/>
              </a:ext>
            </a:extLst>
          </p:cNvPr>
          <p:cNvSpPr>
            <a:spLocks noGrp="1"/>
          </p:cNvSpPr>
          <p:nvPr>
            <p:ph type="body" sz="quarter" idx="20"/>
          </p:nvPr>
        </p:nvSpPr>
        <p:spPr>
          <a:xfrm>
            <a:off x="1530322" y="2361824"/>
            <a:ext cx="2388304" cy="1080000"/>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accent3">
                    <a:lumMod val="50000"/>
                  </a:schemeClr>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2" name="Text Placeholder 51">
            <a:extLst>
              <a:ext uri="{FF2B5EF4-FFF2-40B4-BE49-F238E27FC236}">
                <a16:creationId xmlns:a16="http://schemas.microsoft.com/office/drawing/2014/main" id="{C5241CEE-D6B5-4CE6-84A2-4539B4BFBC8A}"/>
              </a:ext>
            </a:extLst>
          </p:cNvPr>
          <p:cNvSpPr>
            <a:spLocks noGrp="1"/>
          </p:cNvSpPr>
          <p:nvPr>
            <p:ph type="body" sz="quarter" idx="21"/>
          </p:nvPr>
        </p:nvSpPr>
        <p:spPr>
          <a:xfrm>
            <a:off x="1530322" y="1956443"/>
            <a:ext cx="2388304" cy="333967"/>
          </a:xfrm>
          <a:prstGeom prst="rect">
            <a:avLst/>
          </a:prstGeom>
          <a:solidFill>
            <a:schemeClr val="accent1"/>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13" name="Text Placeholder 51">
            <a:extLst>
              <a:ext uri="{FF2B5EF4-FFF2-40B4-BE49-F238E27FC236}">
                <a16:creationId xmlns:a16="http://schemas.microsoft.com/office/drawing/2014/main" id="{F90D1663-D798-4A71-89E3-010327F31C8D}"/>
              </a:ext>
            </a:extLst>
          </p:cNvPr>
          <p:cNvSpPr>
            <a:spLocks noGrp="1"/>
          </p:cNvSpPr>
          <p:nvPr>
            <p:ph type="body" sz="quarter" idx="22"/>
          </p:nvPr>
        </p:nvSpPr>
        <p:spPr>
          <a:xfrm>
            <a:off x="8273374" y="2361823"/>
            <a:ext cx="2388304" cy="1080000"/>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accent3">
                    <a:lumMod val="50000"/>
                  </a:schemeClr>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4" name="Text Placeholder 51">
            <a:extLst>
              <a:ext uri="{FF2B5EF4-FFF2-40B4-BE49-F238E27FC236}">
                <a16:creationId xmlns:a16="http://schemas.microsoft.com/office/drawing/2014/main" id="{7C09E3EF-42D1-45C5-B0E2-2603F1B42C0C}"/>
              </a:ext>
            </a:extLst>
          </p:cNvPr>
          <p:cNvSpPr>
            <a:spLocks noGrp="1"/>
          </p:cNvSpPr>
          <p:nvPr>
            <p:ph type="body" sz="quarter" idx="23"/>
          </p:nvPr>
        </p:nvSpPr>
        <p:spPr>
          <a:xfrm>
            <a:off x="8273374" y="1956443"/>
            <a:ext cx="2388304" cy="333967"/>
          </a:xfrm>
          <a:prstGeom prst="rect">
            <a:avLst/>
          </a:prstGeom>
          <a:solidFill>
            <a:schemeClr val="tx1"/>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15" name="Text Placeholder 51">
            <a:extLst>
              <a:ext uri="{FF2B5EF4-FFF2-40B4-BE49-F238E27FC236}">
                <a16:creationId xmlns:a16="http://schemas.microsoft.com/office/drawing/2014/main" id="{1CB4BDB1-ED96-4F2A-AFB0-6AD267EC4B3A}"/>
              </a:ext>
            </a:extLst>
          </p:cNvPr>
          <p:cNvSpPr>
            <a:spLocks noGrp="1"/>
          </p:cNvSpPr>
          <p:nvPr>
            <p:ph type="body" sz="quarter" idx="26"/>
          </p:nvPr>
        </p:nvSpPr>
        <p:spPr>
          <a:xfrm>
            <a:off x="2265822" y="5060220"/>
            <a:ext cx="2388304" cy="1080000"/>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accent3">
                    <a:lumMod val="50000"/>
                  </a:schemeClr>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6" name="Text Placeholder 51">
            <a:extLst>
              <a:ext uri="{FF2B5EF4-FFF2-40B4-BE49-F238E27FC236}">
                <a16:creationId xmlns:a16="http://schemas.microsoft.com/office/drawing/2014/main" id="{BA2E4181-CC07-4244-8F81-7846D6A76D50}"/>
              </a:ext>
            </a:extLst>
          </p:cNvPr>
          <p:cNvSpPr>
            <a:spLocks noGrp="1"/>
          </p:cNvSpPr>
          <p:nvPr>
            <p:ph type="body" sz="quarter" idx="27"/>
          </p:nvPr>
        </p:nvSpPr>
        <p:spPr>
          <a:xfrm>
            <a:off x="2265822" y="4654840"/>
            <a:ext cx="2388304" cy="333967"/>
          </a:xfrm>
          <a:prstGeom prst="rect">
            <a:avLst/>
          </a:prstGeom>
          <a:solidFill>
            <a:schemeClr val="accent5"/>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cxnSp>
        <p:nvCxnSpPr>
          <p:cNvPr id="18" name="Connector: Elbow 17">
            <a:extLst>
              <a:ext uri="{FF2B5EF4-FFF2-40B4-BE49-F238E27FC236}">
                <a16:creationId xmlns:a16="http://schemas.microsoft.com/office/drawing/2014/main" id="{F4998F2E-B514-4B92-ACD5-FF0B88305896}"/>
              </a:ext>
            </a:extLst>
          </p:cNvPr>
          <p:cNvCxnSpPr>
            <a:cxnSpLocks/>
            <a:stCxn id="8" idx="39"/>
          </p:cNvCxnSpPr>
          <p:nvPr/>
        </p:nvCxnSpPr>
        <p:spPr>
          <a:xfrm flipV="1">
            <a:off x="7477854" y="2123427"/>
            <a:ext cx="795520" cy="1249905"/>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8479ABB3-3749-4E3D-B810-91191139A6E8}"/>
              </a:ext>
            </a:extLst>
          </p:cNvPr>
          <p:cNvCxnSpPr>
            <a:cxnSpLocks/>
          </p:cNvCxnSpPr>
          <p:nvPr/>
        </p:nvCxnSpPr>
        <p:spPr>
          <a:xfrm rot="10800000">
            <a:off x="3921384" y="2123428"/>
            <a:ext cx="792762" cy="670572"/>
          </a:xfrm>
          <a:prstGeom prst="bentConnector3">
            <a:avLst/>
          </a:prstGeom>
          <a:ln>
            <a:solidFill>
              <a:schemeClr val="tx1"/>
            </a:solidFill>
            <a:tailEnd type="triangle"/>
          </a:ln>
        </p:spPr>
        <p:style>
          <a:lnRef idx="1">
            <a:schemeClr val="accent2"/>
          </a:lnRef>
          <a:fillRef idx="0">
            <a:schemeClr val="accent2"/>
          </a:fillRef>
          <a:effectRef idx="0">
            <a:schemeClr val="accent2"/>
          </a:effectRef>
          <a:fontRef idx="minor">
            <a:schemeClr val="tx1"/>
          </a:fontRef>
        </p:style>
      </p:cxnSp>
      <p:sp>
        <p:nvSpPr>
          <p:cNvPr id="23" name="Picture Placeholder 2">
            <a:extLst>
              <a:ext uri="{FF2B5EF4-FFF2-40B4-BE49-F238E27FC236}">
                <a16:creationId xmlns:a16="http://schemas.microsoft.com/office/drawing/2014/main" id="{36B4C3BF-2AA7-4E67-A008-DDBB1667183F}"/>
              </a:ext>
            </a:extLst>
          </p:cNvPr>
          <p:cNvSpPr>
            <a:spLocks noGrp="1" noChangeAspect="1"/>
          </p:cNvSpPr>
          <p:nvPr>
            <p:ph type="pic" sz="quarter" idx="39"/>
          </p:nvPr>
        </p:nvSpPr>
        <p:spPr>
          <a:xfrm>
            <a:off x="5122661" y="2927067"/>
            <a:ext cx="612000" cy="612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24" name="Picture Placeholder 2">
            <a:extLst>
              <a:ext uri="{FF2B5EF4-FFF2-40B4-BE49-F238E27FC236}">
                <a16:creationId xmlns:a16="http://schemas.microsoft.com/office/drawing/2014/main" id="{C8EEE941-80B0-447A-9490-EF978D500D9B}"/>
              </a:ext>
            </a:extLst>
          </p:cNvPr>
          <p:cNvSpPr>
            <a:spLocks noGrp="1" noChangeAspect="1"/>
          </p:cNvSpPr>
          <p:nvPr>
            <p:ph type="pic" sz="quarter" idx="40"/>
          </p:nvPr>
        </p:nvSpPr>
        <p:spPr>
          <a:xfrm>
            <a:off x="6573509" y="3177003"/>
            <a:ext cx="612000" cy="612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25" name="Picture Placeholder 2">
            <a:extLst>
              <a:ext uri="{FF2B5EF4-FFF2-40B4-BE49-F238E27FC236}">
                <a16:creationId xmlns:a16="http://schemas.microsoft.com/office/drawing/2014/main" id="{2A5AAC02-1CA6-4AA8-A2A9-6F635C5392F9}"/>
              </a:ext>
            </a:extLst>
          </p:cNvPr>
          <p:cNvSpPr>
            <a:spLocks noGrp="1" noChangeAspect="1"/>
          </p:cNvSpPr>
          <p:nvPr>
            <p:ph type="pic" sz="quarter" idx="41"/>
          </p:nvPr>
        </p:nvSpPr>
        <p:spPr>
          <a:xfrm>
            <a:off x="5759990" y="4676482"/>
            <a:ext cx="612000" cy="612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grpSp>
        <p:nvGrpSpPr>
          <p:cNvPr id="2" name="Group 1">
            <a:extLst>
              <a:ext uri="{FF2B5EF4-FFF2-40B4-BE49-F238E27FC236}">
                <a16:creationId xmlns:a16="http://schemas.microsoft.com/office/drawing/2014/main" id="{9BB927FB-B968-A264-8AFB-0F96AB33D3A1}"/>
              </a:ext>
            </a:extLst>
          </p:cNvPr>
          <p:cNvGrpSpPr/>
          <p:nvPr/>
        </p:nvGrpSpPr>
        <p:grpSpPr>
          <a:xfrm>
            <a:off x="0" y="0"/>
            <a:ext cx="12192000" cy="301809"/>
            <a:chOff x="0" y="0"/>
            <a:chExt cx="12192000" cy="301809"/>
          </a:xfrm>
        </p:grpSpPr>
        <p:sp>
          <p:nvSpPr>
            <p:cNvPr id="3" name="Rectangle 2">
              <a:extLst>
                <a:ext uri="{FF2B5EF4-FFF2-40B4-BE49-F238E27FC236}">
                  <a16:creationId xmlns:a16="http://schemas.microsoft.com/office/drawing/2014/main" id="{68A61420-A5CB-0CAA-ED88-20D50FC9BEF5}"/>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2BC824E2-EBA9-3C73-7120-1BBD26690926}"/>
                </a:ext>
              </a:extLst>
            </p:cNvPr>
            <p:cNvGrpSpPr/>
            <p:nvPr userDrawn="1"/>
          </p:nvGrpSpPr>
          <p:grpSpPr>
            <a:xfrm>
              <a:off x="10687010" y="58571"/>
              <a:ext cx="1279331" cy="184666"/>
              <a:chOff x="10759355" y="58571"/>
              <a:chExt cx="1279331" cy="184666"/>
            </a:xfrm>
          </p:grpSpPr>
          <p:pic>
            <p:nvPicPr>
              <p:cNvPr id="17" name="Picture 16">
                <a:extLst>
                  <a:ext uri="{FF2B5EF4-FFF2-40B4-BE49-F238E27FC236}">
                    <a16:creationId xmlns:a16="http://schemas.microsoft.com/office/drawing/2014/main" id="{9B4E65CB-3982-4C62-3C4C-1F3413E9DB2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9" name="TextBox 18">
                <a:extLst>
                  <a:ext uri="{FF2B5EF4-FFF2-40B4-BE49-F238E27FC236}">
                    <a16:creationId xmlns:a16="http://schemas.microsoft.com/office/drawing/2014/main" id="{EB76E12D-CC38-8F6E-18D9-2B448E448748}"/>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6" name="Straight Connector 5">
              <a:extLst>
                <a:ext uri="{FF2B5EF4-FFF2-40B4-BE49-F238E27FC236}">
                  <a16:creationId xmlns:a16="http://schemas.microsoft.com/office/drawing/2014/main" id="{2675C82D-3881-7ED6-F1B6-EBCEB47B8AB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AE70632-8F98-0D9B-6E06-9F8126BBFA9D}"/>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Title 3">
            <a:extLst>
              <a:ext uri="{FF2B5EF4-FFF2-40B4-BE49-F238E27FC236}">
                <a16:creationId xmlns:a16="http://schemas.microsoft.com/office/drawing/2014/main" id="{3AEB1DA3-EA71-8195-3CEA-C90433D8324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84587297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Infog_1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32" name="Shape 8833">
            <a:extLst>
              <a:ext uri="{FF2B5EF4-FFF2-40B4-BE49-F238E27FC236}">
                <a16:creationId xmlns:a16="http://schemas.microsoft.com/office/drawing/2014/main" id="{1CFBEFFB-C92C-3997-16E1-CA912618875A}"/>
              </a:ext>
            </a:extLst>
          </p:cNvPr>
          <p:cNvSpPr/>
          <p:nvPr/>
        </p:nvSpPr>
        <p:spPr>
          <a:xfrm rot="20700000">
            <a:off x="6238003" y="2656712"/>
            <a:ext cx="1437540" cy="1634538"/>
          </a:xfrm>
          <a:custGeom>
            <a:avLst/>
            <a:gdLst/>
            <a:ahLst/>
            <a:cxnLst/>
            <a:rect l="0" t="0" r="0" b="0"/>
            <a:pathLst>
              <a:path w="120000" h="120000" extrusionOk="0">
                <a:moveTo>
                  <a:pt x="56696" y="77982"/>
                </a:moveTo>
                <a:cubicBezTo>
                  <a:pt x="56696" y="77982"/>
                  <a:pt x="56696" y="77982"/>
                  <a:pt x="56696" y="77982"/>
                </a:cubicBezTo>
                <a:cubicBezTo>
                  <a:pt x="115638" y="120000"/>
                  <a:pt x="115638" y="120000"/>
                  <a:pt x="115638" y="120000"/>
                </a:cubicBezTo>
                <a:cubicBezTo>
                  <a:pt x="118414" y="110921"/>
                  <a:pt x="120000" y="101260"/>
                  <a:pt x="120000" y="91251"/>
                </a:cubicBezTo>
                <a:cubicBezTo>
                  <a:pt x="120000" y="52958"/>
                  <a:pt x="97268" y="19204"/>
                  <a:pt x="63039" y="0"/>
                </a:cubicBezTo>
                <a:cubicBezTo>
                  <a:pt x="0" y="37594"/>
                  <a:pt x="0" y="37594"/>
                  <a:pt x="0" y="37594"/>
                </a:cubicBezTo>
                <a:lnTo>
                  <a:pt x="56696" y="77982"/>
                </a:lnTo>
                <a:close/>
              </a:path>
            </a:pathLst>
          </a:custGeom>
          <a:solidFill>
            <a:schemeClr val="accent2">
              <a:lumMod val="75000"/>
              <a:lumOff val="25000"/>
            </a:schemeClr>
          </a:solidFill>
          <a:ln>
            <a:no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33" name="Shape 8834">
            <a:extLst>
              <a:ext uri="{FF2B5EF4-FFF2-40B4-BE49-F238E27FC236}">
                <a16:creationId xmlns:a16="http://schemas.microsoft.com/office/drawing/2014/main" id="{1B22DD88-1F6B-ED8A-9BF8-E0E12B87E491}"/>
              </a:ext>
            </a:extLst>
          </p:cNvPr>
          <p:cNvSpPr/>
          <p:nvPr/>
        </p:nvSpPr>
        <p:spPr>
          <a:xfrm rot="20700000">
            <a:off x="5301298" y="2342044"/>
            <a:ext cx="1748120" cy="1229897"/>
          </a:xfrm>
          <a:custGeom>
            <a:avLst/>
            <a:gdLst/>
            <a:ahLst/>
            <a:cxnLst/>
            <a:rect l="0" t="0" r="0" b="0"/>
            <a:pathLst>
              <a:path w="120000" h="120000" extrusionOk="0">
                <a:moveTo>
                  <a:pt x="68152" y="72371"/>
                </a:moveTo>
                <a:cubicBezTo>
                  <a:pt x="68152" y="72371"/>
                  <a:pt x="68152" y="72371"/>
                  <a:pt x="68152" y="72371"/>
                </a:cubicBezTo>
                <a:cubicBezTo>
                  <a:pt x="120000" y="22422"/>
                  <a:pt x="120000" y="22422"/>
                  <a:pt x="120000" y="22422"/>
                </a:cubicBezTo>
                <a:cubicBezTo>
                  <a:pt x="104347" y="8195"/>
                  <a:pt x="85760" y="0"/>
                  <a:pt x="65869" y="0"/>
                </a:cubicBezTo>
                <a:cubicBezTo>
                  <a:pt x="40652" y="0"/>
                  <a:pt x="17717" y="13144"/>
                  <a:pt x="0" y="34793"/>
                </a:cubicBezTo>
                <a:cubicBezTo>
                  <a:pt x="18369" y="120000"/>
                  <a:pt x="18369" y="120000"/>
                  <a:pt x="18369" y="120000"/>
                </a:cubicBezTo>
                <a:lnTo>
                  <a:pt x="68152" y="72371"/>
                </a:lnTo>
                <a:close/>
              </a:path>
            </a:pathLst>
          </a:custGeom>
          <a:solidFill>
            <a:schemeClr val="accent1"/>
          </a:solidFill>
          <a:ln>
            <a:no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34" name="Shape 8835">
            <a:extLst>
              <a:ext uri="{FF2B5EF4-FFF2-40B4-BE49-F238E27FC236}">
                <a16:creationId xmlns:a16="http://schemas.microsoft.com/office/drawing/2014/main" id="{A313D239-1DFA-4CE8-FC7B-8717DFEA5DE0}"/>
              </a:ext>
            </a:extLst>
          </p:cNvPr>
          <p:cNvSpPr/>
          <p:nvPr/>
        </p:nvSpPr>
        <p:spPr>
          <a:xfrm rot="20700000">
            <a:off x="4740773" y="2746393"/>
            <a:ext cx="1036449" cy="1710851"/>
          </a:xfrm>
          <a:custGeom>
            <a:avLst/>
            <a:gdLst/>
            <a:ahLst/>
            <a:cxnLst/>
            <a:rect l="0" t="0" r="0" b="0"/>
            <a:pathLst>
              <a:path w="120000" h="120000" extrusionOk="0">
                <a:moveTo>
                  <a:pt x="59449" y="0"/>
                </a:moveTo>
                <a:cubicBezTo>
                  <a:pt x="23119" y="18888"/>
                  <a:pt x="0" y="47000"/>
                  <a:pt x="0" y="78222"/>
                </a:cubicBezTo>
                <a:cubicBezTo>
                  <a:pt x="0" y="93111"/>
                  <a:pt x="5321" y="107222"/>
                  <a:pt x="14495" y="120000"/>
                </a:cubicBezTo>
                <a:cubicBezTo>
                  <a:pt x="120000" y="120000"/>
                  <a:pt x="120000" y="120000"/>
                  <a:pt x="120000" y="120000"/>
                </a:cubicBezTo>
                <a:lnTo>
                  <a:pt x="59449" y="0"/>
                </a:lnTo>
                <a:close/>
              </a:path>
            </a:pathLst>
          </a:custGeom>
          <a:solidFill>
            <a:schemeClr val="accent5"/>
          </a:solidFill>
          <a:ln>
            <a:no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35" name="Shape 8836">
            <a:extLst>
              <a:ext uri="{FF2B5EF4-FFF2-40B4-BE49-F238E27FC236}">
                <a16:creationId xmlns:a16="http://schemas.microsoft.com/office/drawing/2014/main" id="{6528245E-C15D-14CC-47D7-0EC3950E7AF6}"/>
              </a:ext>
            </a:extLst>
          </p:cNvPr>
          <p:cNvSpPr/>
          <p:nvPr/>
        </p:nvSpPr>
        <p:spPr>
          <a:xfrm rot="20700000">
            <a:off x="4933454" y="4457244"/>
            <a:ext cx="1746345" cy="876722"/>
          </a:xfrm>
          <a:custGeom>
            <a:avLst/>
            <a:gdLst/>
            <a:ahLst/>
            <a:cxnLst/>
            <a:rect l="0" t="0" r="0" b="0"/>
            <a:pathLst>
              <a:path w="120000" h="120000" extrusionOk="0">
                <a:moveTo>
                  <a:pt x="113798" y="30324"/>
                </a:moveTo>
                <a:cubicBezTo>
                  <a:pt x="120000" y="0"/>
                  <a:pt x="120000" y="0"/>
                  <a:pt x="120000" y="0"/>
                </a:cubicBezTo>
                <a:cubicBezTo>
                  <a:pt x="62556" y="0"/>
                  <a:pt x="62556" y="0"/>
                  <a:pt x="62556" y="0"/>
                </a:cubicBezTo>
                <a:cubicBezTo>
                  <a:pt x="0" y="0"/>
                  <a:pt x="0" y="0"/>
                  <a:pt x="0" y="0"/>
                </a:cubicBezTo>
                <a:cubicBezTo>
                  <a:pt x="15666" y="70613"/>
                  <a:pt x="51242" y="120000"/>
                  <a:pt x="92583" y="120000"/>
                </a:cubicBezTo>
                <a:cubicBezTo>
                  <a:pt x="93563" y="120000"/>
                  <a:pt x="94650" y="120000"/>
                  <a:pt x="95630" y="119783"/>
                </a:cubicBezTo>
                <a:cubicBezTo>
                  <a:pt x="105203" y="72779"/>
                  <a:pt x="105203" y="72779"/>
                  <a:pt x="105203" y="72779"/>
                </a:cubicBezTo>
                <a:lnTo>
                  <a:pt x="113798" y="30324"/>
                </a:lnTo>
                <a:close/>
              </a:path>
            </a:pathLst>
          </a:custGeom>
          <a:solidFill>
            <a:schemeClr val="accent4"/>
          </a:solidFill>
          <a:ln>
            <a:no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36" name="Shape 8837">
            <a:extLst>
              <a:ext uri="{FF2B5EF4-FFF2-40B4-BE49-F238E27FC236}">
                <a16:creationId xmlns:a16="http://schemas.microsoft.com/office/drawing/2014/main" id="{4E6BCE18-880E-B95C-3813-230B08782AC5}"/>
              </a:ext>
            </a:extLst>
          </p:cNvPr>
          <p:cNvSpPr/>
          <p:nvPr/>
        </p:nvSpPr>
        <p:spPr>
          <a:xfrm rot="20700000">
            <a:off x="6258177" y="3679908"/>
            <a:ext cx="1375425" cy="1652285"/>
          </a:xfrm>
          <a:custGeom>
            <a:avLst/>
            <a:gdLst/>
            <a:ahLst/>
            <a:cxnLst/>
            <a:rect l="0" t="0" r="0" b="0"/>
            <a:pathLst>
              <a:path w="120000" h="120000" extrusionOk="0">
                <a:moveTo>
                  <a:pt x="30967" y="56375"/>
                </a:moveTo>
                <a:cubicBezTo>
                  <a:pt x="30967" y="56375"/>
                  <a:pt x="30967" y="56375"/>
                  <a:pt x="30967" y="56375"/>
                </a:cubicBezTo>
                <a:cubicBezTo>
                  <a:pt x="23087" y="72483"/>
                  <a:pt x="23087" y="72483"/>
                  <a:pt x="23087" y="72483"/>
                </a:cubicBezTo>
                <a:cubicBezTo>
                  <a:pt x="0" y="120000"/>
                  <a:pt x="0" y="120000"/>
                  <a:pt x="0" y="120000"/>
                </a:cubicBezTo>
                <a:cubicBezTo>
                  <a:pt x="57373" y="118619"/>
                  <a:pt x="105345" y="85829"/>
                  <a:pt x="120000" y="41534"/>
                </a:cubicBezTo>
                <a:cubicBezTo>
                  <a:pt x="58341" y="0"/>
                  <a:pt x="58341" y="0"/>
                  <a:pt x="58341" y="0"/>
                </a:cubicBezTo>
                <a:lnTo>
                  <a:pt x="30967" y="56375"/>
                </a:lnTo>
                <a:close/>
              </a:path>
            </a:pathLst>
          </a:custGeom>
          <a:solidFill>
            <a:schemeClr val="accent2"/>
          </a:solidFill>
          <a:ln>
            <a:no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cxnSp>
        <p:nvCxnSpPr>
          <p:cNvPr id="9" name="Straight Connector 8">
            <a:extLst>
              <a:ext uri="{FF2B5EF4-FFF2-40B4-BE49-F238E27FC236}">
                <a16:creationId xmlns:a16="http://schemas.microsoft.com/office/drawing/2014/main" id="{83602823-4F12-112C-7F87-6C5196215B94}"/>
              </a:ext>
            </a:extLst>
          </p:cNvPr>
          <p:cNvCxnSpPr/>
          <p:nvPr/>
        </p:nvCxnSpPr>
        <p:spPr>
          <a:xfrm flipH="1">
            <a:off x="4537030" y="2276877"/>
            <a:ext cx="1487158"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E722EFD-47FE-41B5-679A-B79602E99682}"/>
              </a:ext>
            </a:extLst>
          </p:cNvPr>
          <p:cNvCxnSpPr/>
          <p:nvPr/>
        </p:nvCxnSpPr>
        <p:spPr>
          <a:xfrm flipH="1">
            <a:off x="3200398" y="3745863"/>
            <a:ext cx="1473200"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B9DD5766-E047-BA05-B646-E0D3922AB4CE}"/>
              </a:ext>
            </a:extLst>
          </p:cNvPr>
          <p:cNvCxnSpPr/>
          <p:nvPr/>
        </p:nvCxnSpPr>
        <p:spPr>
          <a:xfrm>
            <a:off x="7611531" y="3136263"/>
            <a:ext cx="1456267"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CF80BDF-B713-D4EF-EB8C-3C544630CA99}"/>
              </a:ext>
            </a:extLst>
          </p:cNvPr>
          <p:cNvCxnSpPr/>
          <p:nvPr/>
        </p:nvCxnSpPr>
        <p:spPr>
          <a:xfrm>
            <a:off x="7382931" y="4880397"/>
            <a:ext cx="1016000"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F1B8842-02DC-D985-406F-64505B3898CD}"/>
              </a:ext>
            </a:extLst>
          </p:cNvPr>
          <p:cNvCxnSpPr/>
          <p:nvPr/>
        </p:nvCxnSpPr>
        <p:spPr>
          <a:xfrm flipH="1">
            <a:off x="4285521" y="5294342"/>
            <a:ext cx="1487158" cy="0"/>
          </a:xfrm>
          <a:prstGeom prst="line">
            <a:avLst/>
          </a:prstGeom>
          <a:ln>
            <a:solidFill>
              <a:schemeClr val="bg1">
                <a:lumMod val="85000"/>
              </a:schemeClr>
            </a:solidFill>
            <a:headEnd type="oval"/>
          </a:ln>
        </p:spPr>
        <p:style>
          <a:lnRef idx="2">
            <a:schemeClr val="accent1"/>
          </a:lnRef>
          <a:fillRef idx="0">
            <a:schemeClr val="accent1"/>
          </a:fillRef>
          <a:effectRef idx="1">
            <a:schemeClr val="accent1"/>
          </a:effectRef>
          <a:fontRef idx="minor">
            <a:schemeClr val="tx1"/>
          </a:fontRef>
        </p:style>
      </p:cxnSp>
      <p:sp>
        <p:nvSpPr>
          <p:cNvPr id="37" name="Text Placeholder 51">
            <a:extLst>
              <a:ext uri="{FF2B5EF4-FFF2-40B4-BE49-F238E27FC236}">
                <a16:creationId xmlns:a16="http://schemas.microsoft.com/office/drawing/2014/main" id="{E9EE742A-6653-80EF-5847-0B853EFE3CDD}"/>
              </a:ext>
            </a:extLst>
          </p:cNvPr>
          <p:cNvSpPr>
            <a:spLocks noGrp="1"/>
          </p:cNvSpPr>
          <p:nvPr>
            <p:ph type="body" sz="quarter" idx="67"/>
          </p:nvPr>
        </p:nvSpPr>
        <p:spPr>
          <a:xfrm>
            <a:off x="9223191" y="2617165"/>
            <a:ext cx="246883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8" name="Text Placeholder 51">
            <a:extLst>
              <a:ext uri="{FF2B5EF4-FFF2-40B4-BE49-F238E27FC236}">
                <a16:creationId xmlns:a16="http://schemas.microsoft.com/office/drawing/2014/main" id="{01BCBF73-4538-A9F5-4C41-FA2E31044E44}"/>
              </a:ext>
            </a:extLst>
          </p:cNvPr>
          <p:cNvSpPr>
            <a:spLocks noGrp="1"/>
          </p:cNvSpPr>
          <p:nvPr>
            <p:ph type="body" sz="quarter" idx="68"/>
          </p:nvPr>
        </p:nvSpPr>
        <p:spPr>
          <a:xfrm>
            <a:off x="8564835" y="4361299"/>
            <a:ext cx="246883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CA1CE09D-F204-C7BB-02D5-E0E02A53EF08}"/>
              </a:ext>
            </a:extLst>
          </p:cNvPr>
          <p:cNvSpPr>
            <a:spLocks noGrp="1"/>
          </p:cNvSpPr>
          <p:nvPr>
            <p:ph type="body" sz="quarter" idx="69"/>
          </p:nvPr>
        </p:nvSpPr>
        <p:spPr>
          <a:xfrm>
            <a:off x="1941998" y="1770794"/>
            <a:ext cx="246883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0" name="Text Placeholder 51">
            <a:extLst>
              <a:ext uri="{FF2B5EF4-FFF2-40B4-BE49-F238E27FC236}">
                <a16:creationId xmlns:a16="http://schemas.microsoft.com/office/drawing/2014/main" id="{6AD71CE4-1ECB-737B-3B40-DF23A563774E}"/>
              </a:ext>
            </a:extLst>
          </p:cNvPr>
          <p:cNvSpPr>
            <a:spLocks noGrp="1"/>
          </p:cNvSpPr>
          <p:nvPr>
            <p:ph type="body" sz="quarter" idx="70"/>
          </p:nvPr>
        </p:nvSpPr>
        <p:spPr>
          <a:xfrm>
            <a:off x="623584" y="3226185"/>
            <a:ext cx="246883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1" name="Text Placeholder 51">
            <a:extLst>
              <a:ext uri="{FF2B5EF4-FFF2-40B4-BE49-F238E27FC236}">
                <a16:creationId xmlns:a16="http://schemas.microsoft.com/office/drawing/2014/main" id="{2D24623F-D788-6636-B431-9FA2ECB1D73C}"/>
              </a:ext>
            </a:extLst>
          </p:cNvPr>
          <p:cNvSpPr>
            <a:spLocks noGrp="1"/>
          </p:cNvSpPr>
          <p:nvPr>
            <p:ph type="body" sz="quarter" idx="71"/>
          </p:nvPr>
        </p:nvSpPr>
        <p:spPr>
          <a:xfrm>
            <a:off x="1669131" y="4775244"/>
            <a:ext cx="246883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29108437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Infog_12">
    <p:spTree>
      <p:nvGrpSpPr>
        <p:cNvPr id="1" name=""/>
        <p:cNvGrpSpPr/>
        <p:nvPr/>
      </p:nvGrpSpPr>
      <p:grpSpPr>
        <a:xfrm>
          <a:off x="0" y="0"/>
          <a:ext cx="0" cy="0"/>
          <a:chOff x="0" y="0"/>
          <a:chExt cx="0" cy="0"/>
        </a:xfrm>
      </p:grpSpPr>
      <p:sp>
        <p:nvSpPr>
          <p:cNvPr id="6" name="Oval 30">
            <a:extLst>
              <a:ext uri="{FF2B5EF4-FFF2-40B4-BE49-F238E27FC236}">
                <a16:creationId xmlns:a16="http://schemas.microsoft.com/office/drawing/2014/main" id="{C0066CED-AC97-4508-B73F-278A7C9CA3BA}"/>
              </a:ext>
            </a:extLst>
          </p:cNvPr>
          <p:cNvSpPr>
            <a:spLocks noChangeArrowheads="1"/>
          </p:cNvSpPr>
          <p:nvPr/>
        </p:nvSpPr>
        <p:spPr bwMode="auto">
          <a:xfrm>
            <a:off x="1577254" y="2318885"/>
            <a:ext cx="3245459" cy="3234626"/>
          </a:xfrm>
          <a:prstGeom prst="ellipse">
            <a:avLst/>
          </a:prstGeom>
          <a:solidFill>
            <a:schemeClr val="accent3">
              <a:lumMod val="75000"/>
            </a:schemeClr>
          </a:solidFill>
          <a:ln w="3175" cap="flat">
            <a:noFill/>
            <a:prstDash val="solid"/>
            <a:miter lim="800000"/>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7" name="Oval 29">
            <a:extLst>
              <a:ext uri="{FF2B5EF4-FFF2-40B4-BE49-F238E27FC236}">
                <a16:creationId xmlns:a16="http://schemas.microsoft.com/office/drawing/2014/main" id="{3B12022D-EC83-425C-9EF4-732D525242D1}"/>
              </a:ext>
            </a:extLst>
          </p:cNvPr>
          <p:cNvSpPr>
            <a:spLocks noChangeArrowheads="1"/>
          </p:cNvSpPr>
          <p:nvPr/>
        </p:nvSpPr>
        <p:spPr bwMode="auto">
          <a:xfrm>
            <a:off x="1376739" y="2112996"/>
            <a:ext cx="3651819" cy="3646404"/>
          </a:xfrm>
          <a:prstGeom prst="pie">
            <a:avLst>
              <a:gd name="adj1" fmla="val 5400656"/>
              <a:gd name="adj2" fmla="val 1138281"/>
            </a:avLst>
          </a:prstGeom>
          <a:solidFill>
            <a:schemeClr val="accent1"/>
          </a:solidFill>
          <a:ln w="3175" cap="flat">
            <a:noFill/>
            <a:prstDash val="solid"/>
            <a:miter lim="800000"/>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8" name="Oval 28">
            <a:extLst>
              <a:ext uri="{FF2B5EF4-FFF2-40B4-BE49-F238E27FC236}">
                <a16:creationId xmlns:a16="http://schemas.microsoft.com/office/drawing/2014/main" id="{62BF6687-1951-4B1E-A51E-A8F5E62D73DA}"/>
              </a:ext>
            </a:extLst>
          </p:cNvPr>
          <p:cNvSpPr>
            <a:spLocks noChangeArrowheads="1"/>
          </p:cNvSpPr>
          <p:nvPr/>
        </p:nvSpPr>
        <p:spPr bwMode="auto">
          <a:xfrm>
            <a:off x="1181686" y="1917943"/>
            <a:ext cx="4041927" cy="4036512"/>
          </a:xfrm>
          <a:prstGeom prst="pie">
            <a:avLst>
              <a:gd name="adj1" fmla="val 3547197"/>
              <a:gd name="adj2" fmla="val 20377078"/>
            </a:avLst>
          </a:prstGeom>
          <a:solidFill>
            <a:schemeClr val="accent2"/>
          </a:solidFill>
          <a:ln w="3175" cap="flat">
            <a:noFill/>
            <a:prstDash val="solid"/>
            <a:miter lim="800000"/>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10" name="Oval 27">
            <a:extLst>
              <a:ext uri="{FF2B5EF4-FFF2-40B4-BE49-F238E27FC236}">
                <a16:creationId xmlns:a16="http://schemas.microsoft.com/office/drawing/2014/main" id="{41FE6263-34DB-44B0-A48C-CFBFCBBB9F6C}"/>
              </a:ext>
            </a:extLst>
          </p:cNvPr>
          <p:cNvSpPr>
            <a:spLocks noChangeArrowheads="1"/>
          </p:cNvSpPr>
          <p:nvPr/>
        </p:nvSpPr>
        <p:spPr bwMode="auto">
          <a:xfrm>
            <a:off x="975797" y="1712054"/>
            <a:ext cx="4453703" cy="4448288"/>
          </a:xfrm>
          <a:prstGeom prst="pie">
            <a:avLst>
              <a:gd name="adj1" fmla="val 3089877"/>
              <a:gd name="adj2" fmla="val 16200000"/>
            </a:avLst>
          </a:prstGeom>
          <a:solidFill>
            <a:schemeClr val="bg2"/>
          </a:solidFill>
          <a:ln w="3175" cap="flat">
            <a:noFill/>
            <a:prstDash val="solid"/>
            <a:miter lim="800000"/>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35" name="Text Placeholder 51">
            <a:extLst>
              <a:ext uri="{FF2B5EF4-FFF2-40B4-BE49-F238E27FC236}">
                <a16:creationId xmlns:a16="http://schemas.microsoft.com/office/drawing/2014/main" id="{B76D705C-BEAC-406E-94E5-AB5AB1189BF9}"/>
              </a:ext>
            </a:extLst>
          </p:cNvPr>
          <p:cNvSpPr>
            <a:spLocks noGrp="1"/>
          </p:cNvSpPr>
          <p:nvPr>
            <p:ph type="body" sz="quarter" idx="20"/>
          </p:nvPr>
        </p:nvSpPr>
        <p:spPr>
          <a:xfrm>
            <a:off x="5658201" y="1589011"/>
            <a:ext cx="3124187" cy="993963"/>
          </a:xfrm>
          <a:prstGeom prst="rect">
            <a:avLst/>
          </a:prstGeom>
          <a:solidFill>
            <a:schemeClr val="accent3">
              <a:lumMod val="20000"/>
              <a:lumOff val="80000"/>
            </a:schemeClr>
          </a:solidFill>
        </p:spPr>
        <p:txBody>
          <a:bodyPr lIns="0" tIns="0" rIns="0" bIns="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6" name="Text Placeholder 51">
            <a:extLst>
              <a:ext uri="{FF2B5EF4-FFF2-40B4-BE49-F238E27FC236}">
                <a16:creationId xmlns:a16="http://schemas.microsoft.com/office/drawing/2014/main" id="{C1A00FE1-2AAB-4657-BA62-C83F5AD65E8E}"/>
              </a:ext>
            </a:extLst>
          </p:cNvPr>
          <p:cNvSpPr>
            <a:spLocks noGrp="1"/>
          </p:cNvSpPr>
          <p:nvPr>
            <p:ph type="body" sz="quarter" idx="21"/>
          </p:nvPr>
        </p:nvSpPr>
        <p:spPr>
          <a:xfrm>
            <a:off x="5658201" y="2815670"/>
            <a:ext cx="3124187" cy="993963"/>
          </a:xfrm>
          <a:prstGeom prst="rect">
            <a:avLst/>
          </a:prstGeom>
          <a:solidFill>
            <a:schemeClr val="accent3">
              <a:lumMod val="20000"/>
              <a:lumOff val="80000"/>
            </a:schemeClr>
          </a:solidFill>
        </p:spPr>
        <p:txBody>
          <a:bodyPr lIns="0" tIns="0" rIns="0" bIns="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8" name="Text Placeholder 51">
            <a:extLst>
              <a:ext uri="{FF2B5EF4-FFF2-40B4-BE49-F238E27FC236}">
                <a16:creationId xmlns:a16="http://schemas.microsoft.com/office/drawing/2014/main" id="{C1650FF4-AC0A-4B4D-80E2-3E0500B726A8}"/>
              </a:ext>
            </a:extLst>
          </p:cNvPr>
          <p:cNvSpPr>
            <a:spLocks noGrp="1"/>
          </p:cNvSpPr>
          <p:nvPr>
            <p:ph type="body" sz="quarter" idx="22"/>
          </p:nvPr>
        </p:nvSpPr>
        <p:spPr>
          <a:xfrm>
            <a:off x="5658201" y="4042329"/>
            <a:ext cx="3124187" cy="993963"/>
          </a:xfrm>
          <a:prstGeom prst="rect">
            <a:avLst/>
          </a:prstGeom>
          <a:solidFill>
            <a:schemeClr val="accent3">
              <a:lumMod val="20000"/>
              <a:lumOff val="80000"/>
            </a:schemeClr>
          </a:solidFill>
        </p:spPr>
        <p:txBody>
          <a:bodyPr lIns="0" tIns="0" rIns="0" bIns="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F1F11445-BE6A-417E-9A51-CFDC3B9A1F18}"/>
              </a:ext>
            </a:extLst>
          </p:cNvPr>
          <p:cNvSpPr>
            <a:spLocks noGrp="1"/>
          </p:cNvSpPr>
          <p:nvPr>
            <p:ph type="body" sz="quarter" idx="23"/>
          </p:nvPr>
        </p:nvSpPr>
        <p:spPr>
          <a:xfrm>
            <a:off x="5658201" y="5268989"/>
            <a:ext cx="3124187" cy="993963"/>
          </a:xfrm>
          <a:prstGeom prst="rect">
            <a:avLst/>
          </a:prstGeom>
          <a:solidFill>
            <a:schemeClr val="accent3">
              <a:lumMod val="20000"/>
              <a:lumOff val="80000"/>
            </a:schemeClr>
          </a:solidFill>
        </p:spPr>
        <p:txBody>
          <a:bodyPr lIns="0" tIns="0" rIns="0" bIns="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0" name="Picture Placeholder 2">
            <a:extLst>
              <a:ext uri="{FF2B5EF4-FFF2-40B4-BE49-F238E27FC236}">
                <a16:creationId xmlns:a16="http://schemas.microsoft.com/office/drawing/2014/main" id="{8142946C-553E-441B-B7B8-1332AA4FA3E1}"/>
              </a:ext>
            </a:extLst>
          </p:cNvPr>
          <p:cNvSpPr>
            <a:spLocks noGrp="1" noChangeAspect="1"/>
          </p:cNvSpPr>
          <p:nvPr>
            <p:ph type="pic" sz="quarter" idx="40"/>
          </p:nvPr>
        </p:nvSpPr>
        <p:spPr>
          <a:xfrm>
            <a:off x="9137316" y="5268989"/>
            <a:ext cx="720000" cy="720000"/>
          </a:xfrm>
          <a:prstGeom prst="ellipse">
            <a:avLst/>
          </a:prstGeom>
          <a:solidFill>
            <a:schemeClr val="bg2"/>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2" name="Picture Placeholder 2">
            <a:extLst>
              <a:ext uri="{FF2B5EF4-FFF2-40B4-BE49-F238E27FC236}">
                <a16:creationId xmlns:a16="http://schemas.microsoft.com/office/drawing/2014/main" id="{7D5A6DEC-A417-47F9-86B7-62957D16AFD4}"/>
              </a:ext>
            </a:extLst>
          </p:cNvPr>
          <p:cNvSpPr>
            <a:spLocks noGrp="1" noChangeAspect="1"/>
          </p:cNvSpPr>
          <p:nvPr>
            <p:ph type="pic" sz="quarter" idx="41"/>
          </p:nvPr>
        </p:nvSpPr>
        <p:spPr>
          <a:xfrm>
            <a:off x="9137316" y="4042329"/>
            <a:ext cx="720000" cy="720000"/>
          </a:xfrm>
          <a:prstGeom prst="ellipse">
            <a:avLst/>
          </a:prstGeom>
          <a:solidFill>
            <a:srgbClr val="848787"/>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4" name="Picture Placeholder 2">
            <a:extLst>
              <a:ext uri="{FF2B5EF4-FFF2-40B4-BE49-F238E27FC236}">
                <a16:creationId xmlns:a16="http://schemas.microsoft.com/office/drawing/2014/main" id="{D9A40CFD-3389-471C-98E2-A51AC1AEF72B}"/>
              </a:ext>
            </a:extLst>
          </p:cNvPr>
          <p:cNvSpPr>
            <a:spLocks noGrp="1" noChangeAspect="1"/>
          </p:cNvSpPr>
          <p:nvPr>
            <p:ph type="pic" sz="quarter" idx="42"/>
          </p:nvPr>
        </p:nvSpPr>
        <p:spPr>
          <a:xfrm>
            <a:off x="9137316" y="2815670"/>
            <a:ext cx="720000" cy="720000"/>
          </a:xfrm>
          <a:prstGeom prst="ellipse">
            <a:avLst/>
          </a:prstGeom>
          <a:solidFill>
            <a:schemeClr val="accent1"/>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7" name="Picture Placeholder 2">
            <a:extLst>
              <a:ext uri="{FF2B5EF4-FFF2-40B4-BE49-F238E27FC236}">
                <a16:creationId xmlns:a16="http://schemas.microsoft.com/office/drawing/2014/main" id="{5FECBB0F-1D39-4B3E-A996-466019000C51}"/>
              </a:ext>
            </a:extLst>
          </p:cNvPr>
          <p:cNvSpPr>
            <a:spLocks noGrp="1" noChangeAspect="1"/>
          </p:cNvSpPr>
          <p:nvPr>
            <p:ph type="pic" sz="quarter" idx="43"/>
          </p:nvPr>
        </p:nvSpPr>
        <p:spPr>
          <a:xfrm>
            <a:off x="9137316" y="1589011"/>
            <a:ext cx="720000" cy="720000"/>
          </a:xfrm>
          <a:prstGeom prst="ellipse">
            <a:avLst/>
          </a:prstGeom>
          <a:solidFill>
            <a:srgbClr val="0B111A"/>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grpSp>
        <p:nvGrpSpPr>
          <p:cNvPr id="2" name="Group 1">
            <a:extLst>
              <a:ext uri="{FF2B5EF4-FFF2-40B4-BE49-F238E27FC236}">
                <a16:creationId xmlns:a16="http://schemas.microsoft.com/office/drawing/2014/main" id="{F949FD49-E5C2-0594-7317-E50660FB968E}"/>
              </a:ext>
            </a:extLst>
          </p:cNvPr>
          <p:cNvGrpSpPr/>
          <p:nvPr/>
        </p:nvGrpSpPr>
        <p:grpSpPr>
          <a:xfrm>
            <a:off x="0" y="0"/>
            <a:ext cx="12192000" cy="301809"/>
            <a:chOff x="0" y="0"/>
            <a:chExt cx="12192000" cy="301809"/>
          </a:xfrm>
        </p:grpSpPr>
        <p:sp>
          <p:nvSpPr>
            <p:cNvPr id="3" name="Rectangle 2">
              <a:extLst>
                <a:ext uri="{FF2B5EF4-FFF2-40B4-BE49-F238E27FC236}">
                  <a16:creationId xmlns:a16="http://schemas.microsoft.com/office/drawing/2014/main" id="{CC744D4A-1E54-5D85-CA64-03CBBBD0DE01}"/>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D811D95A-689D-D739-0245-3715A35AD302}"/>
                </a:ext>
              </a:extLst>
            </p:cNvPr>
            <p:cNvGrpSpPr/>
            <p:nvPr userDrawn="1"/>
          </p:nvGrpSpPr>
          <p:grpSpPr>
            <a:xfrm>
              <a:off x="10687010" y="58571"/>
              <a:ext cx="1279331" cy="184666"/>
              <a:chOff x="10759355" y="58571"/>
              <a:chExt cx="1279331" cy="184666"/>
            </a:xfrm>
          </p:grpSpPr>
          <p:pic>
            <p:nvPicPr>
              <p:cNvPr id="12" name="Picture 11">
                <a:extLst>
                  <a:ext uri="{FF2B5EF4-FFF2-40B4-BE49-F238E27FC236}">
                    <a16:creationId xmlns:a16="http://schemas.microsoft.com/office/drawing/2014/main" id="{8008DB54-3FF1-B6DF-1E3C-67876170FFC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3" name="TextBox 12">
                <a:extLst>
                  <a:ext uri="{FF2B5EF4-FFF2-40B4-BE49-F238E27FC236}">
                    <a16:creationId xmlns:a16="http://schemas.microsoft.com/office/drawing/2014/main" id="{DAA089C1-E74A-DFE3-1D6C-E994500F1CFD}"/>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9" name="Straight Connector 8">
              <a:extLst>
                <a:ext uri="{FF2B5EF4-FFF2-40B4-BE49-F238E27FC236}">
                  <a16:creationId xmlns:a16="http://schemas.microsoft.com/office/drawing/2014/main" id="{395E04E9-6DE1-E515-5E2E-26EC7E143798}"/>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8A4DE69-DA9B-CA8D-0BB9-27D81C9F25FC}"/>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itle 3">
            <a:extLst>
              <a:ext uri="{FF2B5EF4-FFF2-40B4-BE49-F238E27FC236}">
                <a16:creationId xmlns:a16="http://schemas.microsoft.com/office/drawing/2014/main" id="{9E682017-BA2E-DECC-043A-7222FDD2F1DD}"/>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84577406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Infog_13">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685447C5-5757-4904-8D2D-AFFF90242B59}"/>
              </a:ext>
            </a:extLst>
          </p:cNvPr>
          <p:cNvSpPr/>
          <p:nvPr/>
        </p:nvSpPr>
        <p:spPr>
          <a:xfrm>
            <a:off x="670082" y="2542747"/>
            <a:ext cx="2713250" cy="2713251"/>
          </a:xfrm>
          <a:prstGeom prst="ellipse">
            <a:avLst/>
          </a:prstGeom>
          <a:noFill/>
          <a:ln w="88900">
            <a:solidFill>
              <a:schemeClr val="accent3">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0F9D34B-3BFC-412D-B248-76C1F165F44F}"/>
              </a:ext>
            </a:extLst>
          </p:cNvPr>
          <p:cNvSpPr/>
          <p:nvPr/>
        </p:nvSpPr>
        <p:spPr>
          <a:xfrm>
            <a:off x="3383333" y="2542747"/>
            <a:ext cx="2713250" cy="2713251"/>
          </a:xfrm>
          <a:prstGeom prst="ellipse">
            <a:avLst/>
          </a:prstGeom>
          <a:noFill/>
          <a:ln w="88900">
            <a:solidFill>
              <a:schemeClr val="accent3">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3065FDD-C399-4812-8325-B42D7D21450D}"/>
              </a:ext>
            </a:extLst>
          </p:cNvPr>
          <p:cNvSpPr/>
          <p:nvPr/>
        </p:nvSpPr>
        <p:spPr>
          <a:xfrm>
            <a:off x="6095416" y="2542747"/>
            <a:ext cx="2713250" cy="2713251"/>
          </a:xfrm>
          <a:prstGeom prst="ellipse">
            <a:avLst/>
          </a:prstGeom>
          <a:noFill/>
          <a:ln w="88900">
            <a:solidFill>
              <a:schemeClr val="accent3">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D8EF949-712E-434E-90E9-8970C4B65C82}"/>
              </a:ext>
            </a:extLst>
          </p:cNvPr>
          <p:cNvSpPr/>
          <p:nvPr/>
        </p:nvSpPr>
        <p:spPr>
          <a:xfrm>
            <a:off x="8808668" y="2542747"/>
            <a:ext cx="2713250" cy="2713251"/>
          </a:xfrm>
          <a:prstGeom prst="ellipse">
            <a:avLst/>
          </a:prstGeom>
          <a:noFill/>
          <a:ln w="88900">
            <a:solidFill>
              <a:schemeClr val="accent3">
                <a:lumMod val="40000"/>
                <a:lumOff val="6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B7C8BE31-0162-48F7-8E57-B3792BF524C9}"/>
              </a:ext>
            </a:extLst>
          </p:cNvPr>
          <p:cNvSpPr/>
          <p:nvPr/>
        </p:nvSpPr>
        <p:spPr>
          <a:xfrm>
            <a:off x="671497" y="2544163"/>
            <a:ext cx="2710420" cy="2710419"/>
          </a:xfrm>
          <a:prstGeom prst="arc">
            <a:avLst>
              <a:gd name="adj1" fmla="val 10766207"/>
              <a:gd name="adj2" fmla="val 0"/>
            </a:avLst>
          </a:prstGeom>
          <a:ln w="88900"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Arc 11">
            <a:extLst>
              <a:ext uri="{FF2B5EF4-FFF2-40B4-BE49-F238E27FC236}">
                <a16:creationId xmlns:a16="http://schemas.microsoft.com/office/drawing/2014/main" id="{00A9BADB-DF42-48C5-B391-971A68549B24}"/>
              </a:ext>
            </a:extLst>
          </p:cNvPr>
          <p:cNvSpPr/>
          <p:nvPr/>
        </p:nvSpPr>
        <p:spPr>
          <a:xfrm rot="10800000">
            <a:off x="3384749" y="2544163"/>
            <a:ext cx="2710420" cy="2710419"/>
          </a:xfrm>
          <a:prstGeom prst="arc">
            <a:avLst>
              <a:gd name="adj1" fmla="val 10766207"/>
              <a:gd name="adj2" fmla="val 0"/>
            </a:avLst>
          </a:prstGeom>
          <a:ln w="88900" cap="rnd">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D41A54E1-75EA-421A-B0CC-20C920868D8B}"/>
              </a:ext>
            </a:extLst>
          </p:cNvPr>
          <p:cNvSpPr/>
          <p:nvPr/>
        </p:nvSpPr>
        <p:spPr>
          <a:xfrm>
            <a:off x="6096831" y="2544163"/>
            <a:ext cx="2710420" cy="2710419"/>
          </a:xfrm>
          <a:prstGeom prst="arc">
            <a:avLst>
              <a:gd name="adj1" fmla="val 10766207"/>
              <a:gd name="adj2" fmla="val 0"/>
            </a:avLst>
          </a:prstGeom>
          <a:ln w="88900" cap="rnd">
            <a:solidFill>
              <a:schemeClr val="accent3">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Arc 13">
            <a:extLst>
              <a:ext uri="{FF2B5EF4-FFF2-40B4-BE49-F238E27FC236}">
                <a16:creationId xmlns:a16="http://schemas.microsoft.com/office/drawing/2014/main" id="{E7BE9FBA-A5F5-4146-9F8A-A02AD024574A}"/>
              </a:ext>
            </a:extLst>
          </p:cNvPr>
          <p:cNvSpPr/>
          <p:nvPr/>
        </p:nvSpPr>
        <p:spPr>
          <a:xfrm rot="10800000">
            <a:off x="8810083" y="2544163"/>
            <a:ext cx="2710420" cy="2710419"/>
          </a:xfrm>
          <a:prstGeom prst="arc">
            <a:avLst>
              <a:gd name="adj1" fmla="val 10766207"/>
              <a:gd name="adj2" fmla="val 0"/>
            </a:avLst>
          </a:prstGeom>
          <a:ln w="88900"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Text Placeholder 51">
            <a:extLst>
              <a:ext uri="{FF2B5EF4-FFF2-40B4-BE49-F238E27FC236}">
                <a16:creationId xmlns:a16="http://schemas.microsoft.com/office/drawing/2014/main" id="{18CFD206-7DAB-49F9-BA62-47F8FC5696DD}"/>
              </a:ext>
            </a:extLst>
          </p:cNvPr>
          <p:cNvSpPr>
            <a:spLocks noGrp="1"/>
          </p:cNvSpPr>
          <p:nvPr>
            <p:ph type="body" sz="quarter" idx="20"/>
          </p:nvPr>
        </p:nvSpPr>
        <p:spPr>
          <a:xfrm>
            <a:off x="928106" y="3677284"/>
            <a:ext cx="2196094" cy="993776"/>
          </a:xfrm>
          <a:prstGeom prst="rect">
            <a:avLst/>
          </a:prstGeom>
          <a:noFill/>
        </p:spPr>
        <p:txBody>
          <a:bodyPr lIns="72000" tIns="36000" rIns="72000" bIns="36000" anchor="t">
            <a:noAutofit/>
          </a:bodyPr>
          <a:lstStyle>
            <a:lvl1pPr marL="0" indent="0" algn="ctr">
              <a:buNone/>
              <a:defRPr sz="1050"/>
            </a:lvl1pPr>
            <a:lvl2pPr marL="252000" indent="0" algn="ctr">
              <a:buNone/>
              <a:defRPr sz="1000"/>
            </a:lvl2pPr>
            <a:lvl3pPr marL="504000" indent="0" algn="ctr">
              <a:buNone/>
              <a:defRPr sz="900"/>
            </a:lvl3pPr>
            <a:lvl4pPr marL="756000" indent="0" algn="ctr">
              <a:buNone/>
              <a:defRPr sz="800"/>
            </a:lvl4pPr>
            <a:lvl5pPr marL="1008000" indent="0" algn="ctr">
              <a:buNone/>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0" name="Text Placeholder 51">
            <a:extLst>
              <a:ext uri="{FF2B5EF4-FFF2-40B4-BE49-F238E27FC236}">
                <a16:creationId xmlns:a16="http://schemas.microsoft.com/office/drawing/2014/main" id="{66E521F0-7ED8-436D-920E-3547A36175AE}"/>
              </a:ext>
            </a:extLst>
          </p:cNvPr>
          <p:cNvSpPr>
            <a:spLocks noGrp="1"/>
          </p:cNvSpPr>
          <p:nvPr>
            <p:ph type="body" sz="quarter" idx="21"/>
          </p:nvPr>
        </p:nvSpPr>
        <p:spPr>
          <a:xfrm>
            <a:off x="928106" y="3200400"/>
            <a:ext cx="2196094" cy="420710"/>
          </a:xfrm>
          <a:prstGeom prst="rect">
            <a:avLst/>
          </a:prstGeom>
          <a:solidFill>
            <a:schemeClr val="accent1"/>
          </a:solidFill>
        </p:spPr>
        <p:txBody>
          <a:bodyPr lIns="72000" tIns="36000" rIns="72000" bIns="36000" anchor="ctr">
            <a:noAutofit/>
          </a:bodyPr>
          <a:lstStyle>
            <a:lvl1pPr marL="0" indent="0" algn="ctr">
              <a:lnSpc>
                <a:spcPct val="100000"/>
              </a:lnSpc>
              <a:buNone/>
              <a:defRPr sz="110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51" name="Text Placeholder 51">
            <a:extLst>
              <a:ext uri="{FF2B5EF4-FFF2-40B4-BE49-F238E27FC236}">
                <a16:creationId xmlns:a16="http://schemas.microsoft.com/office/drawing/2014/main" id="{11A8C7CB-C823-4598-A3E4-DDF45D804A3E}"/>
              </a:ext>
            </a:extLst>
          </p:cNvPr>
          <p:cNvSpPr>
            <a:spLocks noGrp="1"/>
          </p:cNvSpPr>
          <p:nvPr>
            <p:ph type="body" sz="quarter" idx="22"/>
          </p:nvPr>
        </p:nvSpPr>
        <p:spPr>
          <a:xfrm>
            <a:off x="3640189" y="3677284"/>
            <a:ext cx="2196094" cy="993776"/>
          </a:xfrm>
          <a:prstGeom prst="rect">
            <a:avLst/>
          </a:prstGeom>
          <a:noFill/>
        </p:spPr>
        <p:txBody>
          <a:bodyPr lIns="72000" tIns="36000" rIns="72000" bIns="36000" anchor="t">
            <a:noAutofit/>
          </a:bodyPr>
          <a:lstStyle>
            <a:lvl1pPr marL="0" indent="0" algn="ctr">
              <a:buNone/>
              <a:defRPr sz="1050"/>
            </a:lvl1pPr>
            <a:lvl2pPr marL="252000" indent="0" algn="ctr">
              <a:buNone/>
              <a:defRPr sz="1000"/>
            </a:lvl2pPr>
            <a:lvl3pPr marL="504000" indent="0" algn="ctr">
              <a:buNone/>
              <a:defRPr sz="900"/>
            </a:lvl3pPr>
            <a:lvl4pPr marL="756000" indent="0" algn="ctr">
              <a:buNone/>
              <a:defRPr sz="800"/>
            </a:lvl4pPr>
            <a:lvl5pPr marL="1008000" indent="0" algn="ctr">
              <a:buNone/>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2" name="Text Placeholder 51">
            <a:extLst>
              <a:ext uri="{FF2B5EF4-FFF2-40B4-BE49-F238E27FC236}">
                <a16:creationId xmlns:a16="http://schemas.microsoft.com/office/drawing/2014/main" id="{B4B7C2A7-239B-4577-AF83-E9DF806BA7FD}"/>
              </a:ext>
            </a:extLst>
          </p:cNvPr>
          <p:cNvSpPr>
            <a:spLocks noGrp="1"/>
          </p:cNvSpPr>
          <p:nvPr>
            <p:ph type="body" sz="quarter" idx="23"/>
          </p:nvPr>
        </p:nvSpPr>
        <p:spPr>
          <a:xfrm>
            <a:off x="3640189" y="3200400"/>
            <a:ext cx="2196094" cy="420710"/>
          </a:xfrm>
          <a:prstGeom prst="rect">
            <a:avLst/>
          </a:prstGeom>
          <a:solidFill>
            <a:schemeClr val="tx1"/>
          </a:solidFill>
        </p:spPr>
        <p:txBody>
          <a:bodyPr lIns="72000" tIns="36000" rIns="72000" bIns="36000" anchor="ctr">
            <a:noAutofit/>
          </a:bodyPr>
          <a:lstStyle>
            <a:lvl1pPr marL="0" indent="0" algn="ctr">
              <a:lnSpc>
                <a:spcPct val="100000"/>
              </a:lnSpc>
              <a:buNone/>
              <a:defRPr sz="110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53" name="Text Placeholder 51">
            <a:extLst>
              <a:ext uri="{FF2B5EF4-FFF2-40B4-BE49-F238E27FC236}">
                <a16:creationId xmlns:a16="http://schemas.microsoft.com/office/drawing/2014/main" id="{EAE026D0-949C-4467-9B8B-4EDEA931E379}"/>
              </a:ext>
            </a:extLst>
          </p:cNvPr>
          <p:cNvSpPr>
            <a:spLocks noGrp="1"/>
          </p:cNvSpPr>
          <p:nvPr>
            <p:ph type="body" sz="quarter" idx="24"/>
          </p:nvPr>
        </p:nvSpPr>
        <p:spPr>
          <a:xfrm>
            <a:off x="6352272" y="3677284"/>
            <a:ext cx="2196094" cy="993776"/>
          </a:xfrm>
          <a:prstGeom prst="rect">
            <a:avLst/>
          </a:prstGeom>
          <a:noFill/>
        </p:spPr>
        <p:txBody>
          <a:bodyPr lIns="72000" tIns="36000" rIns="72000" bIns="36000" anchor="t">
            <a:noAutofit/>
          </a:bodyPr>
          <a:lstStyle>
            <a:lvl1pPr marL="0" indent="0" algn="ctr">
              <a:buNone/>
              <a:defRPr sz="1050"/>
            </a:lvl1pPr>
            <a:lvl2pPr marL="252000" indent="0" algn="ctr">
              <a:buNone/>
              <a:defRPr sz="1000"/>
            </a:lvl2pPr>
            <a:lvl3pPr marL="504000" indent="0" algn="ctr">
              <a:buNone/>
              <a:defRPr sz="900"/>
            </a:lvl3pPr>
            <a:lvl4pPr marL="756000" indent="0" algn="ctr">
              <a:buNone/>
              <a:defRPr sz="800"/>
            </a:lvl4pPr>
            <a:lvl5pPr marL="1008000" indent="0" algn="ctr">
              <a:buNone/>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4" name="Text Placeholder 51">
            <a:extLst>
              <a:ext uri="{FF2B5EF4-FFF2-40B4-BE49-F238E27FC236}">
                <a16:creationId xmlns:a16="http://schemas.microsoft.com/office/drawing/2014/main" id="{C7D20741-1EDF-4E74-8763-B70D564FCDAE}"/>
              </a:ext>
            </a:extLst>
          </p:cNvPr>
          <p:cNvSpPr>
            <a:spLocks noGrp="1"/>
          </p:cNvSpPr>
          <p:nvPr>
            <p:ph type="body" sz="quarter" idx="25"/>
          </p:nvPr>
        </p:nvSpPr>
        <p:spPr>
          <a:xfrm>
            <a:off x="6352272" y="3200400"/>
            <a:ext cx="2196094" cy="420710"/>
          </a:xfrm>
          <a:prstGeom prst="rect">
            <a:avLst/>
          </a:prstGeom>
          <a:solidFill>
            <a:schemeClr val="accent3">
              <a:lumMod val="50000"/>
            </a:schemeClr>
          </a:solidFill>
        </p:spPr>
        <p:txBody>
          <a:bodyPr lIns="72000" tIns="36000" rIns="72000" bIns="36000" anchor="ctr">
            <a:noAutofit/>
          </a:bodyPr>
          <a:lstStyle>
            <a:lvl1pPr marL="0" indent="0" algn="ctr">
              <a:lnSpc>
                <a:spcPct val="100000"/>
              </a:lnSpc>
              <a:buNone/>
              <a:defRPr sz="110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55" name="Text Placeholder 51">
            <a:extLst>
              <a:ext uri="{FF2B5EF4-FFF2-40B4-BE49-F238E27FC236}">
                <a16:creationId xmlns:a16="http://schemas.microsoft.com/office/drawing/2014/main" id="{CB65133A-5116-499D-80A9-4A168601550A}"/>
              </a:ext>
            </a:extLst>
          </p:cNvPr>
          <p:cNvSpPr>
            <a:spLocks noGrp="1"/>
          </p:cNvSpPr>
          <p:nvPr>
            <p:ph type="body" sz="quarter" idx="26"/>
          </p:nvPr>
        </p:nvSpPr>
        <p:spPr>
          <a:xfrm>
            <a:off x="9056658" y="3677284"/>
            <a:ext cx="2196094" cy="993776"/>
          </a:xfrm>
          <a:prstGeom prst="rect">
            <a:avLst/>
          </a:prstGeom>
          <a:noFill/>
        </p:spPr>
        <p:txBody>
          <a:bodyPr lIns="72000" tIns="36000" rIns="72000" bIns="36000" anchor="t">
            <a:noAutofit/>
          </a:bodyPr>
          <a:lstStyle>
            <a:lvl1pPr marL="0" indent="0" algn="ctr">
              <a:buNone/>
              <a:defRPr sz="1050"/>
            </a:lvl1pPr>
            <a:lvl2pPr marL="252000" indent="0" algn="ctr">
              <a:buNone/>
              <a:defRPr sz="1000"/>
            </a:lvl2pPr>
            <a:lvl3pPr marL="504000" indent="0" algn="ctr">
              <a:buNone/>
              <a:defRPr sz="900"/>
            </a:lvl3pPr>
            <a:lvl4pPr marL="756000" indent="0" algn="ctr">
              <a:buNone/>
              <a:defRPr sz="800"/>
            </a:lvl4pPr>
            <a:lvl5pPr marL="1008000" indent="0" algn="ctr">
              <a:buNone/>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6" name="Text Placeholder 51">
            <a:extLst>
              <a:ext uri="{FF2B5EF4-FFF2-40B4-BE49-F238E27FC236}">
                <a16:creationId xmlns:a16="http://schemas.microsoft.com/office/drawing/2014/main" id="{F7937E03-7C95-40D8-9C5E-266C90C1C7E1}"/>
              </a:ext>
            </a:extLst>
          </p:cNvPr>
          <p:cNvSpPr>
            <a:spLocks noGrp="1"/>
          </p:cNvSpPr>
          <p:nvPr>
            <p:ph type="body" sz="quarter" idx="27"/>
          </p:nvPr>
        </p:nvSpPr>
        <p:spPr>
          <a:xfrm>
            <a:off x="9056658" y="3200400"/>
            <a:ext cx="2196094" cy="420710"/>
          </a:xfrm>
          <a:prstGeom prst="rect">
            <a:avLst/>
          </a:prstGeom>
          <a:solidFill>
            <a:schemeClr val="accent1"/>
          </a:solidFill>
        </p:spPr>
        <p:txBody>
          <a:bodyPr lIns="72000" tIns="36000" rIns="72000" bIns="36000" anchor="ctr">
            <a:noAutofit/>
          </a:bodyPr>
          <a:lstStyle>
            <a:lvl1pPr marL="0" indent="0" algn="ctr">
              <a:lnSpc>
                <a:spcPct val="100000"/>
              </a:lnSpc>
              <a:buNone/>
              <a:defRPr sz="110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29" name="Picture Placeholder 2">
            <a:extLst>
              <a:ext uri="{FF2B5EF4-FFF2-40B4-BE49-F238E27FC236}">
                <a16:creationId xmlns:a16="http://schemas.microsoft.com/office/drawing/2014/main" id="{08BAC323-AA47-4796-BAFA-D14775E3BFC5}"/>
              </a:ext>
            </a:extLst>
          </p:cNvPr>
          <p:cNvSpPr>
            <a:spLocks noGrp="1" noChangeAspect="1"/>
          </p:cNvSpPr>
          <p:nvPr>
            <p:ph type="pic" sz="quarter" idx="39"/>
          </p:nvPr>
        </p:nvSpPr>
        <p:spPr>
          <a:xfrm>
            <a:off x="1576707" y="2093455"/>
            <a:ext cx="900000" cy="900000"/>
          </a:xfrm>
          <a:prstGeom prst="ellipse">
            <a:avLst/>
          </a:prstGeom>
          <a:solidFill>
            <a:srgbClr val="FFB500"/>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0" name="Picture Placeholder 2">
            <a:extLst>
              <a:ext uri="{FF2B5EF4-FFF2-40B4-BE49-F238E27FC236}">
                <a16:creationId xmlns:a16="http://schemas.microsoft.com/office/drawing/2014/main" id="{DC57963C-5768-4B33-AD30-6AE2194375C8}"/>
              </a:ext>
            </a:extLst>
          </p:cNvPr>
          <p:cNvSpPr>
            <a:spLocks noGrp="1" noChangeAspect="1"/>
          </p:cNvSpPr>
          <p:nvPr>
            <p:ph type="pic" sz="quarter" idx="40"/>
          </p:nvPr>
        </p:nvSpPr>
        <p:spPr>
          <a:xfrm>
            <a:off x="4295580" y="4811782"/>
            <a:ext cx="900000" cy="900000"/>
          </a:xfrm>
          <a:prstGeom prst="ellipse">
            <a:avLst/>
          </a:prstGeom>
          <a:solidFill>
            <a:schemeClr val="accent2"/>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1" name="Picture Placeholder 2">
            <a:extLst>
              <a:ext uri="{FF2B5EF4-FFF2-40B4-BE49-F238E27FC236}">
                <a16:creationId xmlns:a16="http://schemas.microsoft.com/office/drawing/2014/main" id="{30452A42-2F08-419A-91F7-68C89F6CB1EE}"/>
              </a:ext>
            </a:extLst>
          </p:cNvPr>
          <p:cNvSpPr>
            <a:spLocks noGrp="1" noChangeAspect="1"/>
          </p:cNvSpPr>
          <p:nvPr>
            <p:ph type="pic" sz="quarter" idx="41"/>
          </p:nvPr>
        </p:nvSpPr>
        <p:spPr>
          <a:xfrm>
            <a:off x="7014042" y="2093455"/>
            <a:ext cx="900000" cy="900000"/>
          </a:xfrm>
          <a:prstGeom prst="ellipse">
            <a:avLst/>
          </a:prstGeom>
          <a:solidFill>
            <a:schemeClr val="accent3">
              <a:lumMod val="50000"/>
            </a:schemeClr>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2" name="Picture Placeholder 2">
            <a:extLst>
              <a:ext uri="{FF2B5EF4-FFF2-40B4-BE49-F238E27FC236}">
                <a16:creationId xmlns:a16="http://schemas.microsoft.com/office/drawing/2014/main" id="{0AD6CB60-953A-44A0-80D2-24870A73894B}"/>
              </a:ext>
            </a:extLst>
          </p:cNvPr>
          <p:cNvSpPr>
            <a:spLocks noGrp="1" noChangeAspect="1"/>
          </p:cNvSpPr>
          <p:nvPr>
            <p:ph type="pic" sz="quarter" idx="42"/>
          </p:nvPr>
        </p:nvSpPr>
        <p:spPr>
          <a:xfrm>
            <a:off x="9715293" y="4811782"/>
            <a:ext cx="900000" cy="900000"/>
          </a:xfrm>
          <a:prstGeom prst="ellipse">
            <a:avLst/>
          </a:prstGeom>
          <a:solidFill>
            <a:schemeClr val="accent1"/>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grpSp>
        <p:nvGrpSpPr>
          <p:cNvPr id="2" name="Group 1">
            <a:extLst>
              <a:ext uri="{FF2B5EF4-FFF2-40B4-BE49-F238E27FC236}">
                <a16:creationId xmlns:a16="http://schemas.microsoft.com/office/drawing/2014/main" id="{6CEAF74C-DC55-DAA2-22C7-76BF53567522}"/>
              </a:ext>
            </a:extLst>
          </p:cNvPr>
          <p:cNvGrpSpPr/>
          <p:nvPr/>
        </p:nvGrpSpPr>
        <p:grpSpPr>
          <a:xfrm>
            <a:off x="0" y="0"/>
            <a:ext cx="12192000" cy="301809"/>
            <a:chOff x="0" y="0"/>
            <a:chExt cx="12192000" cy="301809"/>
          </a:xfrm>
        </p:grpSpPr>
        <p:sp>
          <p:nvSpPr>
            <p:cNvPr id="3" name="Rectangle 2">
              <a:extLst>
                <a:ext uri="{FF2B5EF4-FFF2-40B4-BE49-F238E27FC236}">
                  <a16:creationId xmlns:a16="http://schemas.microsoft.com/office/drawing/2014/main" id="{2B1D53C7-A0F1-C738-FCEC-C401D3F482DA}"/>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7357F4B2-821D-0A37-5B35-39AFAB04B9A0}"/>
                </a:ext>
              </a:extLst>
            </p:cNvPr>
            <p:cNvGrpSpPr/>
            <p:nvPr userDrawn="1"/>
          </p:nvGrpSpPr>
          <p:grpSpPr>
            <a:xfrm>
              <a:off x="10687010" y="58571"/>
              <a:ext cx="1279331" cy="184666"/>
              <a:chOff x="10759355" y="58571"/>
              <a:chExt cx="1279331" cy="184666"/>
            </a:xfrm>
          </p:grpSpPr>
          <p:pic>
            <p:nvPicPr>
              <p:cNvPr id="16" name="Picture 15">
                <a:extLst>
                  <a:ext uri="{FF2B5EF4-FFF2-40B4-BE49-F238E27FC236}">
                    <a16:creationId xmlns:a16="http://schemas.microsoft.com/office/drawing/2014/main" id="{B562EFD4-4AFB-9480-61CE-C958685EAEC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7" name="TextBox 16">
                <a:extLst>
                  <a:ext uri="{FF2B5EF4-FFF2-40B4-BE49-F238E27FC236}">
                    <a16:creationId xmlns:a16="http://schemas.microsoft.com/office/drawing/2014/main" id="{344C991C-2E9F-F235-7C3A-72F7CB6E34F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9" name="Straight Connector 8">
              <a:extLst>
                <a:ext uri="{FF2B5EF4-FFF2-40B4-BE49-F238E27FC236}">
                  <a16:creationId xmlns:a16="http://schemas.microsoft.com/office/drawing/2014/main" id="{491A015A-A972-D15F-BD23-33CC97D2FA2D}"/>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FD250EA-5834-FBAF-E70F-BFC446FEA07A}"/>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 name="Title 3">
            <a:extLst>
              <a:ext uri="{FF2B5EF4-FFF2-40B4-BE49-F238E27FC236}">
                <a16:creationId xmlns:a16="http://schemas.microsoft.com/office/drawing/2014/main" id="{4F0B0E25-40D3-A49F-7072-8D86DBF18746}"/>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87382448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Infog_14">
    <p:spTree>
      <p:nvGrpSpPr>
        <p:cNvPr id="1" name=""/>
        <p:cNvGrpSpPr/>
        <p:nvPr/>
      </p:nvGrpSpPr>
      <p:grpSpPr>
        <a:xfrm>
          <a:off x="0" y="0"/>
          <a:ext cx="0" cy="0"/>
          <a:chOff x="0" y="0"/>
          <a:chExt cx="0" cy="0"/>
        </a:xfrm>
      </p:grpSpPr>
      <p:sp>
        <p:nvSpPr>
          <p:cNvPr id="6" name="Freeform 8">
            <a:extLst>
              <a:ext uri="{FF2B5EF4-FFF2-40B4-BE49-F238E27FC236}">
                <a16:creationId xmlns:a16="http://schemas.microsoft.com/office/drawing/2014/main" id="{E3D36DA3-50CC-4FCD-95E9-B6C4858897C8}"/>
              </a:ext>
            </a:extLst>
          </p:cNvPr>
          <p:cNvSpPr>
            <a:spLocks/>
          </p:cNvSpPr>
          <p:nvPr/>
        </p:nvSpPr>
        <p:spPr bwMode="auto">
          <a:xfrm>
            <a:off x="6399686" y="4610695"/>
            <a:ext cx="2165405" cy="1285597"/>
          </a:xfrm>
          <a:custGeom>
            <a:avLst/>
            <a:gdLst>
              <a:gd name="T0" fmla="*/ 206 w 254"/>
              <a:gd name="T1" fmla="*/ 0 h 150"/>
              <a:gd name="T2" fmla="*/ 0 w 254"/>
              <a:gd name="T3" fmla="*/ 150 h 150"/>
              <a:gd name="T4" fmla="*/ 254 w 254"/>
              <a:gd name="T5" fmla="*/ 150 h 150"/>
              <a:gd name="T6" fmla="*/ 206 w 254"/>
              <a:gd name="T7" fmla="*/ 0 h 150"/>
            </a:gdLst>
            <a:ahLst/>
            <a:cxnLst>
              <a:cxn ang="0">
                <a:pos x="T0" y="T1"/>
              </a:cxn>
              <a:cxn ang="0">
                <a:pos x="T2" y="T3"/>
              </a:cxn>
              <a:cxn ang="0">
                <a:pos x="T4" y="T5"/>
              </a:cxn>
              <a:cxn ang="0">
                <a:pos x="T6" y="T7"/>
              </a:cxn>
            </a:cxnLst>
            <a:rect l="0" t="0" r="r" b="b"/>
            <a:pathLst>
              <a:path w="254" h="150">
                <a:moveTo>
                  <a:pt x="206" y="0"/>
                </a:moveTo>
                <a:cubicBezTo>
                  <a:pt x="0" y="150"/>
                  <a:pt x="0" y="150"/>
                  <a:pt x="0" y="150"/>
                </a:cubicBezTo>
                <a:cubicBezTo>
                  <a:pt x="254" y="150"/>
                  <a:pt x="254" y="150"/>
                  <a:pt x="254" y="150"/>
                </a:cubicBezTo>
                <a:cubicBezTo>
                  <a:pt x="254" y="97"/>
                  <a:pt x="238" y="44"/>
                  <a:pt x="206" y="0"/>
                </a:cubicBezTo>
                <a:close/>
              </a:path>
            </a:pathLst>
          </a:custGeom>
          <a:solidFill>
            <a:schemeClr val="accent5"/>
          </a:solidFill>
          <a:ln w="12700">
            <a:solidFill>
              <a:srgbClr val="FFFFFF"/>
            </a:solidFill>
          </a:ln>
        </p:spPr>
        <p:txBody>
          <a:bodyPr vert="horz" wrap="square" lIns="91440" tIns="45720" rIns="91440" bIns="45720" numCol="1" anchor="t" anchorCtr="0" compatLnSpc="1">
            <a:prstTxWarp prst="textNoShape">
              <a:avLst/>
            </a:prstTxWarp>
          </a:bodyPr>
          <a:lstStyle/>
          <a:p>
            <a:endParaRPr lang="en-US" dirty="0">
              <a:latin typeface="Questrial" charset="0"/>
              <a:ea typeface="Questrial" charset="0"/>
              <a:cs typeface="Questrial" charset="0"/>
            </a:endParaRPr>
          </a:p>
        </p:txBody>
      </p:sp>
      <p:sp>
        <p:nvSpPr>
          <p:cNvPr id="7" name="Freeform 6">
            <a:extLst>
              <a:ext uri="{FF2B5EF4-FFF2-40B4-BE49-F238E27FC236}">
                <a16:creationId xmlns:a16="http://schemas.microsoft.com/office/drawing/2014/main" id="{A013E9D7-8EC8-4316-B758-A8DC64E763AD}"/>
              </a:ext>
            </a:extLst>
          </p:cNvPr>
          <p:cNvSpPr>
            <a:spLocks/>
          </p:cNvSpPr>
          <p:nvPr/>
        </p:nvSpPr>
        <p:spPr bwMode="auto">
          <a:xfrm>
            <a:off x="6399686" y="3629963"/>
            <a:ext cx="1935578" cy="2280320"/>
          </a:xfrm>
          <a:custGeom>
            <a:avLst/>
            <a:gdLst>
              <a:gd name="T0" fmla="*/ 87 w 227"/>
              <a:gd name="T1" fmla="*/ 0 h 266"/>
              <a:gd name="T2" fmla="*/ 0 w 227"/>
              <a:gd name="T3" fmla="*/ 266 h 266"/>
              <a:gd name="T4" fmla="*/ 227 w 227"/>
              <a:gd name="T5" fmla="*/ 102 h 266"/>
              <a:gd name="T6" fmla="*/ 87 w 227"/>
              <a:gd name="T7" fmla="*/ 0 h 266"/>
            </a:gdLst>
            <a:ahLst/>
            <a:cxnLst>
              <a:cxn ang="0">
                <a:pos x="T0" y="T1"/>
              </a:cxn>
              <a:cxn ang="0">
                <a:pos x="T2" y="T3"/>
              </a:cxn>
              <a:cxn ang="0">
                <a:pos x="T4" y="T5"/>
              </a:cxn>
              <a:cxn ang="0">
                <a:pos x="T6" y="T7"/>
              </a:cxn>
            </a:cxnLst>
            <a:rect l="0" t="0" r="r" b="b"/>
            <a:pathLst>
              <a:path w="227" h="266">
                <a:moveTo>
                  <a:pt x="87" y="0"/>
                </a:moveTo>
                <a:cubicBezTo>
                  <a:pt x="0" y="266"/>
                  <a:pt x="0" y="266"/>
                  <a:pt x="0" y="266"/>
                </a:cubicBezTo>
                <a:cubicBezTo>
                  <a:pt x="227" y="102"/>
                  <a:pt x="227" y="102"/>
                  <a:pt x="227" y="102"/>
                </a:cubicBezTo>
                <a:cubicBezTo>
                  <a:pt x="192" y="53"/>
                  <a:pt x="142" y="18"/>
                  <a:pt x="87" y="0"/>
                </a:cubicBezTo>
                <a:close/>
              </a:path>
            </a:pathLst>
          </a:custGeom>
          <a:solidFill>
            <a:schemeClr val="accent4"/>
          </a:solidFill>
          <a:ln w="12700">
            <a:solidFill>
              <a:srgbClr val="FFFFFF"/>
            </a:solidFill>
          </a:ln>
        </p:spPr>
        <p:txBody>
          <a:bodyPr vert="horz" wrap="square" lIns="91440" tIns="45720" rIns="91440" bIns="45720" numCol="1" anchor="t" anchorCtr="0" compatLnSpc="1">
            <a:prstTxWarp prst="textNoShape">
              <a:avLst/>
            </a:prstTxWarp>
          </a:bodyPr>
          <a:lstStyle/>
          <a:p>
            <a:endParaRPr lang="en-US" dirty="0">
              <a:latin typeface="Questrial" charset="0"/>
              <a:ea typeface="Questrial" charset="0"/>
              <a:cs typeface="Questrial" charset="0"/>
            </a:endParaRPr>
          </a:p>
        </p:txBody>
      </p:sp>
      <p:sp>
        <p:nvSpPr>
          <p:cNvPr id="8" name="Freeform 7">
            <a:extLst>
              <a:ext uri="{FF2B5EF4-FFF2-40B4-BE49-F238E27FC236}">
                <a16:creationId xmlns:a16="http://schemas.microsoft.com/office/drawing/2014/main" id="{074B05E3-15A4-4BA4-9190-4D07CA786323}"/>
              </a:ext>
            </a:extLst>
          </p:cNvPr>
          <p:cNvSpPr>
            <a:spLocks/>
          </p:cNvSpPr>
          <p:nvPr/>
        </p:nvSpPr>
        <p:spPr bwMode="auto">
          <a:xfrm>
            <a:off x="5601180" y="3295996"/>
            <a:ext cx="1612383" cy="2614286"/>
          </a:xfrm>
          <a:custGeom>
            <a:avLst/>
            <a:gdLst>
              <a:gd name="T0" fmla="*/ 95 w 189"/>
              <a:gd name="T1" fmla="*/ 0 h 305"/>
              <a:gd name="T2" fmla="*/ 0 w 189"/>
              <a:gd name="T3" fmla="*/ 15 h 305"/>
              <a:gd name="T4" fmla="*/ 95 w 189"/>
              <a:gd name="T5" fmla="*/ 305 h 305"/>
              <a:gd name="T6" fmla="*/ 189 w 189"/>
              <a:gd name="T7" fmla="*/ 15 h 305"/>
              <a:gd name="T8" fmla="*/ 95 w 189"/>
              <a:gd name="T9" fmla="*/ 0 h 305"/>
            </a:gdLst>
            <a:ahLst/>
            <a:cxnLst>
              <a:cxn ang="0">
                <a:pos x="T0" y="T1"/>
              </a:cxn>
              <a:cxn ang="0">
                <a:pos x="T2" y="T3"/>
              </a:cxn>
              <a:cxn ang="0">
                <a:pos x="T4" y="T5"/>
              </a:cxn>
              <a:cxn ang="0">
                <a:pos x="T6" y="T7"/>
              </a:cxn>
              <a:cxn ang="0">
                <a:pos x="T8" y="T9"/>
              </a:cxn>
            </a:cxnLst>
            <a:rect l="0" t="0" r="r" b="b"/>
            <a:pathLst>
              <a:path w="189" h="305">
                <a:moveTo>
                  <a:pt x="95" y="0"/>
                </a:moveTo>
                <a:cubicBezTo>
                  <a:pt x="62" y="0"/>
                  <a:pt x="30" y="5"/>
                  <a:pt x="0" y="15"/>
                </a:cubicBezTo>
                <a:cubicBezTo>
                  <a:pt x="95" y="305"/>
                  <a:pt x="95" y="305"/>
                  <a:pt x="95" y="305"/>
                </a:cubicBezTo>
                <a:cubicBezTo>
                  <a:pt x="189" y="15"/>
                  <a:pt x="189" y="15"/>
                  <a:pt x="189" y="15"/>
                </a:cubicBezTo>
                <a:cubicBezTo>
                  <a:pt x="159" y="5"/>
                  <a:pt x="128" y="0"/>
                  <a:pt x="95" y="0"/>
                </a:cubicBezTo>
                <a:close/>
              </a:path>
            </a:pathLst>
          </a:custGeom>
          <a:solidFill>
            <a:schemeClr val="accent1">
              <a:lumMod val="60000"/>
              <a:lumOff val="40000"/>
            </a:schemeClr>
          </a:solidFill>
          <a:ln w="12700">
            <a:solidFill>
              <a:srgbClr val="FFFFFF"/>
            </a:solidFill>
          </a:ln>
        </p:spPr>
        <p:txBody>
          <a:bodyPr vert="horz" wrap="square" lIns="91440" tIns="45720" rIns="91440" bIns="45720" numCol="1" anchor="t" anchorCtr="0" compatLnSpc="1">
            <a:prstTxWarp prst="textNoShape">
              <a:avLst/>
            </a:prstTxWarp>
          </a:bodyPr>
          <a:lstStyle/>
          <a:p>
            <a:endParaRPr lang="en-US" dirty="0">
              <a:latin typeface="Questrial" charset="0"/>
              <a:ea typeface="Questrial" charset="0"/>
              <a:cs typeface="Questrial" charset="0"/>
            </a:endParaRPr>
          </a:p>
        </p:txBody>
      </p:sp>
      <p:sp>
        <p:nvSpPr>
          <p:cNvPr id="11" name="Freeform 5">
            <a:extLst>
              <a:ext uri="{FF2B5EF4-FFF2-40B4-BE49-F238E27FC236}">
                <a16:creationId xmlns:a16="http://schemas.microsoft.com/office/drawing/2014/main" id="{2A4EC1F8-FA70-4D12-9113-7F7E9E48DE4D}"/>
              </a:ext>
            </a:extLst>
          </p:cNvPr>
          <p:cNvSpPr>
            <a:spLocks/>
          </p:cNvSpPr>
          <p:nvPr/>
        </p:nvSpPr>
        <p:spPr bwMode="auto">
          <a:xfrm>
            <a:off x="3378319" y="4104357"/>
            <a:ext cx="3034440" cy="1791935"/>
          </a:xfrm>
          <a:custGeom>
            <a:avLst/>
            <a:gdLst>
              <a:gd name="T0" fmla="*/ 0 w 356"/>
              <a:gd name="T1" fmla="*/ 209 h 209"/>
              <a:gd name="T2" fmla="*/ 356 w 356"/>
              <a:gd name="T3" fmla="*/ 209 h 209"/>
              <a:gd name="T4" fmla="*/ 68 w 356"/>
              <a:gd name="T5" fmla="*/ 0 h 209"/>
              <a:gd name="T6" fmla="*/ 0 w 356"/>
              <a:gd name="T7" fmla="*/ 209 h 209"/>
            </a:gdLst>
            <a:ahLst/>
            <a:cxnLst>
              <a:cxn ang="0">
                <a:pos x="T0" y="T1"/>
              </a:cxn>
              <a:cxn ang="0">
                <a:pos x="T2" y="T3"/>
              </a:cxn>
              <a:cxn ang="0">
                <a:pos x="T4" y="T5"/>
              </a:cxn>
              <a:cxn ang="0">
                <a:pos x="T6" y="T7"/>
              </a:cxn>
            </a:cxnLst>
            <a:rect l="0" t="0" r="r" b="b"/>
            <a:pathLst>
              <a:path w="356" h="209">
                <a:moveTo>
                  <a:pt x="0" y="209"/>
                </a:moveTo>
                <a:cubicBezTo>
                  <a:pt x="356" y="209"/>
                  <a:pt x="356" y="209"/>
                  <a:pt x="356" y="209"/>
                </a:cubicBezTo>
                <a:cubicBezTo>
                  <a:pt x="68" y="0"/>
                  <a:pt x="68" y="0"/>
                  <a:pt x="68" y="0"/>
                </a:cubicBezTo>
                <a:cubicBezTo>
                  <a:pt x="25" y="58"/>
                  <a:pt x="0" y="131"/>
                  <a:pt x="0" y="209"/>
                </a:cubicBezTo>
                <a:close/>
              </a:path>
            </a:pathLst>
          </a:custGeom>
          <a:solidFill>
            <a:schemeClr val="accent1"/>
          </a:solidFill>
          <a:ln w="12700">
            <a:solidFill>
              <a:srgbClr val="FFFFFF"/>
            </a:solidFill>
          </a:ln>
        </p:spPr>
        <p:txBody>
          <a:bodyPr vert="horz" wrap="square" lIns="91440" tIns="45720" rIns="91440" bIns="45720" numCol="1" anchor="t" anchorCtr="0" compatLnSpc="1">
            <a:prstTxWarp prst="textNoShape">
              <a:avLst/>
            </a:prstTxWarp>
          </a:bodyPr>
          <a:lstStyle/>
          <a:p>
            <a:endParaRPr lang="en-US" dirty="0">
              <a:latin typeface="Questrial" charset="0"/>
              <a:ea typeface="Questrial" charset="0"/>
              <a:cs typeface="Questrial" charset="0"/>
            </a:endParaRPr>
          </a:p>
        </p:txBody>
      </p:sp>
      <p:cxnSp>
        <p:nvCxnSpPr>
          <p:cNvPr id="13" name="Straight Connector 12">
            <a:extLst>
              <a:ext uri="{FF2B5EF4-FFF2-40B4-BE49-F238E27FC236}">
                <a16:creationId xmlns:a16="http://schemas.microsoft.com/office/drawing/2014/main" id="{8D1AAED7-4C7C-484F-884F-9C9E6B26F876}"/>
              </a:ext>
            </a:extLst>
          </p:cNvPr>
          <p:cNvCxnSpPr/>
          <p:nvPr/>
        </p:nvCxnSpPr>
        <p:spPr>
          <a:xfrm flipH="1">
            <a:off x="3153187" y="5151976"/>
            <a:ext cx="306400" cy="1"/>
          </a:xfrm>
          <a:prstGeom prst="line">
            <a:avLst/>
          </a:prstGeom>
          <a:ln w="12700" cmpd="sng">
            <a:solidFill>
              <a:schemeClr val="bg1">
                <a:lumMod val="75000"/>
              </a:schemeClr>
            </a:solidFill>
            <a:prstDash val="dash"/>
            <a:headEnd type="none"/>
            <a:tailEnd type="oval" w="lg" len="lg"/>
          </a:ln>
          <a:effectLst/>
        </p:spPr>
        <p:style>
          <a:lnRef idx="2">
            <a:schemeClr val="accent1"/>
          </a:lnRef>
          <a:fillRef idx="0">
            <a:schemeClr val="accent1"/>
          </a:fillRef>
          <a:effectRef idx="1">
            <a:schemeClr val="accent1"/>
          </a:effectRef>
          <a:fontRef idx="minor">
            <a:schemeClr val="tx1"/>
          </a:fontRef>
        </p:style>
      </p:cxnSp>
      <p:sp>
        <p:nvSpPr>
          <p:cNvPr id="14" name="Freeform 50">
            <a:extLst>
              <a:ext uri="{FF2B5EF4-FFF2-40B4-BE49-F238E27FC236}">
                <a16:creationId xmlns:a16="http://schemas.microsoft.com/office/drawing/2014/main" id="{E3259368-FF4A-42E9-8910-9C6D8FAEF397}"/>
              </a:ext>
            </a:extLst>
          </p:cNvPr>
          <p:cNvSpPr/>
          <p:nvPr/>
        </p:nvSpPr>
        <p:spPr>
          <a:xfrm flipH="1" flipV="1">
            <a:off x="3674247" y="3547056"/>
            <a:ext cx="901989" cy="379662"/>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12700" cmpd="sng">
            <a:solidFill>
              <a:schemeClr val="bg1">
                <a:lumMod val="75000"/>
              </a:schemeClr>
            </a:solidFill>
            <a:prstDash val="dash"/>
            <a:headEnd type="oval" w="lg" len="lg"/>
            <a:tailEnd type="none"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latin typeface="Questrial" charset="0"/>
            </a:endParaRPr>
          </a:p>
        </p:txBody>
      </p:sp>
      <p:sp>
        <p:nvSpPr>
          <p:cNvPr id="15" name="Freeform 51">
            <a:extLst>
              <a:ext uri="{FF2B5EF4-FFF2-40B4-BE49-F238E27FC236}">
                <a16:creationId xmlns:a16="http://schemas.microsoft.com/office/drawing/2014/main" id="{567168FE-DCEF-4677-BE9E-3AE8D35F9A86}"/>
              </a:ext>
            </a:extLst>
          </p:cNvPr>
          <p:cNvSpPr/>
          <p:nvPr/>
        </p:nvSpPr>
        <p:spPr>
          <a:xfrm flipH="1" flipV="1">
            <a:off x="5460176" y="2161508"/>
            <a:ext cx="901989" cy="1148042"/>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12700" cmpd="sng">
            <a:solidFill>
              <a:schemeClr val="bg1">
                <a:lumMod val="75000"/>
              </a:schemeClr>
            </a:solidFill>
            <a:prstDash val="dash"/>
            <a:headEnd type="oval" w="lg" len="lg"/>
            <a:tailEnd type="none"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latin typeface="Questrial" charset="0"/>
            </a:endParaRPr>
          </a:p>
        </p:txBody>
      </p:sp>
      <p:sp>
        <p:nvSpPr>
          <p:cNvPr id="16" name="Freeform 52">
            <a:extLst>
              <a:ext uri="{FF2B5EF4-FFF2-40B4-BE49-F238E27FC236}">
                <a16:creationId xmlns:a16="http://schemas.microsoft.com/office/drawing/2014/main" id="{4D7E25C5-7F7A-4EA4-998B-164D825908E5}"/>
              </a:ext>
            </a:extLst>
          </p:cNvPr>
          <p:cNvSpPr/>
          <p:nvPr/>
        </p:nvSpPr>
        <p:spPr>
          <a:xfrm flipV="1">
            <a:off x="7748877" y="3186757"/>
            <a:ext cx="901989" cy="760494"/>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12700" cmpd="sng">
            <a:solidFill>
              <a:schemeClr val="bg1">
                <a:lumMod val="75000"/>
              </a:schemeClr>
            </a:solidFill>
            <a:prstDash val="dash"/>
            <a:headEnd type="oval" w="lg" len="lg"/>
            <a:tailEnd type="none" w="lg" len="lg"/>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latin typeface="Questrial" charset="0"/>
            </a:endParaRPr>
          </a:p>
        </p:txBody>
      </p:sp>
      <p:cxnSp>
        <p:nvCxnSpPr>
          <p:cNvPr id="17" name="Straight Connector 16">
            <a:extLst>
              <a:ext uri="{FF2B5EF4-FFF2-40B4-BE49-F238E27FC236}">
                <a16:creationId xmlns:a16="http://schemas.microsoft.com/office/drawing/2014/main" id="{97A84024-DEEE-47B6-A3AA-A8C1A93038F6}"/>
              </a:ext>
            </a:extLst>
          </p:cNvPr>
          <p:cNvCxnSpPr/>
          <p:nvPr/>
        </p:nvCxnSpPr>
        <p:spPr>
          <a:xfrm>
            <a:off x="8411889" y="5151976"/>
            <a:ext cx="600390" cy="0"/>
          </a:xfrm>
          <a:prstGeom prst="line">
            <a:avLst/>
          </a:prstGeom>
          <a:ln w="12700" cmpd="sng">
            <a:solidFill>
              <a:schemeClr val="bg1">
                <a:lumMod val="75000"/>
              </a:schemeClr>
            </a:solidFill>
            <a:prstDash val="dash"/>
            <a:headEnd type="none"/>
            <a:tailEnd type="oval" w="lg" len="lg"/>
          </a:ln>
          <a:effectLst/>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0FD8F695-C433-4C9E-ADA7-0D9279C0A758}"/>
              </a:ext>
            </a:extLst>
          </p:cNvPr>
          <p:cNvSpPr txBox="1"/>
          <p:nvPr/>
        </p:nvSpPr>
        <p:spPr>
          <a:xfrm>
            <a:off x="6169107" y="5576849"/>
            <a:ext cx="595035" cy="584775"/>
          </a:xfrm>
          <a:prstGeom prst="rect">
            <a:avLst/>
          </a:prstGeom>
          <a:noFill/>
        </p:spPr>
        <p:txBody>
          <a:bodyPr wrap="none" rtlCol="0">
            <a:spAutoFit/>
          </a:bodyPr>
          <a:lstStyle/>
          <a:p>
            <a:pPr algn="ctr"/>
            <a:r>
              <a:rPr lang="en-US" sz="3200" dirty="0">
                <a:solidFill>
                  <a:schemeClr val="bg1"/>
                </a:solidFill>
                <a:latin typeface="Flaticon" panose="02000603000000000000" pitchFamily="2" charset="0"/>
              </a:rPr>
              <a:t></a:t>
            </a:r>
          </a:p>
        </p:txBody>
      </p:sp>
      <p:sp>
        <p:nvSpPr>
          <p:cNvPr id="34" name="Text Placeholder 51">
            <a:extLst>
              <a:ext uri="{FF2B5EF4-FFF2-40B4-BE49-F238E27FC236}">
                <a16:creationId xmlns:a16="http://schemas.microsoft.com/office/drawing/2014/main" id="{AE67D301-DDBB-4E67-B56D-C8708B5839AD}"/>
              </a:ext>
            </a:extLst>
          </p:cNvPr>
          <p:cNvSpPr>
            <a:spLocks noGrp="1"/>
          </p:cNvSpPr>
          <p:nvPr>
            <p:ph type="body" sz="quarter" idx="20"/>
          </p:nvPr>
        </p:nvSpPr>
        <p:spPr>
          <a:xfrm>
            <a:off x="8919240" y="2960403"/>
            <a:ext cx="2388304" cy="760493"/>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5" name="Text Placeholder 51">
            <a:extLst>
              <a:ext uri="{FF2B5EF4-FFF2-40B4-BE49-F238E27FC236}">
                <a16:creationId xmlns:a16="http://schemas.microsoft.com/office/drawing/2014/main" id="{9EC63E35-B941-402F-B843-F487C27CB4C3}"/>
              </a:ext>
            </a:extLst>
          </p:cNvPr>
          <p:cNvSpPr>
            <a:spLocks noGrp="1"/>
          </p:cNvSpPr>
          <p:nvPr>
            <p:ph type="body" sz="quarter" idx="21"/>
          </p:nvPr>
        </p:nvSpPr>
        <p:spPr>
          <a:xfrm>
            <a:off x="8919240" y="2476500"/>
            <a:ext cx="2388304" cy="412489"/>
          </a:xfrm>
          <a:prstGeom prst="rect">
            <a:avLst/>
          </a:prstGeom>
          <a:solidFill>
            <a:schemeClr val="accent4"/>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36" name="Text Placeholder 51">
            <a:extLst>
              <a:ext uri="{FF2B5EF4-FFF2-40B4-BE49-F238E27FC236}">
                <a16:creationId xmlns:a16="http://schemas.microsoft.com/office/drawing/2014/main" id="{31F6B7CB-5E4A-4AE6-B73B-5385FE56BB4F}"/>
              </a:ext>
            </a:extLst>
          </p:cNvPr>
          <p:cNvSpPr>
            <a:spLocks noGrp="1"/>
          </p:cNvSpPr>
          <p:nvPr>
            <p:ph type="body" sz="quarter" idx="22"/>
          </p:nvPr>
        </p:nvSpPr>
        <p:spPr>
          <a:xfrm>
            <a:off x="9257141" y="4682109"/>
            <a:ext cx="2602349" cy="760493"/>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7" name="Text Placeholder 51">
            <a:extLst>
              <a:ext uri="{FF2B5EF4-FFF2-40B4-BE49-F238E27FC236}">
                <a16:creationId xmlns:a16="http://schemas.microsoft.com/office/drawing/2014/main" id="{403F5CC6-8E7B-41D2-87CB-721402C51D3A}"/>
              </a:ext>
            </a:extLst>
          </p:cNvPr>
          <p:cNvSpPr>
            <a:spLocks noGrp="1"/>
          </p:cNvSpPr>
          <p:nvPr>
            <p:ph type="body" sz="quarter" idx="23"/>
          </p:nvPr>
        </p:nvSpPr>
        <p:spPr>
          <a:xfrm>
            <a:off x="9257141" y="4198206"/>
            <a:ext cx="2602349" cy="412489"/>
          </a:xfrm>
          <a:prstGeom prst="rect">
            <a:avLst/>
          </a:prstGeom>
          <a:solidFill>
            <a:schemeClr val="accent5"/>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38" name="Text Placeholder 51">
            <a:extLst>
              <a:ext uri="{FF2B5EF4-FFF2-40B4-BE49-F238E27FC236}">
                <a16:creationId xmlns:a16="http://schemas.microsoft.com/office/drawing/2014/main" id="{1E544867-6287-47C2-9685-DB7D57BF6C7A}"/>
              </a:ext>
            </a:extLst>
          </p:cNvPr>
          <p:cNvSpPr>
            <a:spLocks noGrp="1"/>
          </p:cNvSpPr>
          <p:nvPr>
            <p:ph type="body" sz="quarter" idx="24"/>
          </p:nvPr>
        </p:nvSpPr>
        <p:spPr>
          <a:xfrm>
            <a:off x="2705551" y="1878026"/>
            <a:ext cx="2388304" cy="760493"/>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A5249081-F981-419B-A773-04600F306FC3}"/>
              </a:ext>
            </a:extLst>
          </p:cNvPr>
          <p:cNvSpPr>
            <a:spLocks noGrp="1"/>
          </p:cNvSpPr>
          <p:nvPr>
            <p:ph type="body" sz="quarter" idx="25"/>
          </p:nvPr>
        </p:nvSpPr>
        <p:spPr>
          <a:xfrm>
            <a:off x="2705551" y="1394123"/>
            <a:ext cx="2388304" cy="412489"/>
          </a:xfrm>
          <a:prstGeom prst="rect">
            <a:avLst/>
          </a:prstGeom>
          <a:solidFill>
            <a:schemeClr val="accent1">
              <a:lumMod val="60000"/>
              <a:lumOff val="40000"/>
            </a:schemeClr>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40" name="Text Placeholder 51">
            <a:extLst>
              <a:ext uri="{FF2B5EF4-FFF2-40B4-BE49-F238E27FC236}">
                <a16:creationId xmlns:a16="http://schemas.microsoft.com/office/drawing/2014/main" id="{30183735-CC49-43E6-9432-F184BDB44A09}"/>
              </a:ext>
            </a:extLst>
          </p:cNvPr>
          <p:cNvSpPr>
            <a:spLocks noGrp="1"/>
          </p:cNvSpPr>
          <p:nvPr>
            <p:ph type="body" sz="quarter" idx="26"/>
          </p:nvPr>
        </p:nvSpPr>
        <p:spPr>
          <a:xfrm>
            <a:off x="990015" y="3491405"/>
            <a:ext cx="2388304" cy="760493"/>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1" name="Text Placeholder 51">
            <a:extLst>
              <a:ext uri="{FF2B5EF4-FFF2-40B4-BE49-F238E27FC236}">
                <a16:creationId xmlns:a16="http://schemas.microsoft.com/office/drawing/2014/main" id="{D8FA2BDE-5B73-47AD-BF0E-C7DC601FFABA}"/>
              </a:ext>
            </a:extLst>
          </p:cNvPr>
          <p:cNvSpPr>
            <a:spLocks noGrp="1"/>
          </p:cNvSpPr>
          <p:nvPr>
            <p:ph type="body" sz="quarter" idx="27"/>
          </p:nvPr>
        </p:nvSpPr>
        <p:spPr>
          <a:xfrm>
            <a:off x="990015" y="3007502"/>
            <a:ext cx="2388304" cy="412489"/>
          </a:xfrm>
          <a:prstGeom prst="rect">
            <a:avLst/>
          </a:prstGeom>
          <a:solidFill>
            <a:schemeClr val="tx1"/>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42" name="Text Placeholder 51">
            <a:extLst>
              <a:ext uri="{FF2B5EF4-FFF2-40B4-BE49-F238E27FC236}">
                <a16:creationId xmlns:a16="http://schemas.microsoft.com/office/drawing/2014/main" id="{A1E09B35-A7BB-4DDA-B9D0-E253773C2972}"/>
              </a:ext>
            </a:extLst>
          </p:cNvPr>
          <p:cNvSpPr>
            <a:spLocks noGrp="1"/>
          </p:cNvSpPr>
          <p:nvPr>
            <p:ph type="body" sz="quarter" idx="28"/>
          </p:nvPr>
        </p:nvSpPr>
        <p:spPr>
          <a:xfrm>
            <a:off x="332510" y="5119231"/>
            <a:ext cx="2533338" cy="760493"/>
          </a:xfrm>
          <a:prstGeom prst="rect">
            <a:avLst/>
          </a:prstGeom>
          <a:solidFill>
            <a:schemeClr val="accent3">
              <a:lumMod val="20000"/>
              <a:lumOff val="80000"/>
            </a:schemeClr>
          </a:solidFill>
        </p:spPr>
        <p:txBody>
          <a:bodyPr lIns="72000" tIns="36000" rIns="72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3" name="Text Placeholder 51">
            <a:extLst>
              <a:ext uri="{FF2B5EF4-FFF2-40B4-BE49-F238E27FC236}">
                <a16:creationId xmlns:a16="http://schemas.microsoft.com/office/drawing/2014/main" id="{A619210D-7E6F-4CB3-A4A2-B701B633768D}"/>
              </a:ext>
            </a:extLst>
          </p:cNvPr>
          <p:cNvSpPr>
            <a:spLocks noGrp="1"/>
          </p:cNvSpPr>
          <p:nvPr>
            <p:ph type="body" sz="quarter" idx="29"/>
          </p:nvPr>
        </p:nvSpPr>
        <p:spPr>
          <a:xfrm>
            <a:off x="332510" y="4635328"/>
            <a:ext cx="2533338" cy="412489"/>
          </a:xfrm>
          <a:prstGeom prst="rect">
            <a:avLst/>
          </a:prstGeom>
          <a:solidFill>
            <a:srgbClr val="FFB500"/>
          </a:solidFill>
        </p:spPr>
        <p:txBody>
          <a:bodyPr lIns="72000" tIns="36000" rIns="72000" bIns="36000" anchor="ctr">
            <a:noAutofit/>
          </a:bodyPr>
          <a:lstStyle>
            <a:lvl1pPr marL="0" indent="0">
              <a:buNone/>
              <a:defRPr sz="1050" b="1">
                <a:solidFill>
                  <a:schemeClr val="bg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10" name="Freeform 9">
            <a:extLst>
              <a:ext uri="{FF2B5EF4-FFF2-40B4-BE49-F238E27FC236}">
                <a16:creationId xmlns:a16="http://schemas.microsoft.com/office/drawing/2014/main" id="{C3CAAA7E-45F8-484B-B678-6C486CB1D913}"/>
              </a:ext>
            </a:extLst>
          </p:cNvPr>
          <p:cNvSpPr>
            <a:spLocks/>
          </p:cNvSpPr>
          <p:nvPr/>
        </p:nvSpPr>
        <p:spPr bwMode="auto">
          <a:xfrm>
            <a:off x="4125258" y="3195820"/>
            <a:ext cx="2287501" cy="2700472"/>
          </a:xfrm>
          <a:custGeom>
            <a:avLst/>
            <a:gdLst>
              <a:gd name="T0" fmla="*/ 0 w 268"/>
              <a:gd name="T1" fmla="*/ 121 h 315"/>
              <a:gd name="T2" fmla="*/ 268 w 268"/>
              <a:gd name="T3" fmla="*/ 315 h 315"/>
              <a:gd name="T4" fmla="*/ 165 w 268"/>
              <a:gd name="T5" fmla="*/ 0 h 315"/>
              <a:gd name="T6" fmla="*/ 0 w 268"/>
              <a:gd name="T7" fmla="*/ 121 h 315"/>
            </a:gdLst>
            <a:ahLst/>
            <a:cxnLst>
              <a:cxn ang="0">
                <a:pos x="T0" y="T1"/>
              </a:cxn>
              <a:cxn ang="0">
                <a:pos x="T2" y="T3"/>
              </a:cxn>
              <a:cxn ang="0">
                <a:pos x="T4" y="T5"/>
              </a:cxn>
              <a:cxn ang="0">
                <a:pos x="T6" y="T7"/>
              </a:cxn>
            </a:cxnLst>
            <a:rect l="0" t="0" r="r" b="b"/>
            <a:pathLst>
              <a:path w="268" h="315">
                <a:moveTo>
                  <a:pt x="0" y="121"/>
                </a:moveTo>
                <a:cubicBezTo>
                  <a:pt x="268" y="315"/>
                  <a:pt x="268" y="315"/>
                  <a:pt x="268" y="315"/>
                </a:cubicBezTo>
                <a:cubicBezTo>
                  <a:pt x="165" y="0"/>
                  <a:pt x="165" y="0"/>
                  <a:pt x="165" y="0"/>
                </a:cubicBezTo>
                <a:cubicBezTo>
                  <a:pt x="96" y="23"/>
                  <a:pt x="39" y="66"/>
                  <a:pt x="0" y="121"/>
                </a:cubicBezTo>
                <a:close/>
              </a:path>
            </a:pathLst>
          </a:custGeom>
          <a:solidFill>
            <a:schemeClr val="accent2"/>
          </a:solidFill>
          <a:ln w="12700">
            <a:solidFill>
              <a:srgbClr val="FFFFFF"/>
            </a:solidFill>
          </a:ln>
        </p:spPr>
        <p:txBody>
          <a:bodyPr vert="horz" wrap="square" lIns="91440" tIns="45720" rIns="91440" bIns="45720" numCol="1" anchor="t" anchorCtr="0" compatLnSpc="1">
            <a:prstTxWarp prst="textNoShape">
              <a:avLst/>
            </a:prstTxWarp>
          </a:bodyPr>
          <a:lstStyle/>
          <a:p>
            <a:endParaRPr lang="en-US" dirty="0">
              <a:latin typeface="Questrial" charset="0"/>
              <a:ea typeface="Questrial" charset="0"/>
              <a:cs typeface="Questrial" charset="0"/>
            </a:endParaRPr>
          </a:p>
        </p:txBody>
      </p:sp>
      <p:sp>
        <p:nvSpPr>
          <p:cNvPr id="12" name="Oval 11">
            <a:extLst>
              <a:ext uri="{FF2B5EF4-FFF2-40B4-BE49-F238E27FC236}">
                <a16:creationId xmlns:a16="http://schemas.microsoft.com/office/drawing/2014/main" id="{F79ADB5C-1C0E-4F68-A432-EEFE63025701}"/>
              </a:ext>
            </a:extLst>
          </p:cNvPr>
          <p:cNvSpPr/>
          <p:nvPr/>
        </p:nvSpPr>
        <p:spPr>
          <a:xfrm>
            <a:off x="5974312" y="5400051"/>
            <a:ext cx="984624" cy="984624"/>
          </a:xfrm>
          <a:prstGeom prst="ellipse">
            <a:avLst/>
          </a:prstGeom>
          <a:solidFill>
            <a:srgbClr val="FFFFFF"/>
          </a:solidFill>
          <a:ln w="254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chemeClr val="accent1"/>
              </a:solidFill>
              <a:latin typeface="Questrial" panose="02000509000000000000" pitchFamily="49" charset="0"/>
            </a:endParaRPr>
          </a:p>
        </p:txBody>
      </p:sp>
      <p:sp>
        <p:nvSpPr>
          <p:cNvPr id="28" name="Picture Placeholder 2">
            <a:extLst>
              <a:ext uri="{FF2B5EF4-FFF2-40B4-BE49-F238E27FC236}">
                <a16:creationId xmlns:a16="http://schemas.microsoft.com/office/drawing/2014/main" id="{C92BB771-C841-45A8-B632-1CA741E44452}"/>
              </a:ext>
            </a:extLst>
          </p:cNvPr>
          <p:cNvSpPr>
            <a:spLocks noGrp="1" noChangeAspect="1"/>
          </p:cNvSpPr>
          <p:nvPr>
            <p:ph type="pic" sz="quarter" idx="39"/>
          </p:nvPr>
        </p:nvSpPr>
        <p:spPr>
          <a:xfrm>
            <a:off x="6002002" y="5427741"/>
            <a:ext cx="929244" cy="929244"/>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grpSp>
        <p:nvGrpSpPr>
          <p:cNvPr id="2" name="Group 1">
            <a:extLst>
              <a:ext uri="{FF2B5EF4-FFF2-40B4-BE49-F238E27FC236}">
                <a16:creationId xmlns:a16="http://schemas.microsoft.com/office/drawing/2014/main" id="{6004EE8F-78A4-8E7D-162E-2522452A10D5}"/>
              </a:ext>
            </a:extLst>
          </p:cNvPr>
          <p:cNvGrpSpPr/>
          <p:nvPr/>
        </p:nvGrpSpPr>
        <p:grpSpPr>
          <a:xfrm>
            <a:off x="0" y="0"/>
            <a:ext cx="12192000" cy="301809"/>
            <a:chOff x="0" y="0"/>
            <a:chExt cx="12192000" cy="301809"/>
          </a:xfrm>
        </p:grpSpPr>
        <p:sp>
          <p:nvSpPr>
            <p:cNvPr id="3" name="Rectangle 2">
              <a:extLst>
                <a:ext uri="{FF2B5EF4-FFF2-40B4-BE49-F238E27FC236}">
                  <a16:creationId xmlns:a16="http://schemas.microsoft.com/office/drawing/2014/main" id="{55B01B63-6EE9-923D-9F1B-999929657EEB}"/>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8E5044FE-67C0-9602-1207-E774418881FA}"/>
                </a:ext>
              </a:extLst>
            </p:cNvPr>
            <p:cNvGrpSpPr/>
            <p:nvPr userDrawn="1"/>
          </p:nvGrpSpPr>
          <p:grpSpPr>
            <a:xfrm>
              <a:off x="10687010" y="58571"/>
              <a:ext cx="1279331" cy="184666"/>
              <a:chOff x="10759355" y="58571"/>
              <a:chExt cx="1279331" cy="184666"/>
            </a:xfrm>
          </p:grpSpPr>
          <p:pic>
            <p:nvPicPr>
              <p:cNvPr id="19" name="Picture 18">
                <a:extLst>
                  <a:ext uri="{FF2B5EF4-FFF2-40B4-BE49-F238E27FC236}">
                    <a16:creationId xmlns:a16="http://schemas.microsoft.com/office/drawing/2014/main" id="{B942C9F6-ADFB-C772-9DA2-91200D24034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0" name="TextBox 19">
                <a:extLst>
                  <a:ext uri="{FF2B5EF4-FFF2-40B4-BE49-F238E27FC236}">
                    <a16:creationId xmlns:a16="http://schemas.microsoft.com/office/drawing/2014/main" id="{5DCC899F-1413-EA73-A524-526C0E1D0101}"/>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9" name="Straight Connector 8">
              <a:extLst>
                <a:ext uri="{FF2B5EF4-FFF2-40B4-BE49-F238E27FC236}">
                  <a16:creationId xmlns:a16="http://schemas.microsoft.com/office/drawing/2014/main" id="{CB9B58EE-C744-D47A-7CE3-2B4C3BDBD39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F2E1D29-0389-5AAE-A4A5-42EE593F3AE5}"/>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itle 3">
            <a:extLst>
              <a:ext uri="{FF2B5EF4-FFF2-40B4-BE49-F238E27FC236}">
                <a16:creationId xmlns:a16="http://schemas.microsoft.com/office/drawing/2014/main" id="{8627166F-66BC-4120-C495-48BC58AE35CC}"/>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03776301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Infog_15">
    <p:spTree>
      <p:nvGrpSpPr>
        <p:cNvPr id="1" name=""/>
        <p:cNvGrpSpPr/>
        <p:nvPr/>
      </p:nvGrpSpPr>
      <p:grpSpPr>
        <a:xfrm>
          <a:off x="0" y="0"/>
          <a:ext cx="0" cy="0"/>
          <a:chOff x="0" y="0"/>
          <a:chExt cx="0" cy="0"/>
        </a:xfrm>
      </p:grpSpPr>
      <p:cxnSp>
        <p:nvCxnSpPr>
          <p:cNvPr id="7" name="Straight Arrow Connector 6">
            <a:extLst>
              <a:ext uri="{FF2B5EF4-FFF2-40B4-BE49-F238E27FC236}">
                <a16:creationId xmlns:a16="http://schemas.microsoft.com/office/drawing/2014/main" id="{35F7999C-5AB4-455F-B5D7-E14D09134E24}"/>
              </a:ext>
            </a:extLst>
          </p:cNvPr>
          <p:cNvCxnSpPr>
            <a:cxnSpLocks/>
          </p:cNvCxnSpPr>
          <p:nvPr/>
        </p:nvCxnSpPr>
        <p:spPr>
          <a:xfrm flipV="1">
            <a:off x="10193971" y="4206340"/>
            <a:ext cx="0" cy="2651660"/>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8C8C294F-1A1F-4985-BC7A-927EEBFDFDCB}"/>
              </a:ext>
            </a:extLst>
          </p:cNvPr>
          <p:cNvSpPr/>
          <p:nvPr/>
        </p:nvSpPr>
        <p:spPr>
          <a:xfrm>
            <a:off x="1923401" y="6200775"/>
            <a:ext cx="162581" cy="163514"/>
          </a:xfrm>
          <a:prstGeom prst="ellipse">
            <a:avLst/>
          </a:prstGeom>
          <a:noFill/>
          <a:ln w="38100">
            <a:solidFill>
              <a:schemeClr val="accent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800">
              <a:solidFill>
                <a:schemeClr val="bg1"/>
              </a:solidFill>
            </a:endParaRPr>
          </a:p>
        </p:txBody>
      </p:sp>
      <p:sp>
        <p:nvSpPr>
          <p:cNvPr id="10" name="Oval 9">
            <a:extLst>
              <a:ext uri="{FF2B5EF4-FFF2-40B4-BE49-F238E27FC236}">
                <a16:creationId xmlns:a16="http://schemas.microsoft.com/office/drawing/2014/main" id="{20D38730-B6C2-463E-9D25-D7233257E82D}"/>
              </a:ext>
            </a:extLst>
          </p:cNvPr>
          <p:cNvSpPr/>
          <p:nvPr/>
        </p:nvSpPr>
        <p:spPr>
          <a:xfrm>
            <a:off x="3969055" y="5671184"/>
            <a:ext cx="162581" cy="163514"/>
          </a:xfrm>
          <a:prstGeom prst="ellipse">
            <a:avLst/>
          </a:prstGeom>
          <a:noFill/>
          <a:ln w="38100">
            <a:solidFill>
              <a:srgbClr val="726E6E"/>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800">
              <a:solidFill>
                <a:schemeClr val="bg1"/>
              </a:solidFill>
            </a:endParaRPr>
          </a:p>
        </p:txBody>
      </p:sp>
      <p:sp>
        <p:nvSpPr>
          <p:cNvPr id="11" name="Oval 10">
            <a:extLst>
              <a:ext uri="{FF2B5EF4-FFF2-40B4-BE49-F238E27FC236}">
                <a16:creationId xmlns:a16="http://schemas.microsoft.com/office/drawing/2014/main" id="{74B7A63A-102B-475E-96A9-7C366D896510}"/>
              </a:ext>
            </a:extLst>
          </p:cNvPr>
          <p:cNvSpPr/>
          <p:nvPr/>
        </p:nvSpPr>
        <p:spPr>
          <a:xfrm>
            <a:off x="6014709" y="5092338"/>
            <a:ext cx="162581" cy="163514"/>
          </a:xfrm>
          <a:prstGeom prst="ellipse">
            <a:avLst/>
          </a:prstGeom>
          <a:noFill/>
          <a:ln w="38100">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800">
              <a:solidFill>
                <a:schemeClr val="bg1"/>
              </a:solidFill>
            </a:endParaRPr>
          </a:p>
        </p:txBody>
      </p:sp>
      <p:sp>
        <p:nvSpPr>
          <p:cNvPr id="12" name="Oval 11">
            <a:extLst>
              <a:ext uri="{FF2B5EF4-FFF2-40B4-BE49-F238E27FC236}">
                <a16:creationId xmlns:a16="http://schemas.microsoft.com/office/drawing/2014/main" id="{9276552F-E8A9-45E8-B990-F20A8C1FB447}"/>
              </a:ext>
            </a:extLst>
          </p:cNvPr>
          <p:cNvSpPr/>
          <p:nvPr/>
        </p:nvSpPr>
        <p:spPr>
          <a:xfrm>
            <a:off x="8060363" y="4578577"/>
            <a:ext cx="162581" cy="163514"/>
          </a:xfrm>
          <a:prstGeom prst="ellipse">
            <a:avLst/>
          </a:prstGeom>
          <a:noFill/>
          <a:ln w="38100">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800">
              <a:solidFill>
                <a:schemeClr val="bg1"/>
              </a:solidFill>
            </a:endParaRPr>
          </a:p>
        </p:txBody>
      </p:sp>
      <p:sp>
        <p:nvSpPr>
          <p:cNvPr id="13" name="Oval 12">
            <a:extLst>
              <a:ext uri="{FF2B5EF4-FFF2-40B4-BE49-F238E27FC236}">
                <a16:creationId xmlns:a16="http://schemas.microsoft.com/office/drawing/2014/main" id="{24F4751A-580A-48B4-89AC-E5C06D5A3C88}"/>
              </a:ext>
            </a:extLst>
          </p:cNvPr>
          <p:cNvSpPr/>
          <p:nvPr/>
        </p:nvSpPr>
        <p:spPr>
          <a:xfrm>
            <a:off x="10106017" y="4042825"/>
            <a:ext cx="162581" cy="163514"/>
          </a:xfrm>
          <a:prstGeom prst="ellipse">
            <a:avLst/>
          </a:prstGeom>
          <a:noFill/>
          <a:ln w="38100">
            <a:solidFill>
              <a:schemeClr val="accent4"/>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800">
              <a:solidFill>
                <a:schemeClr val="bg1"/>
              </a:solidFill>
            </a:endParaRPr>
          </a:p>
        </p:txBody>
      </p:sp>
      <p:cxnSp>
        <p:nvCxnSpPr>
          <p:cNvPr id="14" name="Straight Arrow Connector 13">
            <a:extLst>
              <a:ext uri="{FF2B5EF4-FFF2-40B4-BE49-F238E27FC236}">
                <a16:creationId xmlns:a16="http://schemas.microsoft.com/office/drawing/2014/main" id="{D35B95F3-7796-4927-A008-644547B0355F}"/>
              </a:ext>
            </a:extLst>
          </p:cNvPr>
          <p:cNvCxnSpPr>
            <a:endCxn id="8" idx="4"/>
          </p:cNvCxnSpPr>
          <p:nvPr/>
        </p:nvCxnSpPr>
        <p:spPr>
          <a:xfrm flipV="1">
            <a:off x="2004691" y="6364289"/>
            <a:ext cx="1" cy="493711"/>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599D038-64A5-48BA-BCAA-90C80638002B}"/>
              </a:ext>
            </a:extLst>
          </p:cNvPr>
          <p:cNvCxnSpPr>
            <a:endCxn id="10" idx="4"/>
          </p:cNvCxnSpPr>
          <p:nvPr/>
        </p:nvCxnSpPr>
        <p:spPr>
          <a:xfrm flipV="1">
            <a:off x="4050346" y="5834698"/>
            <a:ext cx="0" cy="1023302"/>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AD31F79-4C5F-4C06-8726-0031667F511D}"/>
              </a:ext>
            </a:extLst>
          </p:cNvPr>
          <p:cNvCxnSpPr/>
          <p:nvPr/>
        </p:nvCxnSpPr>
        <p:spPr>
          <a:xfrm flipV="1">
            <a:off x="6098221" y="5255852"/>
            <a:ext cx="0" cy="1602148"/>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E460E1E-48D9-4B55-A4FC-CDEE314DD768}"/>
              </a:ext>
            </a:extLst>
          </p:cNvPr>
          <p:cNvCxnSpPr/>
          <p:nvPr/>
        </p:nvCxnSpPr>
        <p:spPr>
          <a:xfrm flipV="1">
            <a:off x="8136571" y="4742091"/>
            <a:ext cx="0" cy="2115909"/>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Freeform 5">
            <a:extLst>
              <a:ext uri="{FF2B5EF4-FFF2-40B4-BE49-F238E27FC236}">
                <a16:creationId xmlns:a16="http://schemas.microsoft.com/office/drawing/2014/main" id="{B3312AC7-CC34-4FD9-A7AB-E3B4DE454652}"/>
              </a:ext>
            </a:extLst>
          </p:cNvPr>
          <p:cNvSpPr>
            <a:spLocks/>
          </p:cNvSpPr>
          <p:nvPr/>
        </p:nvSpPr>
        <p:spPr bwMode="auto">
          <a:xfrm>
            <a:off x="1578993" y="3808240"/>
            <a:ext cx="851398" cy="1050402"/>
          </a:xfrm>
          <a:custGeom>
            <a:avLst/>
            <a:gdLst>
              <a:gd name="T0" fmla="*/ 382 w 765"/>
              <a:gd name="T1" fmla="*/ 0 h 944"/>
              <a:gd name="T2" fmla="*/ 765 w 765"/>
              <a:gd name="T3" fmla="*/ 382 h 944"/>
              <a:gd name="T4" fmla="*/ 496 w 765"/>
              <a:gd name="T5" fmla="*/ 748 h 944"/>
              <a:gd name="T6" fmla="*/ 382 w 765"/>
              <a:gd name="T7" fmla="*/ 944 h 944"/>
              <a:gd name="T8" fmla="*/ 269 w 765"/>
              <a:gd name="T9" fmla="*/ 748 h 944"/>
              <a:gd name="T10" fmla="*/ 0 w 765"/>
              <a:gd name="T11" fmla="*/ 382 h 944"/>
              <a:gd name="T12" fmla="*/ 382 w 765"/>
              <a:gd name="T13" fmla="*/ 0 h 944"/>
            </a:gdLst>
            <a:ahLst/>
            <a:cxnLst>
              <a:cxn ang="0">
                <a:pos x="T0" y="T1"/>
              </a:cxn>
              <a:cxn ang="0">
                <a:pos x="T2" y="T3"/>
              </a:cxn>
              <a:cxn ang="0">
                <a:pos x="T4" y="T5"/>
              </a:cxn>
              <a:cxn ang="0">
                <a:pos x="T6" y="T7"/>
              </a:cxn>
              <a:cxn ang="0">
                <a:pos x="T8" y="T9"/>
              </a:cxn>
              <a:cxn ang="0">
                <a:pos x="T10" y="T11"/>
              </a:cxn>
              <a:cxn ang="0">
                <a:pos x="T12" y="T13"/>
              </a:cxn>
            </a:cxnLst>
            <a:rect l="0" t="0" r="r" b="b"/>
            <a:pathLst>
              <a:path w="765" h="944">
                <a:moveTo>
                  <a:pt x="382" y="0"/>
                </a:moveTo>
                <a:cubicBezTo>
                  <a:pt x="593" y="0"/>
                  <a:pt x="765" y="171"/>
                  <a:pt x="765" y="382"/>
                </a:cubicBezTo>
                <a:cubicBezTo>
                  <a:pt x="765" y="554"/>
                  <a:pt x="651" y="699"/>
                  <a:pt x="496" y="748"/>
                </a:cubicBezTo>
                <a:cubicBezTo>
                  <a:pt x="382" y="944"/>
                  <a:pt x="382" y="944"/>
                  <a:pt x="382" y="944"/>
                </a:cubicBezTo>
                <a:cubicBezTo>
                  <a:pt x="269" y="748"/>
                  <a:pt x="269" y="748"/>
                  <a:pt x="269" y="748"/>
                </a:cubicBezTo>
                <a:cubicBezTo>
                  <a:pt x="114" y="699"/>
                  <a:pt x="0" y="554"/>
                  <a:pt x="0" y="382"/>
                </a:cubicBezTo>
                <a:cubicBezTo>
                  <a:pt x="0" y="171"/>
                  <a:pt x="171" y="0"/>
                  <a:pt x="382" y="0"/>
                </a:cubicBez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en-US" sz="1000"/>
          </a:p>
        </p:txBody>
      </p:sp>
      <p:sp>
        <p:nvSpPr>
          <p:cNvPr id="19" name="Freeform 16">
            <a:extLst>
              <a:ext uri="{FF2B5EF4-FFF2-40B4-BE49-F238E27FC236}">
                <a16:creationId xmlns:a16="http://schemas.microsoft.com/office/drawing/2014/main" id="{D36D6522-DFB8-49F5-A0F4-A06D2533ACE1}"/>
              </a:ext>
            </a:extLst>
          </p:cNvPr>
          <p:cNvSpPr>
            <a:spLocks/>
          </p:cNvSpPr>
          <p:nvPr/>
        </p:nvSpPr>
        <p:spPr bwMode="auto">
          <a:xfrm>
            <a:off x="7715955" y="2161857"/>
            <a:ext cx="851398" cy="1050402"/>
          </a:xfrm>
          <a:custGeom>
            <a:avLst/>
            <a:gdLst>
              <a:gd name="T0" fmla="*/ 382 w 765"/>
              <a:gd name="T1" fmla="*/ 0 h 944"/>
              <a:gd name="T2" fmla="*/ 765 w 765"/>
              <a:gd name="T3" fmla="*/ 382 h 944"/>
              <a:gd name="T4" fmla="*/ 496 w 765"/>
              <a:gd name="T5" fmla="*/ 748 h 944"/>
              <a:gd name="T6" fmla="*/ 382 w 765"/>
              <a:gd name="T7" fmla="*/ 944 h 944"/>
              <a:gd name="T8" fmla="*/ 269 w 765"/>
              <a:gd name="T9" fmla="*/ 748 h 944"/>
              <a:gd name="T10" fmla="*/ 0 w 765"/>
              <a:gd name="T11" fmla="*/ 382 h 944"/>
              <a:gd name="T12" fmla="*/ 382 w 765"/>
              <a:gd name="T13" fmla="*/ 0 h 944"/>
            </a:gdLst>
            <a:ahLst/>
            <a:cxnLst>
              <a:cxn ang="0">
                <a:pos x="T0" y="T1"/>
              </a:cxn>
              <a:cxn ang="0">
                <a:pos x="T2" y="T3"/>
              </a:cxn>
              <a:cxn ang="0">
                <a:pos x="T4" y="T5"/>
              </a:cxn>
              <a:cxn ang="0">
                <a:pos x="T6" y="T7"/>
              </a:cxn>
              <a:cxn ang="0">
                <a:pos x="T8" y="T9"/>
              </a:cxn>
              <a:cxn ang="0">
                <a:pos x="T10" y="T11"/>
              </a:cxn>
              <a:cxn ang="0">
                <a:pos x="T12" y="T13"/>
              </a:cxn>
            </a:cxnLst>
            <a:rect l="0" t="0" r="r" b="b"/>
            <a:pathLst>
              <a:path w="765" h="944">
                <a:moveTo>
                  <a:pt x="382" y="0"/>
                </a:moveTo>
                <a:cubicBezTo>
                  <a:pt x="593" y="0"/>
                  <a:pt x="765" y="171"/>
                  <a:pt x="765" y="382"/>
                </a:cubicBezTo>
                <a:cubicBezTo>
                  <a:pt x="765" y="554"/>
                  <a:pt x="651" y="699"/>
                  <a:pt x="496" y="748"/>
                </a:cubicBezTo>
                <a:cubicBezTo>
                  <a:pt x="382" y="944"/>
                  <a:pt x="382" y="944"/>
                  <a:pt x="382" y="944"/>
                </a:cubicBezTo>
                <a:cubicBezTo>
                  <a:pt x="269" y="748"/>
                  <a:pt x="269" y="748"/>
                  <a:pt x="269" y="748"/>
                </a:cubicBezTo>
                <a:cubicBezTo>
                  <a:pt x="114" y="699"/>
                  <a:pt x="0" y="554"/>
                  <a:pt x="0" y="382"/>
                </a:cubicBezTo>
                <a:cubicBezTo>
                  <a:pt x="0" y="171"/>
                  <a:pt x="171" y="0"/>
                  <a:pt x="382" y="0"/>
                </a:cubicBezTo>
                <a:close/>
              </a:path>
            </a:pathLst>
          </a:custGeom>
          <a:solidFill>
            <a:schemeClr val="accent5"/>
          </a:solidFill>
          <a:ln>
            <a:noFill/>
          </a:ln>
        </p:spPr>
        <p:txBody>
          <a:bodyPr vert="horz" wrap="square" lIns="68580" tIns="34290" rIns="68580" bIns="34290" numCol="1" anchor="t" anchorCtr="0" compatLnSpc="1">
            <a:prstTxWarp prst="textNoShape">
              <a:avLst/>
            </a:prstTxWarp>
          </a:bodyPr>
          <a:lstStyle/>
          <a:p>
            <a:endParaRPr lang="en-US" sz="1000"/>
          </a:p>
        </p:txBody>
      </p:sp>
      <p:sp>
        <p:nvSpPr>
          <p:cNvPr id="20" name="Freeform 18">
            <a:extLst>
              <a:ext uri="{FF2B5EF4-FFF2-40B4-BE49-F238E27FC236}">
                <a16:creationId xmlns:a16="http://schemas.microsoft.com/office/drawing/2014/main" id="{C22DFD84-4A92-4276-B6C9-F20381D85D6B}"/>
              </a:ext>
            </a:extLst>
          </p:cNvPr>
          <p:cNvSpPr>
            <a:spLocks/>
          </p:cNvSpPr>
          <p:nvPr/>
        </p:nvSpPr>
        <p:spPr bwMode="auto">
          <a:xfrm>
            <a:off x="9761609" y="1615554"/>
            <a:ext cx="851398" cy="1050402"/>
          </a:xfrm>
          <a:custGeom>
            <a:avLst/>
            <a:gdLst>
              <a:gd name="T0" fmla="*/ 382 w 765"/>
              <a:gd name="T1" fmla="*/ 0 h 944"/>
              <a:gd name="T2" fmla="*/ 765 w 765"/>
              <a:gd name="T3" fmla="*/ 382 h 944"/>
              <a:gd name="T4" fmla="*/ 496 w 765"/>
              <a:gd name="T5" fmla="*/ 748 h 944"/>
              <a:gd name="T6" fmla="*/ 382 w 765"/>
              <a:gd name="T7" fmla="*/ 944 h 944"/>
              <a:gd name="T8" fmla="*/ 269 w 765"/>
              <a:gd name="T9" fmla="*/ 748 h 944"/>
              <a:gd name="T10" fmla="*/ 0 w 765"/>
              <a:gd name="T11" fmla="*/ 382 h 944"/>
              <a:gd name="T12" fmla="*/ 382 w 765"/>
              <a:gd name="T13" fmla="*/ 0 h 944"/>
            </a:gdLst>
            <a:ahLst/>
            <a:cxnLst>
              <a:cxn ang="0">
                <a:pos x="T0" y="T1"/>
              </a:cxn>
              <a:cxn ang="0">
                <a:pos x="T2" y="T3"/>
              </a:cxn>
              <a:cxn ang="0">
                <a:pos x="T4" y="T5"/>
              </a:cxn>
              <a:cxn ang="0">
                <a:pos x="T6" y="T7"/>
              </a:cxn>
              <a:cxn ang="0">
                <a:pos x="T8" y="T9"/>
              </a:cxn>
              <a:cxn ang="0">
                <a:pos x="T10" y="T11"/>
              </a:cxn>
              <a:cxn ang="0">
                <a:pos x="T12" y="T13"/>
              </a:cxn>
            </a:cxnLst>
            <a:rect l="0" t="0" r="r" b="b"/>
            <a:pathLst>
              <a:path w="765" h="944">
                <a:moveTo>
                  <a:pt x="382" y="0"/>
                </a:moveTo>
                <a:cubicBezTo>
                  <a:pt x="593" y="0"/>
                  <a:pt x="765" y="171"/>
                  <a:pt x="765" y="382"/>
                </a:cubicBezTo>
                <a:cubicBezTo>
                  <a:pt x="765" y="554"/>
                  <a:pt x="651" y="699"/>
                  <a:pt x="496" y="748"/>
                </a:cubicBezTo>
                <a:cubicBezTo>
                  <a:pt x="382" y="944"/>
                  <a:pt x="382" y="944"/>
                  <a:pt x="382" y="944"/>
                </a:cubicBezTo>
                <a:cubicBezTo>
                  <a:pt x="269" y="748"/>
                  <a:pt x="269" y="748"/>
                  <a:pt x="269" y="748"/>
                </a:cubicBezTo>
                <a:cubicBezTo>
                  <a:pt x="114" y="699"/>
                  <a:pt x="0" y="554"/>
                  <a:pt x="0" y="382"/>
                </a:cubicBezTo>
                <a:cubicBezTo>
                  <a:pt x="0" y="171"/>
                  <a:pt x="171" y="0"/>
                  <a:pt x="382" y="0"/>
                </a:cubicBezTo>
                <a:close/>
              </a:path>
            </a:pathLst>
          </a:custGeom>
          <a:solidFill>
            <a:schemeClr val="accent4"/>
          </a:solidFill>
          <a:ln>
            <a:noFill/>
          </a:ln>
        </p:spPr>
        <p:txBody>
          <a:bodyPr vert="horz" wrap="square" lIns="68580" tIns="34290" rIns="68580" bIns="34290" numCol="1" anchor="t" anchorCtr="0" compatLnSpc="1">
            <a:prstTxWarp prst="textNoShape">
              <a:avLst/>
            </a:prstTxWarp>
          </a:bodyPr>
          <a:lstStyle/>
          <a:p>
            <a:endParaRPr lang="en-US" sz="1000"/>
          </a:p>
        </p:txBody>
      </p:sp>
      <p:sp>
        <p:nvSpPr>
          <p:cNvPr id="21" name="Freeform 12">
            <a:extLst>
              <a:ext uri="{FF2B5EF4-FFF2-40B4-BE49-F238E27FC236}">
                <a16:creationId xmlns:a16="http://schemas.microsoft.com/office/drawing/2014/main" id="{A18188A7-A4B0-4C58-BE82-6FBDEB99E8C7}"/>
              </a:ext>
            </a:extLst>
          </p:cNvPr>
          <p:cNvSpPr>
            <a:spLocks/>
          </p:cNvSpPr>
          <p:nvPr/>
        </p:nvSpPr>
        <p:spPr bwMode="auto">
          <a:xfrm>
            <a:off x="3624647" y="3216364"/>
            <a:ext cx="851398" cy="1050402"/>
          </a:xfrm>
          <a:custGeom>
            <a:avLst/>
            <a:gdLst>
              <a:gd name="T0" fmla="*/ 382 w 765"/>
              <a:gd name="T1" fmla="*/ 0 h 944"/>
              <a:gd name="T2" fmla="*/ 765 w 765"/>
              <a:gd name="T3" fmla="*/ 382 h 944"/>
              <a:gd name="T4" fmla="*/ 496 w 765"/>
              <a:gd name="T5" fmla="*/ 748 h 944"/>
              <a:gd name="T6" fmla="*/ 382 w 765"/>
              <a:gd name="T7" fmla="*/ 944 h 944"/>
              <a:gd name="T8" fmla="*/ 269 w 765"/>
              <a:gd name="T9" fmla="*/ 748 h 944"/>
              <a:gd name="T10" fmla="*/ 0 w 765"/>
              <a:gd name="T11" fmla="*/ 382 h 944"/>
              <a:gd name="T12" fmla="*/ 382 w 765"/>
              <a:gd name="T13" fmla="*/ 0 h 944"/>
            </a:gdLst>
            <a:ahLst/>
            <a:cxnLst>
              <a:cxn ang="0">
                <a:pos x="T0" y="T1"/>
              </a:cxn>
              <a:cxn ang="0">
                <a:pos x="T2" y="T3"/>
              </a:cxn>
              <a:cxn ang="0">
                <a:pos x="T4" y="T5"/>
              </a:cxn>
              <a:cxn ang="0">
                <a:pos x="T6" y="T7"/>
              </a:cxn>
              <a:cxn ang="0">
                <a:pos x="T8" y="T9"/>
              </a:cxn>
              <a:cxn ang="0">
                <a:pos x="T10" y="T11"/>
              </a:cxn>
              <a:cxn ang="0">
                <a:pos x="T12" y="T13"/>
              </a:cxn>
            </a:cxnLst>
            <a:rect l="0" t="0" r="r" b="b"/>
            <a:pathLst>
              <a:path w="765" h="944">
                <a:moveTo>
                  <a:pt x="382" y="0"/>
                </a:moveTo>
                <a:cubicBezTo>
                  <a:pt x="593" y="0"/>
                  <a:pt x="765" y="171"/>
                  <a:pt x="765" y="382"/>
                </a:cubicBezTo>
                <a:cubicBezTo>
                  <a:pt x="765" y="554"/>
                  <a:pt x="651" y="699"/>
                  <a:pt x="496" y="748"/>
                </a:cubicBezTo>
                <a:cubicBezTo>
                  <a:pt x="382" y="944"/>
                  <a:pt x="382" y="944"/>
                  <a:pt x="382" y="944"/>
                </a:cubicBezTo>
                <a:cubicBezTo>
                  <a:pt x="269" y="748"/>
                  <a:pt x="269" y="748"/>
                  <a:pt x="269" y="748"/>
                </a:cubicBezTo>
                <a:cubicBezTo>
                  <a:pt x="114" y="699"/>
                  <a:pt x="0" y="554"/>
                  <a:pt x="0" y="382"/>
                </a:cubicBezTo>
                <a:cubicBezTo>
                  <a:pt x="0" y="171"/>
                  <a:pt x="171" y="0"/>
                  <a:pt x="382" y="0"/>
                </a:cubicBezTo>
                <a:close/>
              </a:path>
            </a:pathLst>
          </a:custGeom>
          <a:solidFill>
            <a:schemeClr val="accent3">
              <a:lumMod val="50000"/>
            </a:schemeClr>
          </a:solidFill>
          <a:ln>
            <a:noFill/>
          </a:ln>
        </p:spPr>
        <p:txBody>
          <a:bodyPr vert="horz" wrap="square" lIns="68580" tIns="34290" rIns="68580" bIns="34290" numCol="1" anchor="t" anchorCtr="0" compatLnSpc="1">
            <a:prstTxWarp prst="textNoShape">
              <a:avLst/>
            </a:prstTxWarp>
          </a:bodyPr>
          <a:lstStyle/>
          <a:p>
            <a:endParaRPr lang="en-US" sz="1000"/>
          </a:p>
        </p:txBody>
      </p:sp>
      <p:sp>
        <p:nvSpPr>
          <p:cNvPr id="22" name="Freeform 14">
            <a:extLst>
              <a:ext uri="{FF2B5EF4-FFF2-40B4-BE49-F238E27FC236}">
                <a16:creationId xmlns:a16="http://schemas.microsoft.com/office/drawing/2014/main" id="{798A6876-7E2F-41D4-9B79-C558D436E89C}"/>
              </a:ext>
            </a:extLst>
          </p:cNvPr>
          <p:cNvSpPr>
            <a:spLocks/>
          </p:cNvSpPr>
          <p:nvPr/>
        </p:nvSpPr>
        <p:spPr bwMode="auto">
          <a:xfrm>
            <a:off x="5670301" y="2687058"/>
            <a:ext cx="851398" cy="1050402"/>
          </a:xfrm>
          <a:custGeom>
            <a:avLst/>
            <a:gdLst>
              <a:gd name="T0" fmla="*/ 382 w 765"/>
              <a:gd name="T1" fmla="*/ 0 h 944"/>
              <a:gd name="T2" fmla="*/ 765 w 765"/>
              <a:gd name="T3" fmla="*/ 382 h 944"/>
              <a:gd name="T4" fmla="*/ 496 w 765"/>
              <a:gd name="T5" fmla="*/ 748 h 944"/>
              <a:gd name="T6" fmla="*/ 382 w 765"/>
              <a:gd name="T7" fmla="*/ 944 h 944"/>
              <a:gd name="T8" fmla="*/ 269 w 765"/>
              <a:gd name="T9" fmla="*/ 748 h 944"/>
              <a:gd name="T10" fmla="*/ 0 w 765"/>
              <a:gd name="T11" fmla="*/ 382 h 944"/>
              <a:gd name="T12" fmla="*/ 382 w 765"/>
              <a:gd name="T13" fmla="*/ 0 h 944"/>
            </a:gdLst>
            <a:ahLst/>
            <a:cxnLst>
              <a:cxn ang="0">
                <a:pos x="T0" y="T1"/>
              </a:cxn>
              <a:cxn ang="0">
                <a:pos x="T2" y="T3"/>
              </a:cxn>
              <a:cxn ang="0">
                <a:pos x="T4" y="T5"/>
              </a:cxn>
              <a:cxn ang="0">
                <a:pos x="T6" y="T7"/>
              </a:cxn>
              <a:cxn ang="0">
                <a:pos x="T8" y="T9"/>
              </a:cxn>
              <a:cxn ang="0">
                <a:pos x="T10" y="T11"/>
              </a:cxn>
              <a:cxn ang="0">
                <a:pos x="T12" y="T13"/>
              </a:cxn>
            </a:cxnLst>
            <a:rect l="0" t="0" r="r" b="b"/>
            <a:pathLst>
              <a:path w="765" h="944">
                <a:moveTo>
                  <a:pt x="382" y="0"/>
                </a:moveTo>
                <a:cubicBezTo>
                  <a:pt x="593" y="0"/>
                  <a:pt x="765" y="171"/>
                  <a:pt x="765" y="382"/>
                </a:cubicBezTo>
                <a:cubicBezTo>
                  <a:pt x="765" y="554"/>
                  <a:pt x="651" y="699"/>
                  <a:pt x="496" y="748"/>
                </a:cubicBezTo>
                <a:cubicBezTo>
                  <a:pt x="382" y="944"/>
                  <a:pt x="382" y="944"/>
                  <a:pt x="382" y="944"/>
                </a:cubicBezTo>
                <a:cubicBezTo>
                  <a:pt x="269" y="748"/>
                  <a:pt x="269" y="748"/>
                  <a:pt x="269" y="748"/>
                </a:cubicBezTo>
                <a:cubicBezTo>
                  <a:pt x="114" y="699"/>
                  <a:pt x="0" y="554"/>
                  <a:pt x="0" y="382"/>
                </a:cubicBezTo>
                <a:cubicBezTo>
                  <a:pt x="0" y="171"/>
                  <a:pt x="171" y="0"/>
                  <a:pt x="382" y="0"/>
                </a:cubicBezTo>
                <a:close/>
              </a:path>
            </a:pathLst>
          </a:custGeom>
          <a:solidFill>
            <a:schemeClr val="tx1"/>
          </a:solidFill>
          <a:ln>
            <a:noFill/>
          </a:ln>
        </p:spPr>
        <p:txBody>
          <a:bodyPr vert="horz" wrap="square" lIns="68580" tIns="34290" rIns="68580" bIns="34290" numCol="1" anchor="t" anchorCtr="0" compatLnSpc="1">
            <a:prstTxWarp prst="textNoShape">
              <a:avLst/>
            </a:prstTxWarp>
          </a:bodyPr>
          <a:lstStyle/>
          <a:p>
            <a:endParaRPr lang="en-US" sz="1000"/>
          </a:p>
        </p:txBody>
      </p:sp>
      <p:sp>
        <p:nvSpPr>
          <p:cNvPr id="23" name="Text Placeholder 51">
            <a:extLst>
              <a:ext uri="{FF2B5EF4-FFF2-40B4-BE49-F238E27FC236}">
                <a16:creationId xmlns:a16="http://schemas.microsoft.com/office/drawing/2014/main" id="{2F6A64E6-5C8F-4090-83C2-299B7EADA51B}"/>
              </a:ext>
            </a:extLst>
          </p:cNvPr>
          <p:cNvSpPr>
            <a:spLocks noGrp="1"/>
          </p:cNvSpPr>
          <p:nvPr>
            <p:ph type="body" sz="quarter" idx="22"/>
          </p:nvPr>
        </p:nvSpPr>
        <p:spPr>
          <a:xfrm>
            <a:off x="1085481" y="5326817"/>
            <a:ext cx="1848586" cy="760493"/>
          </a:xfrm>
          <a:prstGeom prst="rect">
            <a:avLst/>
          </a:prstGeom>
          <a:solidFill>
            <a:schemeClr val="accent3">
              <a:lumMod val="20000"/>
              <a:lumOff val="80000"/>
            </a:schemeClr>
          </a:solidFill>
        </p:spPr>
        <p:txBody>
          <a:bodyPr lIns="36000" tIns="36000" rIns="36000" bIns="36000" anchor="t">
            <a:noAutofit/>
          </a:bodyPr>
          <a:lstStyle>
            <a:lvl1pPr>
              <a:defRPr sz="900">
                <a:solidFill>
                  <a:schemeClr val="tx1"/>
                </a:solidFill>
              </a:defRPr>
            </a:lvl1pPr>
            <a:lvl2pPr>
              <a:defRPr sz="800">
                <a:solidFill>
                  <a:schemeClr val="tx1"/>
                </a:solidFill>
              </a:defRPr>
            </a:lvl2pPr>
            <a:lvl3pPr>
              <a:defRPr sz="700">
                <a:solidFill>
                  <a:schemeClr val="tx1"/>
                </a:solidFill>
              </a:defRPr>
            </a:lvl3pPr>
            <a:lvl4pPr>
              <a:defRPr sz="600">
                <a:solidFill>
                  <a:schemeClr val="tx1"/>
                </a:solidFill>
              </a:defRPr>
            </a:lvl4pPr>
            <a:lvl5pPr>
              <a:defRPr sz="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4" name="Text Placeholder 51">
            <a:extLst>
              <a:ext uri="{FF2B5EF4-FFF2-40B4-BE49-F238E27FC236}">
                <a16:creationId xmlns:a16="http://schemas.microsoft.com/office/drawing/2014/main" id="{B8258645-C853-4A94-BD77-ACCD86059485}"/>
              </a:ext>
            </a:extLst>
          </p:cNvPr>
          <p:cNvSpPr>
            <a:spLocks noGrp="1"/>
          </p:cNvSpPr>
          <p:nvPr>
            <p:ph type="body" sz="quarter" idx="23"/>
          </p:nvPr>
        </p:nvSpPr>
        <p:spPr>
          <a:xfrm>
            <a:off x="3126052" y="4714930"/>
            <a:ext cx="1848586" cy="760493"/>
          </a:xfrm>
          <a:prstGeom prst="rect">
            <a:avLst/>
          </a:prstGeom>
          <a:solidFill>
            <a:schemeClr val="accent3">
              <a:lumMod val="20000"/>
              <a:lumOff val="80000"/>
            </a:schemeClr>
          </a:solidFill>
        </p:spPr>
        <p:txBody>
          <a:bodyPr lIns="36000" tIns="36000" rIns="36000" bIns="36000" anchor="t">
            <a:noAutofit/>
          </a:bodyPr>
          <a:lstStyle>
            <a:lvl1pPr>
              <a:defRPr sz="900">
                <a:solidFill>
                  <a:schemeClr val="tx1"/>
                </a:solidFill>
              </a:defRPr>
            </a:lvl1pPr>
            <a:lvl2pPr>
              <a:defRPr sz="800">
                <a:solidFill>
                  <a:schemeClr val="tx1"/>
                </a:solidFill>
              </a:defRPr>
            </a:lvl2pPr>
            <a:lvl3pPr>
              <a:defRPr sz="700">
                <a:solidFill>
                  <a:schemeClr val="tx1"/>
                </a:solidFill>
              </a:defRPr>
            </a:lvl3pPr>
            <a:lvl4pPr>
              <a:defRPr sz="600">
                <a:solidFill>
                  <a:schemeClr val="tx1"/>
                </a:solidFill>
              </a:defRPr>
            </a:lvl4pPr>
            <a:lvl5pPr>
              <a:defRPr sz="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5" name="Text Placeholder 51">
            <a:extLst>
              <a:ext uri="{FF2B5EF4-FFF2-40B4-BE49-F238E27FC236}">
                <a16:creationId xmlns:a16="http://schemas.microsoft.com/office/drawing/2014/main" id="{AFD94D5F-2097-49F8-B0C9-342B8453C0A3}"/>
              </a:ext>
            </a:extLst>
          </p:cNvPr>
          <p:cNvSpPr>
            <a:spLocks noGrp="1"/>
          </p:cNvSpPr>
          <p:nvPr>
            <p:ph type="body" sz="quarter" idx="24"/>
          </p:nvPr>
        </p:nvSpPr>
        <p:spPr>
          <a:xfrm>
            <a:off x="5166623" y="4193123"/>
            <a:ext cx="1848586" cy="760493"/>
          </a:xfrm>
          <a:prstGeom prst="rect">
            <a:avLst/>
          </a:prstGeom>
          <a:solidFill>
            <a:schemeClr val="accent3">
              <a:lumMod val="20000"/>
              <a:lumOff val="80000"/>
            </a:schemeClr>
          </a:solidFill>
        </p:spPr>
        <p:txBody>
          <a:bodyPr lIns="36000" tIns="36000" rIns="36000" bIns="36000" anchor="t">
            <a:noAutofit/>
          </a:bodyPr>
          <a:lstStyle>
            <a:lvl1pPr>
              <a:defRPr sz="900">
                <a:solidFill>
                  <a:schemeClr val="tx1"/>
                </a:solidFill>
              </a:defRPr>
            </a:lvl1pPr>
            <a:lvl2pPr>
              <a:defRPr sz="800">
                <a:solidFill>
                  <a:schemeClr val="tx1"/>
                </a:solidFill>
              </a:defRPr>
            </a:lvl2pPr>
            <a:lvl3pPr>
              <a:defRPr sz="700">
                <a:solidFill>
                  <a:schemeClr val="tx1"/>
                </a:solidFill>
              </a:defRPr>
            </a:lvl3pPr>
            <a:lvl4pPr>
              <a:defRPr sz="600">
                <a:solidFill>
                  <a:schemeClr val="tx1"/>
                </a:solidFill>
              </a:defRPr>
            </a:lvl4pPr>
            <a:lvl5pPr>
              <a:defRPr sz="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6" name="Text Placeholder 51">
            <a:extLst>
              <a:ext uri="{FF2B5EF4-FFF2-40B4-BE49-F238E27FC236}">
                <a16:creationId xmlns:a16="http://schemas.microsoft.com/office/drawing/2014/main" id="{AF375579-C6F2-4E3E-9A63-F14AAF17BF54}"/>
              </a:ext>
            </a:extLst>
          </p:cNvPr>
          <p:cNvSpPr>
            <a:spLocks noGrp="1"/>
          </p:cNvSpPr>
          <p:nvPr>
            <p:ph type="body" sz="quarter" idx="25"/>
          </p:nvPr>
        </p:nvSpPr>
        <p:spPr>
          <a:xfrm>
            <a:off x="7206531" y="3662578"/>
            <a:ext cx="1848586" cy="760493"/>
          </a:xfrm>
          <a:prstGeom prst="rect">
            <a:avLst/>
          </a:prstGeom>
          <a:solidFill>
            <a:schemeClr val="accent3">
              <a:lumMod val="20000"/>
              <a:lumOff val="80000"/>
            </a:schemeClr>
          </a:solidFill>
        </p:spPr>
        <p:txBody>
          <a:bodyPr lIns="36000" tIns="36000" rIns="36000" bIns="36000" anchor="t">
            <a:noAutofit/>
          </a:bodyPr>
          <a:lstStyle>
            <a:lvl1pPr>
              <a:defRPr sz="900">
                <a:solidFill>
                  <a:schemeClr val="tx1"/>
                </a:solidFill>
              </a:defRPr>
            </a:lvl1pPr>
            <a:lvl2pPr>
              <a:defRPr sz="800">
                <a:solidFill>
                  <a:schemeClr val="tx1"/>
                </a:solidFill>
              </a:defRPr>
            </a:lvl2pPr>
            <a:lvl3pPr>
              <a:defRPr sz="700">
                <a:solidFill>
                  <a:schemeClr val="tx1"/>
                </a:solidFill>
              </a:defRPr>
            </a:lvl3pPr>
            <a:lvl4pPr>
              <a:defRPr sz="600">
                <a:solidFill>
                  <a:schemeClr val="tx1"/>
                </a:solidFill>
              </a:defRPr>
            </a:lvl4pPr>
            <a:lvl5pPr>
              <a:defRPr sz="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7" name="Text Placeholder 51">
            <a:extLst>
              <a:ext uri="{FF2B5EF4-FFF2-40B4-BE49-F238E27FC236}">
                <a16:creationId xmlns:a16="http://schemas.microsoft.com/office/drawing/2014/main" id="{F99BF064-B138-451A-9CBB-E1809E3255CE}"/>
              </a:ext>
            </a:extLst>
          </p:cNvPr>
          <p:cNvSpPr>
            <a:spLocks noGrp="1"/>
          </p:cNvSpPr>
          <p:nvPr>
            <p:ph type="body" sz="quarter" idx="26"/>
          </p:nvPr>
        </p:nvSpPr>
        <p:spPr>
          <a:xfrm>
            <a:off x="9269678" y="3124062"/>
            <a:ext cx="1848586" cy="760493"/>
          </a:xfrm>
          <a:prstGeom prst="rect">
            <a:avLst/>
          </a:prstGeom>
          <a:solidFill>
            <a:schemeClr val="accent3">
              <a:lumMod val="20000"/>
              <a:lumOff val="80000"/>
            </a:schemeClr>
          </a:solidFill>
        </p:spPr>
        <p:txBody>
          <a:bodyPr lIns="36000" tIns="36000" rIns="36000" bIns="36000" anchor="t">
            <a:noAutofit/>
          </a:bodyPr>
          <a:lstStyle>
            <a:lvl1pPr>
              <a:defRPr sz="900">
                <a:solidFill>
                  <a:schemeClr val="tx1"/>
                </a:solidFill>
              </a:defRPr>
            </a:lvl1pPr>
            <a:lvl2pPr>
              <a:defRPr sz="800">
                <a:solidFill>
                  <a:schemeClr val="tx1"/>
                </a:solidFill>
              </a:defRPr>
            </a:lvl2pPr>
            <a:lvl3pPr>
              <a:defRPr sz="700">
                <a:solidFill>
                  <a:schemeClr val="tx1"/>
                </a:solidFill>
              </a:defRPr>
            </a:lvl3pPr>
            <a:lvl4pPr>
              <a:defRPr sz="600">
                <a:solidFill>
                  <a:schemeClr val="tx1"/>
                </a:solidFill>
              </a:defRPr>
            </a:lvl4pPr>
            <a:lvl5pPr>
              <a:defRPr sz="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3" name="Text Placeholder 51">
            <a:extLst>
              <a:ext uri="{FF2B5EF4-FFF2-40B4-BE49-F238E27FC236}">
                <a16:creationId xmlns:a16="http://schemas.microsoft.com/office/drawing/2014/main" id="{0BCAFE1E-6473-495A-A784-5E9D1EACD3E4}"/>
              </a:ext>
            </a:extLst>
          </p:cNvPr>
          <p:cNvSpPr>
            <a:spLocks noGrp="1"/>
          </p:cNvSpPr>
          <p:nvPr>
            <p:ph type="body" sz="quarter" idx="32"/>
          </p:nvPr>
        </p:nvSpPr>
        <p:spPr>
          <a:xfrm>
            <a:off x="1085481" y="4897977"/>
            <a:ext cx="1848586" cy="390525"/>
          </a:xfrm>
          <a:prstGeom prst="rect">
            <a:avLst/>
          </a:prstGeom>
          <a:solidFill>
            <a:schemeClr val="accent3">
              <a:lumMod val="20000"/>
              <a:lumOff val="80000"/>
            </a:schemeClr>
          </a:solidFill>
        </p:spPr>
        <p:txBody>
          <a:bodyPr lIns="72000" tIns="36000" rIns="72000" bIns="36000" anchor="ctr">
            <a:noAutofit/>
          </a:bodyPr>
          <a:lstStyle>
            <a:lvl1pPr marL="0" indent="0" algn="ctr">
              <a:lnSpc>
                <a:spcPct val="100000"/>
              </a:lnSpc>
              <a:buNone/>
              <a:defRPr sz="1000" b="1">
                <a:solidFill>
                  <a:schemeClr val="tx1"/>
                </a:solidFill>
              </a:defRPr>
            </a:lvl1pPr>
            <a:lvl2pPr marL="252000" indent="0" algn="ctr">
              <a:buNone/>
              <a:defRPr sz="1000"/>
            </a:lvl2pPr>
            <a:lvl3pPr marL="504000" indent="0" algn="ctr">
              <a:buNone/>
              <a:defRPr sz="1000"/>
            </a:lvl3pPr>
            <a:lvl4pPr marL="756000" indent="0" algn="ctr">
              <a:buNone/>
              <a:defRPr sz="1000"/>
            </a:lvl4pPr>
            <a:lvl5pPr marL="1008000" indent="0" algn="ctr">
              <a:buNone/>
              <a:defRPr sz="1000"/>
            </a:lvl5pPr>
          </a:lstStyle>
          <a:p>
            <a:pPr lvl="0"/>
            <a:r>
              <a:rPr lang="en-US"/>
              <a:t>Click to edit Master text styles</a:t>
            </a:r>
          </a:p>
        </p:txBody>
      </p:sp>
      <p:sp>
        <p:nvSpPr>
          <p:cNvPr id="34" name="Text Placeholder 51">
            <a:extLst>
              <a:ext uri="{FF2B5EF4-FFF2-40B4-BE49-F238E27FC236}">
                <a16:creationId xmlns:a16="http://schemas.microsoft.com/office/drawing/2014/main" id="{5EDDB9A9-503E-4DBD-BAF5-B8F4BB062F16}"/>
              </a:ext>
            </a:extLst>
          </p:cNvPr>
          <p:cNvSpPr>
            <a:spLocks noGrp="1"/>
          </p:cNvSpPr>
          <p:nvPr>
            <p:ph type="body" sz="quarter" idx="33"/>
          </p:nvPr>
        </p:nvSpPr>
        <p:spPr>
          <a:xfrm>
            <a:off x="3126052" y="4286090"/>
            <a:ext cx="1848586" cy="390525"/>
          </a:xfrm>
          <a:prstGeom prst="rect">
            <a:avLst/>
          </a:prstGeom>
          <a:solidFill>
            <a:schemeClr val="accent3">
              <a:lumMod val="20000"/>
              <a:lumOff val="80000"/>
            </a:schemeClr>
          </a:solidFill>
        </p:spPr>
        <p:txBody>
          <a:bodyPr lIns="72000" tIns="36000" rIns="72000" bIns="36000" anchor="ctr">
            <a:noAutofit/>
          </a:bodyPr>
          <a:lstStyle>
            <a:lvl1pPr marL="0" indent="0" algn="ctr">
              <a:lnSpc>
                <a:spcPct val="100000"/>
              </a:lnSpc>
              <a:buNone/>
              <a:defRPr sz="1000" b="1">
                <a:solidFill>
                  <a:schemeClr val="tx1"/>
                </a:solidFill>
              </a:defRPr>
            </a:lvl1pPr>
            <a:lvl2pPr marL="252000" indent="0" algn="ctr">
              <a:buNone/>
              <a:defRPr sz="1000"/>
            </a:lvl2pPr>
            <a:lvl3pPr marL="504000" indent="0" algn="ctr">
              <a:buNone/>
              <a:defRPr sz="1000"/>
            </a:lvl3pPr>
            <a:lvl4pPr marL="756000" indent="0" algn="ctr">
              <a:buNone/>
              <a:defRPr sz="1000"/>
            </a:lvl4pPr>
            <a:lvl5pPr marL="1008000" indent="0" algn="ctr">
              <a:buNone/>
              <a:defRPr sz="1000"/>
            </a:lvl5pPr>
          </a:lstStyle>
          <a:p>
            <a:pPr lvl="0"/>
            <a:r>
              <a:rPr lang="en-US"/>
              <a:t>Click to edit Master text styles</a:t>
            </a:r>
          </a:p>
        </p:txBody>
      </p:sp>
      <p:sp>
        <p:nvSpPr>
          <p:cNvPr id="35" name="Text Placeholder 51">
            <a:extLst>
              <a:ext uri="{FF2B5EF4-FFF2-40B4-BE49-F238E27FC236}">
                <a16:creationId xmlns:a16="http://schemas.microsoft.com/office/drawing/2014/main" id="{0A6843E1-4085-4CE7-ABF8-0CD42995D736}"/>
              </a:ext>
            </a:extLst>
          </p:cNvPr>
          <p:cNvSpPr>
            <a:spLocks noGrp="1"/>
          </p:cNvSpPr>
          <p:nvPr>
            <p:ph type="body" sz="quarter" idx="34"/>
          </p:nvPr>
        </p:nvSpPr>
        <p:spPr>
          <a:xfrm>
            <a:off x="5166623" y="3764283"/>
            <a:ext cx="1848586" cy="390525"/>
          </a:xfrm>
          <a:prstGeom prst="rect">
            <a:avLst/>
          </a:prstGeom>
          <a:solidFill>
            <a:schemeClr val="accent3">
              <a:lumMod val="20000"/>
              <a:lumOff val="80000"/>
            </a:schemeClr>
          </a:solidFill>
        </p:spPr>
        <p:txBody>
          <a:bodyPr lIns="72000" tIns="36000" rIns="72000" bIns="36000" anchor="ctr">
            <a:noAutofit/>
          </a:bodyPr>
          <a:lstStyle>
            <a:lvl1pPr marL="0" indent="0" algn="ctr">
              <a:lnSpc>
                <a:spcPct val="100000"/>
              </a:lnSpc>
              <a:buNone/>
              <a:defRPr sz="1000" b="1">
                <a:solidFill>
                  <a:schemeClr val="tx1"/>
                </a:solidFill>
              </a:defRPr>
            </a:lvl1pPr>
            <a:lvl2pPr marL="252000" indent="0" algn="ctr">
              <a:buNone/>
              <a:defRPr sz="1000"/>
            </a:lvl2pPr>
            <a:lvl3pPr marL="504000" indent="0" algn="ctr">
              <a:buNone/>
              <a:defRPr sz="1000"/>
            </a:lvl3pPr>
            <a:lvl4pPr marL="756000" indent="0" algn="ctr">
              <a:buNone/>
              <a:defRPr sz="1000"/>
            </a:lvl4pPr>
            <a:lvl5pPr marL="1008000" indent="0" algn="ctr">
              <a:buNone/>
              <a:defRPr sz="1000"/>
            </a:lvl5pPr>
          </a:lstStyle>
          <a:p>
            <a:pPr lvl="0"/>
            <a:r>
              <a:rPr lang="en-US"/>
              <a:t>Click to edit Master text styles</a:t>
            </a:r>
          </a:p>
        </p:txBody>
      </p:sp>
      <p:sp>
        <p:nvSpPr>
          <p:cNvPr id="36" name="Text Placeholder 51">
            <a:extLst>
              <a:ext uri="{FF2B5EF4-FFF2-40B4-BE49-F238E27FC236}">
                <a16:creationId xmlns:a16="http://schemas.microsoft.com/office/drawing/2014/main" id="{E312FBF5-D93E-49B0-9493-FEE620139EAC}"/>
              </a:ext>
            </a:extLst>
          </p:cNvPr>
          <p:cNvSpPr>
            <a:spLocks noGrp="1"/>
          </p:cNvSpPr>
          <p:nvPr>
            <p:ph type="body" sz="quarter" idx="35"/>
          </p:nvPr>
        </p:nvSpPr>
        <p:spPr>
          <a:xfrm>
            <a:off x="7206531" y="3233738"/>
            <a:ext cx="1848586" cy="390525"/>
          </a:xfrm>
          <a:prstGeom prst="rect">
            <a:avLst/>
          </a:prstGeom>
          <a:solidFill>
            <a:schemeClr val="accent3">
              <a:lumMod val="20000"/>
              <a:lumOff val="80000"/>
            </a:schemeClr>
          </a:solidFill>
        </p:spPr>
        <p:txBody>
          <a:bodyPr lIns="72000" tIns="36000" rIns="72000" bIns="36000" anchor="ctr">
            <a:noAutofit/>
          </a:bodyPr>
          <a:lstStyle>
            <a:lvl1pPr marL="0" indent="0" algn="ctr">
              <a:lnSpc>
                <a:spcPct val="100000"/>
              </a:lnSpc>
              <a:buNone/>
              <a:defRPr sz="1000" b="1">
                <a:solidFill>
                  <a:schemeClr val="tx1"/>
                </a:solidFill>
              </a:defRPr>
            </a:lvl1pPr>
            <a:lvl2pPr marL="252000" indent="0" algn="ctr">
              <a:buNone/>
              <a:defRPr sz="1000"/>
            </a:lvl2pPr>
            <a:lvl3pPr marL="504000" indent="0" algn="ctr">
              <a:buNone/>
              <a:defRPr sz="1000"/>
            </a:lvl3pPr>
            <a:lvl4pPr marL="756000" indent="0" algn="ctr">
              <a:buNone/>
              <a:defRPr sz="1000"/>
            </a:lvl4pPr>
            <a:lvl5pPr marL="1008000" indent="0" algn="ctr">
              <a:buNone/>
              <a:defRPr sz="1000"/>
            </a:lvl5pPr>
          </a:lstStyle>
          <a:p>
            <a:pPr lvl="0"/>
            <a:r>
              <a:rPr lang="en-US"/>
              <a:t>Click to edit Master text styles</a:t>
            </a:r>
          </a:p>
        </p:txBody>
      </p:sp>
      <p:sp>
        <p:nvSpPr>
          <p:cNvPr id="37" name="Text Placeholder 51">
            <a:extLst>
              <a:ext uri="{FF2B5EF4-FFF2-40B4-BE49-F238E27FC236}">
                <a16:creationId xmlns:a16="http://schemas.microsoft.com/office/drawing/2014/main" id="{AFA0C668-6306-47D9-B703-32BD62B4B9B9}"/>
              </a:ext>
            </a:extLst>
          </p:cNvPr>
          <p:cNvSpPr>
            <a:spLocks noGrp="1"/>
          </p:cNvSpPr>
          <p:nvPr>
            <p:ph type="body" sz="quarter" idx="36"/>
          </p:nvPr>
        </p:nvSpPr>
        <p:spPr>
          <a:xfrm>
            <a:off x="9269678" y="2695222"/>
            <a:ext cx="1848586" cy="390525"/>
          </a:xfrm>
          <a:prstGeom prst="rect">
            <a:avLst/>
          </a:prstGeom>
          <a:solidFill>
            <a:schemeClr val="accent3">
              <a:lumMod val="20000"/>
              <a:lumOff val="80000"/>
            </a:schemeClr>
          </a:solidFill>
        </p:spPr>
        <p:txBody>
          <a:bodyPr lIns="72000" tIns="36000" rIns="72000" bIns="36000" anchor="ctr">
            <a:noAutofit/>
          </a:bodyPr>
          <a:lstStyle>
            <a:lvl1pPr marL="0" indent="0" algn="ctr">
              <a:lnSpc>
                <a:spcPct val="100000"/>
              </a:lnSpc>
              <a:buNone/>
              <a:defRPr sz="1000" b="1">
                <a:solidFill>
                  <a:schemeClr val="tx1"/>
                </a:solidFill>
              </a:defRPr>
            </a:lvl1pPr>
            <a:lvl2pPr marL="252000" indent="0" algn="ctr">
              <a:buNone/>
              <a:defRPr sz="1000"/>
            </a:lvl2pPr>
            <a:lvl3pPr marL="504000" indent="0" algn="ctr">
              <a:buNone/>
              <a:defRPr sz="1000"/>
            </a:lvl3pPr>
            <a:lvl4pPr marL="756000" indent="0" algn="ctr">
              <a:buNone/>
              <a:defRPr sz="1000"/>
            </a:lvl4pPr>
            <a:lvl5pPr marL="1008000" indent="0" algn="ctr">
              <a:buNone/>
              <a:defRPr sz="1000"/>
            </a:lvl5pPr>
          </a:lstStyle>
          <a:p>
            <a:pPr lvl="0"/>
            <a:r>
              <a:rPr lang="en-US"/>
              <a:t>Click to edit Master text styles</a:t>
            </a:r>
          </a:p>
        </p:txBody>
      </p:sp>
      <p:sp>
        <p:nvSpPr>
          <p:cNvPr id="38" name="Picture Placeholder 2">
            <a:extLst>
              <a:ext uri="{FF2B5EF4-FFF2-40B4-BE49-F238E27FC236}">
                <a16:creationId xmlns:a16="http://schemas.microsoft.com/office/drawing/2014/main" id="{F315E575-5D11-49D3-9F18-34A05B917B35}"/>
              </a:ext>
            </a:extLst>
          </p:cNvPr>
          <p:cNvSpPr>
            <a:spLocks noGrp="1" noChangeAspect="1"/>
          </p:cNvSpPr>
          <p:nvPr>
            <p:ph type="pic" sz="quarter" idx="39"/>
          </p:nvPr>
        </p:nvSpPr>
        <p:spPr>
          <a:xfrm>
            <a:off x="1615229" y="3841636"/>
            <a:ext cx="780728" cy="780728"/>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9" name="Picture Placeholder 2">
            <a:extLst>
              <a:ext uri="{FF2B5EF4-FFF2-40B4-BE49-F238E27FC236}">
                <a16:creationId xmlns:a16="http://schemas.microsoft.com/office/drawing/2014/main" id="{6F9E3A1F-5B3A-428D-82EF-4D01784DD97A}"/>
              </a:ext>
            </a:extLst>
          </p:cNvPr>
          <p:cNvSpPr>
            <a:spLocks noGrp="1" noChangeAspect="1"/>
          </p:cNvSpPr>
          <p:nvPr>
            <p:ph type="pic" sz="quarter" idx="40"/>
          </p:nvPr>
        </p:nvSpPr>
        <p:spPr>
          <a:xfrm>
            <a:off x="3659081" y="3249299"/>
            <a:ext cx="780728" cy="780728"/>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43" name="Picture Placeholder 2">
            <a:extLst>
              <a:ext uri="{FF2B5EF4-FFF2-40B4-BE49-F238E27FC236}">
                <a16:creationId xmlns:a16="http://schemas.microsoft.com/office/drawing/2014/main" id="{DA8B9D61-F62E-4F2E-8FD2-6C61F485110B}"/>
              </a:ext>
            </a:extLst>
          </p:cNvPr>
          <p:cNvSpPr>
            <a:spLocks noGrp="1" noChangeAspect="1"/>
          </p:cNvSpPr>
          <p:nvPr>
            <p:ph type="pic" sz="quarter" idx="41"/>
          </p:nvPr>
        </p:nvSpPr>
        <p:spPr>
          <a:xfrm>
            <a:off x="5705636" y="2715491"/>
            <a:ext cx="780728" cy="780728"/>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44" name="Picture Placeholder 2">
            <a:extLst>
              <a:ext uri="{FF2B5EF4-FFF2-40B4-BE49-F238E27FC236}">
                <a16:creationId xmlns:a16="http://schemas.microsoft.com/office/drawing/2014/main" id="{79DF6FD8-77FE-4B2B-8C29-67E5C14F96FA}"/>
              </a:ext>
            </a:extLst>
          </p:cNvPr>
          <p:cNvSpPr>
            <a:spLocks noGrp="1" noChangeAspect="1"/>
          </p:cNvSpPr>
          <p:nvPr>
            <p:ph type="pic" sz="quarter" idx="42"/>
          </p:nvPr>
        </p:nvSpPr>
        <p:spPr>
          <a:xfrm>
            <a:off x="7749199" y="2194120"/>
            <a:ext cx="780728" cy="780728"/>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45" name="Picture Placeholder 2">
            <a:extLst>
              <a:ext uri="{FF2B5EF4-FFF2-40B4-BE49-F238E27FC236}">
                <a16:creationId xmlns:a16="http://schemas.microsoft.com/office/drawing/2014/main" id="{5B9659B1-43A8-4D56-80FF-1CAC4B1DA96D}"/>
              </a:ext>
            </a:extLst>
          </p:cNvPr>
          <p:cNvSpPr>
            <a:spLocks noGrp="1" noChangeAspect="1"/>
          </p:cNvSpPr>
          <p:nvPr>
            <p:ph type="pic" sz="quarter" idx="43"/>
          </p:nvPr>
        </p:nvSpPr>
        <p:spPr>
          <a:xfrm>
            <a:off x="9796043" y="1655010"/>
            <a:ext cx="780728" cy="780728"/>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grpSp>
        <p:nvGrpSpPr>
          <p:cNvPr id="2" name="Group 1">
            <a:extLst>
              <a:ext uri="{FF2B5EF4-FFF2-40B4-BE49-F238E27FC236}">
                <a16:creationId xmlns:a16="http://schemas.microsoft.com/office/drawing/2014/main" id="{16D79EB4-BC11-C9DC-A7E7-275451F6568B}"/>
              </a:ext>
            </a:extLst>
          </p:cNvPr>
          <p:cNvGrpSpPr/>
          <p:nvPr/>
        </p:nvGrpSpPr>
        <p:grpSpPr>
          <a:xfrm>
            <a:off x="0" y="0"/>
            <a:ext cx="12192000" cy="301809"/>
            <a:chOff x="0" y="0"/>
            <a:chExt cx="12192000" cy="301809"/>
          </a:xfrm>
        </p:grpSpPr>
        <p:sp>
          <p:nvSpPr>
            <p:cNvPr id="3" name="Rectangle 2">
              <a:extLst>
                <a:ext uri="{FF2B5EF4-FFF2-40B4-BE49-F238E27FC236}">
                  <a16:creationId xmlns:a16="http://schemas.microsoft.com/office/drawing/2014/main" id="{BBE3C2EA-16C3-A90F-91A5-3327B13A4B3B}"/>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CD219090-8316-5608-24D6-BE97D21B2285}"/>
                </a:ext>
              </a:extLst>
            </p:cNvPr>
            <p:cNvGrpSpPr/>
            <p:nvPr userDrawn="1"/>
          </p:nvGrpSpPr>
          <p:grpSpPr>
            <a:xfrm>
              <a:off x="10687010" y="58571"/>
              <a:ext cx="1279331" cy="184666"/>
              <a:chOff x="10759355" y="58571"/>
              <a:chExt cx="1279331" cy="184666"/>
            </a:xfrm>
          </p:grpSpPr>
          <p:pic>
            <p:nvPicPr>
              <p:cNvPr id="28" name="Picture 27">
                <a:extLst>
                  <a:ext uri="{FF2B5EF4-FFF2-40B4-BE49-F238E27FC236}">
                    <a16:creationId xmlns:a16="http://schemas.microsoft.com/office/drawing/2014/main" id="{539635F0-BD66-0EDA-4E58-BEC5353FD24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9" name="TextBox 28">
                <a:extLst>
                  <a:ext uri="{FF2B5EF4-FFF2-40B4-BE49-F238E27FC236}">
                    <a16:creationId xmlns:a16="http://schemas.microsoft.com/office/drawing/2014/main" id="{E296C22F-6E4A-0EA4-2D13-AF6BD1DE8C52}"/>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6" name="Straight Connector 5">
              <a:extLst>
                <a:ext uri="{FF2B5EF4-FFF2-40B4-BE49-F238E27FC236}">
                  <a16:creationId xmlns:a16="http://schemas.microsoft.com/office/drawing/2014/main" id="{495D78D6-73C9-E5CF-F2F2-3D053F5EE0F2}"/>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87E3BBA-F76C-2994-B15C-F82B9D62DB3C}"/>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Title 3">
            <a:extLst>
              <a:ext uri="{FF2B5EF4-FFF2-40B4-BE49-F238E27FC236}">
                <a16:creationId xmlns:a16="http://schemas.microsoft.com/office/drawing/2014/main" id="{5E76E809-FF48-D072-2664-C76EE04E5431}"/>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05671773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Infog_16">
    <p:spTree>
      <p:nvGrpSpPr>
        <p:cNvPr id="1" name=""/>
        <p:cNvGrpSpPr/>
        <p:nvPr/>
      </p:nvGrpSpPr>
      <p:grpSpPr>
        <a:xfrm>
          <a:off x="0" y="0"/>
          <a:ext cx="0" cy="0"/>
          <a:chOff x="0" y="0"/>
          <a:chExt cx="0" cy="0"/>
        </a:xfrm>
      </p:grpSpPr>
      <p:sp>
        <p:nvSpPr>
          <p:cNvPr id="7" name="Oval 10">
            <a:extLst>
              <a:ext uri="{FF2B5EF4-FFF2-40B4-BE49-F238E27FC236}">
                <a16:creationId xmlns:a16="http://schemas.microsoft.com/office/drawing/2014/main" id="{9F26D547-5B87-4D67-8D01-D84B4765F2EB}"/>
              </a:ext>
            </a:extLst>
          </p:cNvPr>
          <p:cNvSpPr>
            <a:spLocks noChangeArrowheads="1"/>
          </p:cNvSpPr>
          <p:nvPr/>
        </p:nvSpPr>
        <p:spPr bwMode="auto">
          <a:xfrm>
            <a:off x="8619148" y="4249681"/>
            <a:ext cx="892800" cy="892800"/>
          </a:xfrm>
          <a:prstGeom prst="ellipse">
            <a:avLst/>
          </a:pr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Oval 12">
            <a:extLst>
              <a:ext uri="{FF2B5EF4-FFF2-40B4-BE49-F238E27FC236}">
                <a16:creationId xmlns:a16="http://schemas.microsoft.com/office/drawing/2014/main" id="{1C4069B7-47CC-49DD-BA90-DA73F9D061AC}"/>
              </a:ext>
            </a:extLst>
          </p:cNvPr>
          <p:cNvSpPr>
            <a:spLocks noChangeArrowheads="1"/>
          </p:cNvSpPr>
          <p:nvPr/>
        </p:nvSpPr>
        <p:spPr bwMode="auto">
          <a:xfrm>
            <a:off x="7390366" y="2624081"/>
            <a:ext cx="893763" cy="892800"/>
          </a:xfrm>
          <a:prstGeom prst="ellipse">
            <a:avLst/>
          </a:prstGeom>
          <a:noFill/>
          <a:ln w="60325"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Oval 14">
            <a:extLst>
              <a:ext uri="{FF2B5EF4-FFF2-40B4-BE49-F238E27FC236}">
                <a16:creationId xmlns:a16="http://schemas.microsoft.com/office/drawing/2014/main" id="{5A13C01A-1530-4914-8FF9-8E1BB7E25F74}"/>
              </a:ext>
            </a:extLst>
          </p:cNvPr>
          <p:cNvSpPr>
            <a:spLocks noChangeArrowheads="1"/>
          </p:cNvSpPr>
          <p:nvPr/>
        </p:nvSpPr>
        <p:spPr bwMode="auto">
          <a:xfrm>
            <a:off x="6158947" y="4249681"/>
            <a:ext cx="892800" cy="892800"/>
          </a:xfrm>
          <a:prstGeom prst="ellipse">
            <a:avLst/>
          </a:prstGeom>
          <a:noFill/>
          <a:ln w="60325" cap="rnd">
            <a:solidFill>
              <a:schemeClr val="accent5"/>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1" name="Oval 16">
            <a:extLst>
              <a:ext uri="{FF2B5EF4-FFF2-40B4-BE49-F238E27FC236}">
                <a16:creationId xmlns:a16="http://schemas.microsoft.com/office/drawing/2014/main" id="{F614304E-25C5-4423-B46D-A41113FC46CD}"/>
              </a:ext>
            </a:extLst>
          </p:cNvPr>
          <p:cNvSpPr>
            <a:spLocks noChangeArrowheads="1"/>
          </p:cNvSpPr>
          <p:nvPr/>
        </p:nvSpPr>
        <p:spPr bwMode="auto">
          <a:xfrm>
            <a:off x="4923831" y="2624081"/>
            <a:ext cx="893763" cy="892800"/>
          </a:xfrm>
          <a:prstGeom prst="ellipse">
            <a:avLst/>
          </a:pr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2" name="Oval 18">
            <a:extLst>
              <a:ext uri="{FF2B5EF4-FFF2-40B4-BE49-F238E27FC236}">
                <a16:creationId xmlns:a16="http://schemas.microsoft.com/office/drawing/2014/main" id="{8C9119C7-C50B-41C9-AF57-85CD8B2989B7}"/>
              </a:ext>
            </a:extLst>
          </p:cNvPr>
          <p:cNvSpPr>
            <a:spLocks noChangeArrowheads="1"/>
          </p:cNvSpPr>
          <p:nvPr/>
        </p:nvSpPr>
        <p:spPr bwMode="auto">
          <a:xfrm>
            <a:off x="3696734" y="4249681"/>
            <a:ext cx="892800" cy="892800"/>
          </a:xfrm>
          <a:prstGeom prst="ellipse">
            <a:avLst/>
          </a:prstGeom>
          <a:noFill/>
          <a:ln w="603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3" name="Oval 20">
            <a:extLst>
              <a:ext uri="{FF2B5EF4-FFF2-40B4-BE49-F238E27FC236}">
                <a16:creationId xmlns:a16="http://schemas.microsoft.com/office/drawing/2014/main" id="{5F2E458A-8C08-4B09-A16C-56A275AD7B31}"/>
              </a:ext>
            </a:extLst>
          </p:cNvPr>
          <p:cNvSpPr>
            <a:spLocks noChangeArrowheads="1"/>
          </p:cNvSpPr>
          <p:nvPr/>
        </p:nvSpPr>
        <p:spPr bwMode="auto">
          <a:xfrm>
            <a:off x="2473310" y="2624081"/>
            <a:ext cx="892175" cy="892800"/>
          </a:xfrm>
          <a:prstGeom prst="ellipse">
            <a:avLst/>
          </a:pr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4" name="Freeform 19">
            <a:extLst>
              <a:ext uri="{FF2B5EF4-FFF2-40B4-BE49-F238E27FC236}">
                <a16:creationId xmlns:a16="http://schemas.microsoft.com/office/drawing/2014/main" id="{D72513CD-236C-4D43-BFF5-5C59B36FB3E6}"/>
              </a:ext>
            </a:extLst>
          </p:cNvPr>
          <p:cNvSpPr>
            <a:spLocks/>
          </p:cNvSpPr>
          <p:nvPr/>
        </p:nvSpPr>
        <p:spPr bwMode="auto">
          <a:xfrm>
            <a:off x="1838085" y="3519431"/>
            <a:ext cx="1073150" cy="365125"/>
          </a:xfrm>
          <a:custGeom>
            <a:avLst/>
            <a:gdLst>
              <a:gd name="T0" fmla="*/ 0 w 676"/>
              <a:gd name="T1" fmla="*/ 230 h 230"/>
              <a:gd name="T2" fmla="*/ 676 w 676"/>
              <a:gd name="T3" fmla="*/ 230 h 230"/>
              <a:gd name="T4" fmla="*/ 676 w 676"/>
              <a:gd name="T5" fmla="*/ 0 h 230"/>
            </a:gdLst>
            <a:ahLst/>
            <a:cxnLst>
              <a:cxn ang="0">
                <a:pos x="T0" y="T1"/>
              </a:cxn>
              <a:cxn ang="0">
                <a:pos x="T2" y="T3"/>
              </a:cxn>
              <a:cxn ang="0">
                <a:pos x="T4" y="T5"/>
              </a:cxn>
            </a:cxnLst>
            <a:rect l="0" t="0" r="r" b="b"/>
            <a:pathLst>
              <a:path w="676" h="230">
                <a:moveTo>
                  <a:pt x="0" y="230"/>
                </a:moveTo>
                <a:lnTo>
                  <a:pt x="676" y="230"/>
                </a:lnTo>
                <a:lnTo>
                  <a:pt x="676" y="0"/>
                </a:lnTo>
              </a:path>
            </a:pathLst>
          </a:cu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sp>
        <p:nvSpPr>
          <p:cNvPr id="15" name="Line 5">
            <a:extLst>
              <a:ext uri="{FF2B5EF4-FFF2-40B4-BE49-F238E27FC236}">
                <a16:creationId xmlns:a16="http://schemas.microsoft.com/office/drawing/2014/main" id="{793ABA4C-CEA1-4AA0-A20B-3251A06B7CA5}"/>
              </a:ext>
            </a:extLst>
          </p:cNvPr>
          <p:cNvSpPr>
            <a:spLocks noChangeShapeType="1"/>
          </p:cNvSpPr>
          <p:nvPr/>
        </p:nvSpPr>
        <p:spPr bwMode="auto">
          <a:xfrm>
            <a:off x="9280766" y="3884556"/>
            <a:ext cx="1073150" cy="0"/>
          </a:xfrm>
          <a:prstGeom prst="line">
            <a:avLst/>
          </a:prstGeom>
          <a:noFill/>
          <a:ln w="60325" cap="rnd">
            <a:solidFill>
              <a:schemeClr val="accent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6" name="Oval 6">
            <a:extLst>
              <a:ext uri="{FF2B5EF4-FFF2-40B4-BE49-F238E27FC236}">
                <a16:creationId xmlns:a16="http://schemas.microsoft.com/office/drawing/2014/main" id="{4BE46ED7-711C-4912-99A0-F693D7F5E6F1}"/>
              </a:ext>
            </a:extLst>
          </p:cNvPr>
          <p:cNvSpPr>
            <a:spLocks noChangeArrowheads="1"/>
          </p:cNvSpPr>
          <p:nvPr/>
        </p:nvSpPr>
        <p:spPr bwMode="auto">
          <a:xfrm>
            <a:off x="10353916" y="3741681"/>
            <a:ext cx="285750" cy="285750"/>
          </a:xfrm>
          <a:prstGeom prst="ellipse">
            <a:avLst/>
          </a:prstGeom>
          <a:noFill/>
          <a:ln w="603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7" name="Freeform 9">
            <a:extLst>
              <a:ext uri="{FF2B5EF4-FFF2-40B4-BE49-F238E27FC236}">
                <a16:creationId xmlns:a16="http://schemas.microsoft.com/office/drawing/2014/main" id="{71D51B90-1028-4BE7-825E-7D0CD325301A}"/>
              </a:ext>
            </a:extLst>
          </p:cNvPr>
          <p:cNvSpPr>
            <a:spLocks/>
          </p:cNvSpPr>
          <p:nvPr/>
        </p:nvSpPr>
        <p:spPr bwMode="auto">
          <a:xfrm>
            <a:off x="7994410" y="3884556"/>
            <a:ext cx="1074738" cy="365125"/>
          </a:xfrm>
          <a:custGeom>
            <a:avLst/>
            <a:gdLst>
              <a:gd name="T0" fmla="*/ 0 w 677"/>
              <a:gd name="T1" fmla="*/ 0 h 230"/>
              <a:gd name="T2" fmla="*/ 677 w 677"/>
              <a:gd name="T3" fmla="*/ 0 h 230"/>
              <a:gd name="T4" fmla="*/ 677 w 677"/>
              <a:gd name="T5" fmla="*/ 230 h 230"/>
            </a:gdLst>
            <a:ahLst/>
            <a:cxnLst>
              <a:cxn ang="0">
                <a:pos x="T0" y="T1"/>
              </a:cxn>
              <a:cxn ang="0">
                <a:pos x="T2" y="T3"/>
              </a:cxn>
              <a:cxn ang="0">
                <a:pos x="T4" y="T5"/>
              </a:cxn>
            </a:cxnLst>
            <a:rect l="0" t="0" r="r" b="b"/>
            <a:pathLst>
              <a:path w="677" h="230">
                <a:moveTo>
                  <a:pt x="0" y="0"/>
                </a:moveTo>
                <a:lnTo>
                  <a:pt x="677" y="0"/>
                </a:lnTo>
                <a:lnTo>
                  <a:pt x="677" y="230"/>
                </a:lnTo>
              </a:path>
            </a:pathLst>
          </a:cu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8" name="Freeform 11">
            <a:extLst>
              <a:ext uri="{FF2B5EF4-FFF2-40B4-BE49-F238E27FC236}">
                <a16:creationId xmlns:a16="http://schemas.microsoft.com/office/drawing/2014/main" id="{0C641027-1360-438A-929E-58710FF79F97}"/>
              </a:ext>
            </a:extLst>
          </p:cNvPr>
          <p:cNvSpPr>
            <a:spLocks/>
          </p:cNvSpPr>
          <p:nvPr/>
        </p:nvSpPr>
        <p:spPr bwMode="auto">
          <a:xfrm>
            <a:off x="6762510" y="3519431"/>
            <a:ext cx="1074738" cy="365125"/>
          </a:xfrm>
          <a:custGeom>
            <a:avLst/>
            <a:gdLst>
              <a:gd name="T0" fmla="*/ 0 w 677"/>
              <a:gd name="T1" fmla="*/ 230 h 230"/>
              <a:gd name="T2" fmla="*/ 677 w 677"/>
              <a:gd name="T3" fmla="*/ 230 h 230"/>
              <a:gd name="T4" fmla="*/ 677 w 677"/>
              <a:gd name="T5" fmla="*/ 0 h 230"/>
            </a:gdLst>
            <a:ahLst/>
            <a:cxnLst>
              <a:cxn ang="0">
                <a:pos x="T0" y="T1"/>
              </a:cxn>
              <a:cxn ang="0">
                <a:pos x="T2" y="T3"/>
              </a:cxn>
              <a:cxn ang="0">
                <a:pos x="T4" y="T5"/>
              </a:cxn>
            </a:cxnLst>
            <a:rect l="0" t="0" r="r" b="b"/>
            <a:pathLst>
              <a:path w="677" h="230">
                <a:moveTo>
                  <a:pt x="0" y="230"/>
                </a:moveTo>
                <a:lnTo>
                  <a:pt x="677" y="230"/>
                </a:lnTo>
                <a:lnTo>
                  <a:pt x="677" y="0"/>
                </a:lnTo>
              </a:path>
            </a:pathLst>
          </a:custGeom>
          <a:noFill/>
          <a:ln w="60325"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9" name="Freeform 13">
            <a:extLst>
              <a:ext uri="{FF2B5EF4-FFF2-40B4-BE49-F238E27FC236}">
                <a16:creationId xmlns:a16="http://schemas.microsoft.com/office/drawing/2014/main" id="{3427AE8F-363F-46B6-802C-6BFD19FCEAB9}"/>
              </a:ext>
            </a:extLst>
          </p:cNvPr>
          <p:cNvSpPr>
            <a:spLocks/>
          </p:cNvSpPr>
          <p:nvPr/>
        </p:nvSpPr>
        <p:spPr bwMode="auto">
          <a:xfrm>
            <a:off x="5532197" y="3884556"/>
            <a:ext cx="1073150" cy="365125"/>
          </a:xfrm>
          <a:custGeom>
            <a:avLst/>
            <a:gdLst>
              <a:gd name="T0" fmla="*/ 0 w 676"/>
              <a:gd name="T1" fmla="*/ 0 h 230"/>
              <a:gd name="T2" fmla="*/ 676 w 676"/>
              <a:gd name="T3" fmla="*/ 0 h 230"/>
              <a:gd name="T4" fmla="*/ 676 w 676"/>
              <a:gd name="T5" fmla="*/ 230 h 230"/>
            </a:gdLst>
            <a:ahLst/>
            <a:cxnLst>
              <a:cxn ang="0">
                <a:pos x="T0" y="T1"/>
              </a:cxn>
              <a:cxn ang="0">
                <a:pos x="T2" y="T3"/>
              </a:cxn>
              <a:cxn ang="0">
                <a:pos x="T4" y="T5"/>
              </a:cxn>
            </a:cxnLst>
            <a:rect l="0" t="0" r="r" b="b"/>
            <a:pathLst>
              <a:path w="676" h="230">
                <a:moveTo>
                  <a:pt x="0" y="0"/>
                </a:moveTo>
                <a:lnTo>
                  <a:pt x="676" y="0"/>
                </a:lnTo>
                <a:lnTo>
                  <a:pt x="676" y="230"/>
                </a:lnTo>
              </a:path>
            </a:pathLst>
          </a:custGeom>
          <a:noFill/>
          <a:ln w="60325" cap="rnd">
            <a:solidFill>
              <a:schemeClr val="accent5"/>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0" name="Freeform 15">
            <a:extLst>
              <a:ext uri="{FF2B5EF4-FFF2-40B4-BE49-F238E27FC236}">
                <a16:creationId xmlns:a16="http://schemas.microsoft.com/office/drawing/2014/main" id="{8C37F058-7F34-4251-8A9D-048F0BB7CE12}"/>
              </a:ext>
            </a:extLst>
          </p:cNvPr>
          <p:cNvSpPr>
            <a:spLocks/>
          </p:cNvSpPr>
          <p:nvPr/>
        </p:nvSpPr>
        <p:spPr bwMode="auto">
          <a:xfrm>
            <a:off x="4300297" y="3519431"/>
            <a:ext cx="1073150" cy="365125"/>
          </a:xfrm>
          <a:custGeom>
            <a:avLst/>
            <a:gdLst>
              <a:gd name="T0" fmla="*/ 0 w 676"/>
              <a:gd name="T1" fmla="*/ 230 h 230"/>
              <a:gd name="T2" fmla="*/ 676 w 676"/>
              <a:gd name="T3" fmla="*/ 230 h 230"/>
              <a:gd name="T4" fmla="*/ 676 w 676"/>
              <a:gd name="T5" fmla="*/ 0 h 230"/>
            </a:gdLst>
            <a:ahLst/>
            <a:cxnLst>
              <a:cxn ang="0">
                <a:pos x="T0" y="T1"/>
              </a:cxn>
              <a:cxn ang="0">
                <a:pos x="T2" y="T3"/>
              </a:cxn>
              <a:cxn ang="0">
                <a:pos x="T4" y="T5"/>
              </a:cxn>
            </a:cxnLst>
            <a:rect l="0" t="0" r="r" b="b"/>
            <a:pathLst>
              <a:path w="676" h="230">
                <a:moveTo>
                  <a:pt x="0" y="230"/>
                </a:moveTo>
                <a:lnTo>
                  <a:pt x="676" y="230"/>
                </a:lnTo>
                <a:lnTo>
                  <a:pt x="676" y="0"/>
                </a:lnTo>
              </a:path>
            </a:pathLst>
          </a:cu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1" name="Freeform 17">
            <a:extLst>
              <a:ext uri="{FF2B5EF4-FFF2-40B4-BE49-F238E27FC236}">
                <a16:creationId xmlns:a16="http://schemas.microsoft.com/office/drawing/2014/main" id="{BB35A083-E5BE-4DD9-8D56-56072A628861}"/>
              </a:ext>
            </a:extLst>
          </p:cNvPr>
          <p:cNvSpPr>
            <a:spLocks/>
          </p:cNvSpPr>
          <p:nvPr/>
        </p:nvSpPr>
        <p:spPr bwMode="auto">
          <a:xfrm>
            <a:off x="3068397" y="3884556"/>
            <a:ext cx="1074738" cy="365125"/>
          </a:xfrm>
          <a:custGeom>
            <a:avLst/>
            <a:gdLst>
              <a:gd name="T0" fmla="*/ 0 w 677"/>
              <a:gd name="T1" fmla="*/ 0 h 230"/>
              <a:gd name="T2" fmla="*/ 677 w 677"/>
              <a:gd name="T3" fmla="*/ 0 h 230"/>
              <a:gd name="T4" fmla="*/ 677 w 677"/>
              <a:gd name="T5" fmla="*/ 230 h 230"/>
            </a:gdLst>
            <a:ahLst/>
            <a:cxnLst>
              <a:cxn ang="0">
                <a:pos x="T0" y="T1"/>
              </a:cxn>
              <a:cxn ang="0">
                <a:pos x="T2" y="T3"/>
              </a:cxn>
              <a:cxn ang="0">
                <a:pos x="T4" y="T5"/>
              </a:cxn>
            </a:cxnLst>
            <a:rect l="0" t="0" r="r" b="b"/>
            <a:pathLst>
              <a:path w="677" h="230">
                <a:moveTo>
                  <a:pt x="0" y="0"/>
                </a:moveTo>
                <a:lnTo>
                  <a:pt x="677" y="0"/>
                </a:lnTo>
                <a:lnTo>
                  <a:pt x="677" y="230"/>
                </a:lnTo>
              </a:path>
            </a:pathLst>
          </a:custGeom>
          <a:noFill/>
          <a:ln w="6032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2" name="Oval 21">
            <a:extLst>
              <a:ext uri="{FF2B5EF4-FFF2-40B4-BE49-F238E27FC236}">
                <a16:creationId xmlns:a16="http://schemas.microsoft.com/office/drawing/2014/main" id="{7614CDB5-E060-4996-9524-932C80125260}"/>
              </a:ext>
            </a:extLst>
          </p:cNvPr>
          <p:cNvSpPr>
            <a:spLocks noChangeArrowheads="1"/>
          </p:cNvSpPr>
          <p:nvPr/>
        </p:nvSpPr>
        <p:spPr bwMode="auto">
          <a:xfrm>
            <a:off x="1552335" y="3741681"/>
            <a:ext cx="285750" cy="285750"/>
          </a:xfrm>
          <a:prstGeom prst="ellipse">
            <a:avLst/>
          </a:prstGeom>
          <a:noFill/>
          <a:ln w="60325" cap="rnd">
            <a:solidFill>
              <a:schemeClr val="accen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29" name="Text Placeholder 51">
            <a:extLst>
              <a:ext uri="{FF2B5EF4-FFF2-40B4-BE49-F238E27FC236}">
                <a16:creationId xmlns:a16="http://schemas.microsoft.com/office/drawing/2014/main" id="{03DF5C80-5C6C-40E3-9576-BC2ED91D81DA}"/>
              </a:ext>
            </a:extLst>
          </p:cNvPr>
          <p:cNvSpPr>
            <a:spLocks noGrp="1"/>
          </p:cNvSpPr>
          <p:nvPr>
            <p:ph type="body" sz="quarter" idx="20"/>
          </p:nvPr>
        </p:nvSpPr>
        <p:spPr>
          <a:xfrm>
            <a:off x="7390366" y="1468697"/>
            <a:ext cx="2388304" cy="858659"/>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0" name="Text Placeholder 51">
            <a:extLst>
              <a:ext uri="{FF2B5EF4-FFF2-40B4-BE49-F238E27FC236}">
                <a16:creationId xmlns:a16="http://schemas.microsoft.com/office/drawing/2014/main" id="{90E6720E-97B6-4840-8CC8-DA1DB7279D5B}"/>
              </a:ext>
            </a:extLst>
          </p:cNvPr>
          <p:cNvSpPr>
            <a:spLocks noGrp="1"/>
          </p:cNvSpPr>
          <p:nvPr>
            <p:ph type="body" sz="quarter" idx="21"/>
          </p:nvPr>
        </p:nvSpPr>
        <p:spPr>
          <a:xfrm>
            <a:off x="4183773" y="1468697"/>
            <a:ext cx="2388304" cy="858659"/>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1" name="Text Placeholder 51">
            <a:extLst>
              <a:ext uri="{FF2B5EF4-FFF2-40B4-BE49-F238E27FC236}">
                <a16:creationId xmlns:a16="http://schemas.microsoft.com/office/drawing/2014/main" id="{B9362306-6B47-4E4F-A18E-D5CC41354A65}"/>
              </a:ext>
            </a:extLst>
          </p:cNvPr>
          <p:cNvSpPr>
            <a:spLocks noGrp="1"/>
          </p:cNvSpPr>
          <p:nvPr>
            <p:ph type="body" sz="quarter" idx="22"/>
          </p:nvPr>
        </p:nvSpPr>
        <p:spPr>
          <a:xfrm>
            <a:off x="977180" y="1468697"/>
            <a:ext cx="2388304" cy="858659"/>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2" name="Text Placeholder 51">
            <a:extLst>
              <a:ext uri="{FF2B5EF4-FFF2-40B4-BE49-F238E27FC236}">
                <a16:creationId xmlns:a16="http://schemas.microsoft.com/office/drawing/2014/main" id="{7F9A7E43-19BD-4752-885A-1B29844777D4}"/>
              </a:ext>
            </a:extLst>
          </p:cNvPr>
          <p:cNvSpPr>
            <a:spLocks noGrp="1"/>
          </p:cNvSpPr>
          <p:nvPr>
            <p:ph type="body" sz="quarter" idx="23"/>
          </p:nvPr>
        </p:nvSpPr>
        <p:spPr>
          <a:xfrm>
            <a:off x="2201230" y="5436540"/>
            <a:ext cx="2388304" cy="955024"/>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3" name="Text Placeholder 51">
            <a:extLst>
              <a:ext uri="{FF2B5EF4-FFF2-40B4-BE49-F238E27FC236}">
                <a16:creationId xmlns:a16="http://schemas.microsoft.com/office/drawing/2014/main" id="{A5738374-FE74-48A2-A09C-252D7B3B132C}"/>
              </a:ext>
            </a:extLst>
          </p:cNvPr>
          <p:cNvSpPr>
            <a:spLocks noGrp="1"/>
          </p:cNvSpPr>
          <p:nvPr>
            <p:ph type="body" sz="quarter" idx="24"/>
          </p:nvPr>
        </p:nvSpPr>
        <p:spPr>
          <a:xfrm>
            <a:off x="5411195" y="5436540"/>
            <a:ext cx="2388304" cy="955024"/>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4" name="Text Placeholder 51">
            <a:extLst>
              <a:ext uri="{FF2B5EF4-FFF2-40B4-BE49-F238E27FC236}">
                <a16:creationId xmlns:a16="http://schemas.microsoft.com/office/drawing/2014/main" id="{10617075-0667-4BF3-ADC2-929EEB890934}"/>
              </a:ext>
            </a:extLst>
          </p:cNvPr>
          <p:cNvSpPr>
            <a:spLocks noGrp="1"/>
          </p:cNvSpPr>
          <p:nvPr>
            <p:ph type="body" sz="quarter" idx="25"/>
          </p:nvPr>
        </p:nvSpPr>
        <p:spPr>
          <a:xfrm>
            <a:off x="8619148" y="5436540"/>
            <a:ext cx="2388304" cy="955024"/>
          </a:xfrm>
          <a:prstGeom prst="rect">
            <a:avLst/>
          </a:prstGeom>
          <a:solidFill>
            <a:schemeClr val="accent3">
              <a:lumMod val="20000"/>
              <a:lumOff val="80000"/>
            </a:schemeClr>
          </a:solidFill>
          <a:ln>
            <a:noFill/>
          </a:ln>
        </p:spPr>
        <p:txBody>
          <a:bodyPr lIns="36000" tIns="36000" rIns="36000" bIns="36000" anchor="t">
            <a:noAutofit/>
          </a:bodyPr>
          <a:lstStyle>
            <a:lvl1pPr>
              <a:defRPr sz="1050">
                <a:solidFill>
                  <a:schemeClr val="tx1"/>
                </a:solidFill>
              </a:defRPr>
            </a:lvl1pPr>
            <a:lvl2pPr>
              <a:defRPr sz="1000">
                <a:solidFill>
                  <a:schemeClr val="tx1"/>
                </a:solidFill>
              </a:defRPr>
            </a:lvl2pPr>
            <a:lvl3pPr>
              <a:defRPr sz="900">
                <a:solidFill>
                  <a:schemeClr val="tx1"/>
                </a:solidFill>
              </a:defRPr>
            </a:lvl3pPr>
            <a:lvl4pPr>
              <a:defRPr sz="800">
                <a:solidFill>
                  <a:schemeClr val="tx1"/>
                </a:solidFill>
              </a:defRPr>
            </a:lvl4pPr>
            <a:lvl5pP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5" name="Picture Placeholder 2">
            <a:extLst>
              <a:ext uri="{FF2B5EF4-FFF2-40B4-BE49-F238E27FC236}">
                <a16:creationId xmlns:a16="http://schemas.microsoft.com/office/drawing/2014/main" id="{4C2B1519-EE82-42C5-8F53-8A8E25EDB078}"/>
              </a:ext>
            </a:extLst>
          </p:cNvPr>
          <p:cNvSpPr>
            <a:spLocks noGrp="1" noChangeAspect="1"/>
          </p:cNvSpPr>
          <p:nvPr>
            <p:ph type="pic" sz="quarter" idx="39"/>
          </p:nvPr>
        </p:nvSpPr>
        <p:spPr>
          <a:xfrm>
            <a:off x="2522853" y="2674012"/>
            <a:ext cx="793088" cy="793088"/>
          </a:xfrm>
          <a:prstGeom prst="ellipse">
            <a:avLst/>
          </a:prstGeom>
          <a:solidFill>
            <a:schemeClr val="accent1"/>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6" name="Picture Placeholder 2">
            <a:extLst>
              <a:ext uri="{FF2B5EF4-FFF2-40B4-BE49-F238E27FC236}">
                <a16:creationId xmlns:a16="http://schemas.microsoft.com/office/drawing/2014/main" id="{75BC2EAE-F3EA-452E-BCBB-F88F2B831172}"/>
              </a:ext>
            </a:extLst>
          </p:cNvPr>
          <p:cNvSpPr>
            <a:spLocks noGrp="1" noChangeAspect="1"/>
          </p:cNvSpPr>
          <p:nvPr>
            <p:ph type="pic" sz="quarter" idx="40"/>
          </p:nvPr>
        </p:nvSpPr>
        <p:spPr>
          <a:xfrm>
            <a:off x="4974168" y="2674012"/>
            <a:ext cx="793088" cy="793088"/>
          </a:xfrm>
          <a:prstGeom prst="ellipse">
            <a:avLst/>
          </a:prstGeom>
          <a:solidFill>
            <a:schemeClr val="accent1"/>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7" name="Picture Placeholder 2">
            <a:extLst>
              <a:ext uri="{FF2B5EF4-FFF2-40B4-BE49-F238E27FC236}">
                <a16:creationId xmlns:a16="http://schemas.microsoft.com/office/drawing/2014/main" id="{6A88E28A-A762-46B2-846A-1692A2F38AE0}"/>
              </a:ext>
            </a:extLst>
          </p:cNvPr>
          <p:cNvSpPr>
            <a:spLocks noGrp="1" noChangeAspect="1"/>
          </p:cNvSpPr>
          <p:nvPr>
            <p:ph type="pic" sz="quarter" idx="41"/>
          </p:nvPr>
        </p:nvSpPr>
        <p:spPr>
          <a:xfrm>
            <a:off x="7440703" y="2674012"/>
            <a:ext cx="793088" cy="793088"/>
          </a:xfrm>
          <a:prstGeom prst="ellipse">
            <a:avLst/>
          </a:prstGeom>
          <a:solidFill>
            <a:schemeClr val="accent4"/>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8" name="Picture Placeholder 2">
            <a:extLst>
              <a:ext uri="{FF2B5EF4-FFF2-40B4-BE49-F238E27FC236}">
                <a16:creationId xmlns:a16="http://schemas.microsoft.com/office/drawing/2014/main" id="{4C88D36C-E351-4291-B4E6-F5C9DC77D3FD}"/>
              </a:ext>
            </a:extLst>
          </p:cNvPr>
          <p:cNvSpPr>
            <a:spLocks noGrp="1" noChangeAspect="1"/>
          </p:cNvSpPr>
          <p:nvPr>
            <p:ph type="pic" sz="quarter" idx="42"/>
          </p:nvPr>
        </p:nvSpPr>
        <p:spPr>
          <a:xfrm>
            <a:off x="8669004" y="4299537"/>
            <a:ext cx="793088" cy="793088"/>
          </a:xfrm>
          <a:prstGeom prst="ellipse">
            <a:avLst/>
          </a:prstGeom>
          <a:solidFill>
            <a:schemeClr val="accent1"/>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39" name="Picture Placeholder 2">
            <a:extLst>
              <a:ext uri="{FF2B5EF4-FFF2-40B4-BE49-F238E27FC236}">
                <a16:creationId xmlns:a16="http://schemas.microsoft.com/office/drawing/2014/main" id="{E3BB7D1B-4A4B-451C-84C0-DDBCBE6C0400}"/>
              </a:ext>
            </a:extLst>
          </p:cNvPr>
          <p:cNvSpPr>
            <a:spLocks noGrp="1" noChangeAspect="1"/>
          </p:cNvSpPr>
          <p:nvPr>
            <p:ph type="pic" sz="quarter" idx="43"/>
          </p:nvPr>
        </p:nvSpPr>
        <p:spPr>
          <a:xfrm>
            <a:off x="6208803" y="4299537"/>
            <a:ext cx="793088" cy="793088"/>
          </a:xfrm>
          <a:prstGeom prst="ellipse">
            <a:avLst/>
          </a:prstGeom>
          <a:solidFill>
            <a:schemeClr val="accent5"/>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40" name="Picture Placeholder 2">
            <a:extLst>
              <a:ext uri="{FF2B5EF4-FFF2-40B4-BE49-F238E27FC236}">
                <a16:creationId xmlns:a16="http://schemas.microsoft.com/office/drawing/2014/main" id="{93B899E4-5A0A-446A-8472-BEFE7AEF4CF2}"/>
              </a:ext>
            </a:extLst>
          </p:cNvPr>
          <p:cNvSpPr>
            <a:spLocks noGrp="1" noChangeAspect="1"/>
          </p:cNvSpPr>
          <p:nvPr>
            <p:ph type="pic" sz="quarter" idx="44"/>
          </p:nvPr>
        </p:nvSpPr>
        <p:spPr>
          <a:xfrm>
            <a:off x="3746590" y="4299537"/>
            <a:ext cx="793088" cy="793088"/>
          </a:xfrm>
          <a:prstGeom prst="ellipse">
            <a:avLst/>
          </a:prstGeom>
          <a:solidFill>
            <a:schemeClr val="accent2"/>
          </a:solid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grpSp>
        <p:nvGrpSpPr>
          <p:cNvPr id="2" name="Group 1">
            <a:extLst>
              <a:ext uri="{FF2B5EF4-FFF2-40B4-BE49-F238E27FC236}">
                <a16:creationId xmlns:a16="http://schemas.microsoft.com/office/drawing/2014/main" id="{76EDE66B-CEB0-BDEF-82B1-669F65E00893}"/>
              </a:ext>
            </a:extLst>
          </p:cNvPr>
          <p:cNvGrpSpPr/>
          <p:nvPr/>
        </p:nvGrpSpPr>
        <p:grpSpPr>
          <a:xfrm>
            <a:off x="0" y="0"/>
            <a:ext cx="12192000" cy="301809"/>
            <a:chOff x="0" y="0"/>
            <a:chExt cx="12192000" cy="301809"/>
          </a:xfrm>
        </p:grpSpPr>
        <p:sp>
          <p:nvSpPr>
            <p:cNvPr id="3" name="Rectangle 2">
              <a:extLst>
                <a:ext uri="{FF2B5EF4-FFF2-40B4-BE49-F238E27FC236}">
                  <a16:creationId xmlns:a16="http://schemas.microsoft.com/office/drawing/2014/main" id="{7A313319-0B13-3E05-DEFA-87B73B9EA3B7}"/>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FE307497-0546-39F2-0E52-778AFBAD7AC4}"/>
                </a:ext>
              </a:extLst>
            </p:cNvPr>
            <p:cNvGrpSpPr/>
            <p:nvPr userDrawn="1"/>
          </p:nvGrpSpPr>
          <p:grpSpPr>
            <a:xfrm>
              <a:off x="10687010" y="58571"/>
              <a:ext cx="1279331" cy="184666"/>
              <a:chOff x="10759355" y="58571"/>
              <a:chExt cx="1279331" cy="184666"/>
            </a:xfrm>
          </p:grpSpPr>
          <p:pic>
            <p:nvPicPr>
              <p:cNvPr id="23" name="Picture 22">
                <a:extLst>
                  <a:ext uri="{FF2B5EF4-FFF2-40B4-BE49-F238E27FC236}">
                    <a16:creationId xmlns:a16="http://schemas.microsoft.com/office/drawing/2014/main" id="{24689126-FE00-F01D-0987-EDC8BE581E9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4" name="TextBox 23">
                <a:extLst>
                  <a:ext uri="{FF2B5EF4-FFF2-40B4-BE49-F238E27FC236}">
                    <a16:creationId xmlns:a16="http://schemas.microsoft.com/office/drawing/2014/main" id="{1E4DFE21-0CF4-9680-E7BF-E8C0C620DE2C}"/>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6" name="Straight Connector 5">
              <a:extLst>
                <a:ext uri="{FF2B5EF4-FFF2-40B4-BE49-F238E27FC236}">
                  <a16:creationId xmlns:a16="http://schemas.microsoft.com/office/drawing/2014/main" id="{242C1BF3-0F34-1323-EB86-762C84921E90}"/>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1B4CB94-BB5C-464C-0BDF-B572EB19FD8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 name="Title 3">
            <a:extLst>
              <a:ext uri="{FF2B5EF4-FFF2-40B4-BE49-F238E27FC236}">
                <a16:creationId xmlns:a16="http://schemas.microsoft.com/office/drawing/2014/main" id="{D0A5D578-E7F0-5597-BAA9-7E6ECCF03CE1}"/>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83373932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Infog_17">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122593FD-1A64-45B9-8CDC-9321EA1340E6}"/>
              </a:ext>
            </a:extLst>
          </p:cNvPr>
          <p:cNvSpPr/>
          <p:nvPr/>
        </p:nvSpPr>
        <p:spPr>
          <a:xfrm>
            <a:off x="4936781" y="2911576"/>
            <a:ext cx="2318438" cy="2318438"/>
          </a:xfrm>
          <a:custGeom>
            <a:avLst/>
            <a:gdLst>
              <a:gd name="connsiteX0" fmla="*/ 0 w 2318438"/>
              <a:gd name="connsiteY0" fmla="*/ 1159219 h 2318438"/>
              <a:gd name="connsiteX1" fmla="*/ 1159219 w 2318438"/>
              <a:gd name="connsiteY1" fmla="*/ 0 h 2318438"/>
              <a:gd name="connsiteX2" fmla="*/ 2318438 w 2318438"/>
              <a:gd name="connsiteY2" fmla="*/ 1159219 h 2318438"/>
              <a:gd name="connsiteX3" fmla="*/ 1159219 w 2318438"/>
              <a:gd name="connsiteY3" fmla="*/ 2318438 h 2318438"/>
              <a:gd name="connsiteX4" fmla="*/ 0 w 2318438"/>
              <a:gd name="connsiteY4" fmla="*/ 1159219 h 2318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8438" h="2318438">
                <a:moveTo>
                  <a:pt x="0" y="1159219"/>
                </a:moveTo>
                <a:cubicBezTo>
                  <a:pt x="0" y="519000"/>
                  <a:pt x="519000" y="0"/>
                  <a:pt x="1159219" y="0"/>
                </a:cubicBezTo>
                <a:cubicBezTo>
                  <a:pt x="1799438" y="0"/>
                  <a:pt x="2318438" y="519000"/>
                  <a:pt x="2318438" y="1159219"/>
                </a:cubicBezTo>
                <a:cubicBezTo>
                  <a:pt x="2318438" y="1799438"/>
                  <a:pt x="1799438" y="2318438"/>
                  <a:pt x="1159219" y="2318438"/>
                </a:cubicBezTo>
                <a:cubicBezTo>
                  <a:pt x="519000" y="2318438"/>
                  <a:pt x="0" y="1799438"/>
                  <a:pt x="0" y="1159219"/>
                </a:cubicBezTo>
                <a:close/>
              </a:path>
            </a:pathLst>
          </a:custGeom>
          <a:solidFill>
            <a:schemeClr val="accent3"/>
          </a:solidFill>
          <a:ln w="6350">
            <a:solidFill>
              <a:schemeClr val="bg1"/>
            </a:solidFill>
          </a:ln>
        </p:spPr>
        <p:style>
          <a:lnRef idx="2">
            <a:scrgbClr r="0" g="0" b="0"/>
          </a:lnRef>
          <a:fillRef idx="1">
            <a:scrgbClr r="0" g="0" b="0"/>
          </a:fillRef>
          <a:effectRef idx="0">
            <a:schemeClr val="accent1">
              <a:alpha val="50000"/>
              <a:hueOff val="0"/>
              <a:satOff val="0"/>
              <a:lumOff val="0"/>
              <a:alphaOff val="0"/>
            </a:schemeClr>
          </a:effectRef>
          <a:fontRef idx="minor">
            <a:schemeClr val="tx1"/>
          </a:fontRef>
        </p:style>
        <p:txBody>
          <a:bodyPr spcFirstLastPara="0" vert="horz" wrap="square" lIns="362387" tIns="362387" rIns="362387" bIns="362387" numCol="1" spcCol="1270" anchor="ctr" anchorCtr="0">
            <a:noAutofit/>
          </a:bodyPr>
          <a:lstStyle/>
          <a:p>
            <a:pPr marL="0" lvl="0" indent="0" algn="ctr" defTabSz="800100">
              <a:lnSpc>
                <a:spcPct val="100000"/>
              </a:lnSpc>
              <a:spcBef>
                <a:spcPct val="0"/>
              </a:spcBef>
              <a:spcAft>
                <a:spcPct val="35000"/>
              </a:spcAft>
              <a:buNone/>
            </a:pPr>
            <a:endParaRPr lang="en-IN" sz="1800" kern="1200" dirty="0">
              <a:solidFill>
                <a:schemeClr val="tx1"/>
              </a:solidFill>
            </a:endParaRPr>
          </a:p>
        </p:txBody>
      </p:sp>
      <p:sp>
        <p:nvSpPr>
          <p:cNvPr id="21" name="Text Placeholder 20">
            <a:extLst>
              <a:ext uri="{FF2B5EF4-FFF2-40B4-BE49-F238E27FC236}">
                <a16:creationId xmlns:a16="http://schemas.microsoft.com/office/drawing/2014/main" id="{3970C029-1184-42B2-8626-F7CAF13C6EFA}"/>
              </a:ext>
            </a:extLst>
          </p:cNvPr>
          <p:cNvSpPr>
            <a:spLocks noGrp="1"/>
          </p:cNvSpPr>
          <p:nvPr>
            <p:ph type="body" sz="quarter" idx="19"/>
          </p:nvPr>
        </p:nvSpPr>
        <p:spPr>
          <a:xfrm>
            <a:off x="8309928" y="2811877"/>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2" name="Text Placeholder 20">
            <a:extLst>
              <a:ext uri="{FF2B5EF4-FFF2-40B4-BE49-F238E27FC236}">
                <a16:creationId xmlns:a16="http://schemas.microsoft.com/office/drawing/2014/main" id="{E133BB86-16AF-46E0-95B1-8C713E5047CF}"/>
              </a:ext>
            </a:extLst>
          </p:cNvPr>
          <p:cNvSpPr>
            <a:spLocks noGrp="1"/>
          </p:cNvSpPr>
          <p:nvPr>
            <p:ph type="body" sz="quarter" idx="20"/>
          </p:nvPr>
        </p:nvSpPr>
        <p:spPr>
          <a:xfrm>
            <a:off x="8309928" y="4321713"/>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3" name="Text Placeholder 20">
            <a:extLst>
              <a:ext uri="{FF2B5EF4-FFF2-40B4-BE49-F238E27FC236}">
                <a16:creationId xmlns:a16="http://schemas.microsoft.com/office/drawing/2014/main" id="{86E033D7-EBF1-4006-A128-04783BDEFE78}"/>
              </a:ext>
            </a:extLst>
          </p:cNvPr>
          <p:cNvSpPr>
            <a:spLocks noGrp="1"/>
          </p:cNvSpPr>
          <p:nvPr>
            <p:ph type="body" sz="quarter" idx="21"/>
          </p:nvPr>
        </p:nvSpPr>
        <p:spPr>
          <a:xfrm>
            <a:off x="430847" y="2811877"/>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4" name="Text Placeholder 20">
            <a:extLst>
              <a:ext uri="{FF2B5EF4-FFF2-40B4-BE49-F238E27FC236}">
                <a16:creationId xmlns:a16="http://schemas.microsoft.com/office/drawing/2014/main" id="{1772F540-61C6-4676-B070-90B84BB471E8}"/>
              </a:ext>
            </a:extLst>
          </p:cNvPr>
          <p:cNvSpPr>
            <a:spLocks noGrp="1"/>
          </p:cNvSpPr>
          <p:nvPr>
            <p:ph type="body" sz="quarter" idx="22"/>
          </p:nvPr>
        </p:nvSpPr>
        <p:spPr>
          <a:xfrm>
            <a:off x="430847" y="4321713"/>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5" name="Text Placeholder 20">
            <a:extLst>
              <a:ext uri="{FF2B5EF4-FFF2-40B4-BE49-F238E27FC236}">
                <a16:creationId xmlns:a16="http://schemas.microsoft.com/office/drawing/2014/main" id="{5702F8E0-F2F2-47D3-9A59-B755C31E87BE}"/>
              </a:ext>
            </a:extLst>
          </p:cNvPr>
          <p:cNvSpPr>
            <a:spLocks noGrp="1"/>
          </p:cNvSpPr>
          <p:nvPr>
            <p:ph type="body" sz="quarter" idx="23"/>
          </p:nvPr>
        </p:nvSpPr>
        <p:spPr>
          <a:xfrm>
            <a:off x="7255219" y="1478391"/>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6" name="Text Placeholder 20">
            <a:extLst>
              <a:ext uri="{FF2B5EF4-FFF2-40B4-BE49-F238E27FC236}">
                <a16:creationId xmlns:a16="http://schemas.microsoft.com/office/drawing/2014/main" id="{2B094888-7789-45FD-B5DA-FFB61811D86B}"/>
              </a:ext>
            </a:extLst>
          </p:cNvPr>
          <p:cNvSpPr>
            <a:spLocks noGrp="1"/>
          </p:cNvSpPr>
          <p:nvPr>
            <p:ph type="body" sz="quarter" idx="24"/>
          </p:nvPr>
        </p:nvSpPr>
        <p:spPr>
          <a:xfrm>
            <a:off x="1485556" y="5656241"/>
            <a:ext cx="3451225" cy="1008000"/>
          </a:xfrm>
          <a:prstGeom prst="rect">
            <a:avLst/>
          </a:prstGeom>
          <a:ln w="6350">
            <a:noFill/>
          </a:ln>
        </p:spPr>
        <p:txBody>
          <a:bodyPr lIns="36000" tIns="36000" rIns="36000" bIns="36000" anchor="t">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cxnSp>
        <p:nvCxnSpPr>
          <p:cNvPr id="30" name="Connector: Elbow 29">
            <a:extLst>
              <a:ext uri="{FF2B5EF4-FFF2-40B4-BE49-F238E27FC236}">
                <a16:creationId xmlns:a16="http://schemas.microsoft.com/office/drawing/2014/main" id="{E721B231-4E14-4C70-917B-D8A26563DB6F}"/>
              </a:ext>
            </a:extLst>
          </p:cNvPr>
          <p:cNvCxnSpPr>
            <a:cxnSpLocks/>
          </p:cNvCxnSpPr>
          <p:nvPr/>
        </p:nvCxnSpPr>
        <p:spPr>
          <a:xfrm rot="5400000" flipH="1" flipV="1">
            <a:off x="6768164" y="1692066"/>
            <a:ext cx="196729" cy="777381"/>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2" name="Connector: Elbow 31">
            <a:extLst>
              <a:ext uri="{FF2B5EF4-FFF2-40B4-BE49-F238E27FC236}">
                <a16:creationId xmlns:a16="http://schemas.microsoft.com/office/drawing/2014/main" id="{AF036104-BB25-4278-ADF6-2E6AF42CDCB7}"/>
              </a:ext>
            </a:extLst>
          </p:cNvPr>
          <p:cNvCxnSpPr>
            <a:cxnSpLocks/>
          </p:cNvCxnSpPr>
          <p:nvPr/>
        </p:nvCxnSpPr>
        <p:spPr>
          <a:xfrm rot="5400000">
            <a:off x="5226586" y="5672665"/>
            <a:ext cx="197772" cy="777381"/>
          </a:xfrm>
          <a:prstGeom prst="bentConnector2">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4" name="Straight Arrow Connector 33">
            <a:extLst>
              <a:ext uri="{FF2B5EF4-FFF2-40B4-BE49-F238E27FC236}">
                <a16:creationId xmlns:a16="http://schemas.microsoft.com/office/drawing/2014/main" id="{4E821A0C-A11E-4DC4-96F6-4BDB9E724D71}"/>
              </a:ext>
            </a:extLst>
          </p:cNvPr>
          <p:cNvCxnSpPr>
            <a:cxnSpLocks/>
          </p:cNvCxnSpPr>
          <p:nvPr/>
        </p:nvCxnSpPr>
        <p:spPr>
          <a:xfrm flipV="1">
            <a:off x="7983168" y="3315877"/>
            <a:ext cx="326760" cy="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6" name="Straight Arrow Connector 35">
            <a:extLst>
              <a:ext uri="{FF2B5EF4-FFF2-40B4-BE49-F238E27FC236}">
                <a16:creationId xmlns:a16="http://schemas.microsoft.com/office/drawing/2014/main" id="{5B126EF5-ED32-4305-A7E0-C69AFE019F40}"/>
              </a:ext>
            </a:extLst>
          </p:cNvPr>
          <p:cNvCxnSpPr>
            <a:cxnSpLocks/>
          </p:cNvCxnSpPr>
          <p:nvPr/>
        </p:nvCxnSpPr>
        <p:spPr>
          <a:xfrm>
            <a:off x="7943557" y="4825713"/>
            <a:ext cx="366371"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38" name="Straight Arrow Connector 37">
            <a:extLst>
              <a:ext uri="{FF2B5EF4-FFF2-40B4-BE49-F238E27FC236}">
                <a16:creationId xmlns:a16="http://schemas.microsoft.com/office/drawing/2014/main" id="{A0A1B698-A950-4821-BD0A-2DEA42DC5ABA}"/>
              </a:ext>
            </a:extLst>
          </p:cNvPr>
          <p:cNvCxnSpPr>
            <a:cxnSpLocks/>
          </p:cNvCxnSpPr>
          <p:nvPr/>
        </p:nvCxnSpPr>
        <p:spPr>
          <a:xfrm flipH="1" flipV="1">
            <a:off x="3882072" y="4825713"/>
            <a:ext cx="326762" cy="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0" name="Straight Arrow Connector 39">
            <a:extLst>
              <a:ext uri="{FF2B5EF4-FFF2-40B4-BE49-F238E27FC236}">
                <a16:creationId xmlns:a16="http://schemas.microsoft.com/office/drawing/2014/main" id="{06D63BF7-D7F9-4329-8677-56258E692CBC}"/>
              </a:ext>
            </a:extLst>
          </p:cNvPr>
          <p:cNvCxnSpPr>
            <a:cxnSpLocks/>
          </p:cNvCxnSpPr>
          <p:nvPr/>
        </p:nvCxnSpPr>
        <p:spPr>
          <a:xfrm flipH="1">
            <a:off x="3882072" y="3315878"/>
            <a:ext cx="326762" cy="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41" name="Picture Placeholder 2">
            <a:extLst>
              <a:ext uri="{FF2B5EF4-FFF2-40B4-BE49-F238E27FC236}">
                <a16:creationId xmlns:a16="http://schemas.microsoft.com/office/drawing/2014/main" id="{314AB427-650A-4E36-A637-C979FE5C076D}"/>
              </a:ext>
            </a:extLst>
          </p:cNvPr>
          <p:cNvSpPr>
            <a:spLocks noGrp="1"/>
          </p:cNvSpPr>
          <p:nvPr>
            <p:ph type="pic" sz="quarter" idx="25"/>
          </p:nvPr>
        </p:nvSpPr>
        <p:spPr>
          <a:xfrm>
            <a:off x="4278825" y="2806259"/>
            <a:ext cx="1019236" cy="1019236"/>
          </a:xfrm>
          <a:prstGeom prst="ellipse">
            <a:avLst/>
          </a:prstGeom>
          <a:solidFill>
            <a:schemeClr val="accent1"/>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a:p>
        </p:txBody>
      </p:sp>
      <p:sp>
        <p:nvSpPr>
          <p:cNvPr id="46" name="Text Placeholder 37">
            <a:extLst>
              <a:ext uri="{FF2B5EF4-FFF2-40B4-BE49-F238E27FC236}">
                <a16:creationId xmlns:a16="http://schemas.microsoft.com/office/drawing/2014/main" id="{6A6F6DA9-1FF3-4D6C-9D8C-D71BA59798A4}"/>
              </a:ext>
            </a:extLst>
          </p:cNvPr>
          <p:cNvSpPr>
            <a:spLocks noGrp="1"/>
          </p:cNvSpPr>
          <p:nvPr>
            <p:ph type="body" sz="quarter" idx="30"/>
          </p:nvPr>
        </p:nvSpPr>
        <p:spPr>
          <a:xfrm>
            <a:off x="5236404" y="3202706"/>
            <a:ext cx="1727652" cy="1730601"/>
          </a:xfrm>
          <a:prstGeom prst="ellipse">
            <a:avLst/>
          </a:prstGeom>
          <a:solidFill>
            <a:schemeClr val="bg1"/>
          </a:solidFill>
        </p:spPr>
        <p:txBody>
          <a:bodyPr anchor="ctr">
            <a:noAutofit/>
          </a:bodyPr>
          <a:lstStyle>
            <a:lvl1pPr marL="0" indent="0" algn="ctr">
              <a:buNone/>
              <a:defRPr sz="1200" b="1">
                <a:solidFill>
                  <a:schemeClr val="tx1"/>
                </a:solidFill>
              </a:defRPr>
            </a:lvl1pPr>
            <a:lvl2pPr algn="ctr">
              <a:defRPr sz="1050"/>
            </a:lvl2pPr>
            <a:lvl3pPr algn="ctr">
              <a:defRPr sz="1000"/>
            </a:lvl3pPr>
            <a:lvl4pPr algn="ctr">
              <a:defRPr sz="900"/>
            </a:lvl4pPr>
            <a:lvl5pPr algn="ctr">
              <a:defRPr sz="900"/>
            </a:lvl5pPr>
          </a:lstStyle>
          <a:p>
            <a:pPr lvl="0"/>
            <a:r>
              <a:rPr lang="en-US"/>
              <a:t>Click to edit Master text styles</a:t>
            </a:r>
          </a:p>
        </p:txBody>
      </p:sp>
      <p:sp>
        <p:nvSpPr>
          <p:cNvPr id="31" name="Picture Placeholder 2">
            <a:extLst>
              <a:ext uri="{FF2B5EF4-FFF2-40B4-BE49-F238E27FC236}">
                <a16:creationId xmlns:a16="http://schemas.microsoft.com/office/drawing/2014/main" id="{23124C73-377D-42D9-8253-4138B8181A7B}"/>
              </a:ext>
            </a:extLst>
          </p:cNvPr>
          <p:cNvSpPr>
            <a:spLocks noGrp="1"/>
          </p:cNvSpPr>
          <p:nvPr>
            <p:ph type="pic" sz="quarter" idx="31"/>
          </p:nvPr>
        </p:nvSpPr>
        <p:spPr>
          <a:xfrm>
            <a:off x="5586382" y="2051340"/>
            <a:ext cx="1019236" cy="1019236"/>
          </a:xfrm>
          <a:prstGeom prst="ellipse">
            <a:avLst/>
          </a:prstGeom>
          <a:solidFill>
            <a:schemeClr val="accent2"/>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dirty="0"/>
          </a:p>
        </p:txBody>
      </p:sp>
      <p:sp>
        <p:nvSpPr>
          <p:cNvPr id="33" name="Picture Placeholder 2">
            <a:extLst>
              <a:ext uri="{FF2B5EF4-FFF2-40B4-BE49-F238E27FC236}">
                <a16:creationId xmlns:a16="http://schemas.microsoft.com/office/drawing/2014/main" id="{AD04C30B-FFF2-4A49-853A-A4EA83A680BD}"/>
              </a:ext>
            </a:extLst>
          </p:cNvPr>
          <p:cNvSpPr>
            <a:spLocks noGrp="1"/>
          </p:cNvSpPr>
          <p:nvPr>
            <p:ph type="pic" sz="quarter" idx="32"/>
          </p:nvPr>
        </p:nvSpPr>
        <p:spPr>
          <a:xfrm>
            <a:off x="5586382" y="5071013"/>
            <a:ext cx="1019236" cy="1019236"/>
          </a:xfrm>
          <a:prstGeom prst="ellipse">
            <a:avLst/>
          </a:prstGeom>
          <a:solidFill>
            <a:schemeClr val="accent1"/>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dirty="0"/>
          </a:p>
        </p:txBody>
      </p:sp>
      <p:sp>
        <p:nvSpPr>
          <p:cNvPr id="35" name="Picture Placeholder 2">
            <a:extLst>
              <a:ext uri="{FF2B5EF4-FFF2-40B4-BE49-F238E27FC236}">
                <a16:creationId xmlns:a16="http://schemas.microsoft.com/office/drawing/2014/main" id="{A4EFFF6E-F285-4109-BE27-2B78F56DEEF1}"/>
              </a:ext>
            </a:extLst>
          </p:cNvPr>
          <p:cNvSpPr>
            <a:spLocks noGrp="1"/>
          </p:cNvSpPr>
          <p:nvPr>
            <p:ph type="pic" sz="quarter" idx="33"/>
          </p:nvPr>
        </p:nvSpPr>
        <p:spPr>
          <a:xfrm>
            <a:off x="6892200" y="2806259"/>
            <a:ext cx="1019236" cy="1019236"/>
          </a:xfrm>
          <a:prstGeom prst="ellipse">
            <a:avLst/>
          </a:prstGeom>
          <a:solidFill>
            <a:schemeClr val="accent1"/>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a:p>
        </p:txBody>
      </p:sp>
      <p:sp>
        <p:nvSpPr>
          <p:cNvPr id="37" name="Picture Placeholder 2">
            <a:extLst>
              <a:ext uri="{FF2B5EF4-FFF2-40B4-BE49-F238E27FC236}">
                <a16:creationId xmlns:a16="http://schemas.microsoft.com/office/drawing/2014/main" id="{1CA2EAEF-3287-4E35-BBF5-C2DB84C3330D}"/>
              </a:ext>
            </a:extLst>
          </p:cNvPr>
          <p:cNvSpPr>
            <a:spLocks noGrp="1"/>
          </p:cNvSpPr>
          <p:nvPr>
            <p:ph type="pic" sz="quarter" idx="34"/>
          </p:nvPr>
        </p:nvSpPr>
        <p:spPr>
          <a:xfrm>
            <a:off x="6892200" y="4316095"/>
            <a:ext cx="1019236" cy="1019236"/>
          </a:xfrm>
          <a:prstGeom prst="ellipse">
            <a:avLst/>
          </a:prstGeom>
          <a:solidFill>
            <a:schemeClr val="accent2"/>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a:p>
        </p:txBody>
      </p:sp>
      <p:sp>
        <p:nvSpPr>
          <p:cNvPr id="39" name="Picture Placeholder 2">
            <a:extLst>
              <a:ext uri="{FF2B5EF4-FFF2-40B4-BE49-F238E27FC236}">
                <a16:creationId xmlns:a16="http://schemas.microsoft.com/office/drawing/2014/main" id="{7EEBC7F6-81C7-4C44-BA32-D0D7D3CF1860}"/>
              </a:ext>
            </a:extLst>
          </p:cNvPr>
          <p:cNvSpPr>
            <a:spLocks noGrp="1"/>
          </p:cNvSpPr>
          <p:nvPr>
            <p:ph type="pic" sz="quarter" idx="35"/>
          </p:nvPr>
        </p:nvSpPr>
        <p:spPr>
          <a:xfrm>
            <a:off x="4278760" y="4316095"/>
            <a:ext cx="1019236" cy="1019236"/>
          </a:xfrm>
          <a:prstGeom prst="ellipse">
            <a:avLst/>
          </a:prstGeom>
          <a:solidFill>
            <a:schemeClr val="accent2"/>
          </a:solidFill>
          <a:ln w="38100">
            <a:solidFill>
              <a:schemeClr val="bg1"/>
            </a:solidFill>
          </a:ln>
        </p:spPr>
        <p:txBody>
          <a:bodyPr anchor="ctr">
            <a:noAutofit/>
          </a:bodyPr>
          <a:lstStyle>
            <a:lvl1pPr marL="0" indent="0" algn="ctr">
              <a:buNone/>
              <a:defRPr sz="800">
                <a:solidFill>
                  <a:schemeClr val="bg1"/>
                </a:solidFill>
              </a:defRPr>
            </a:lvl1pPr>
          </a:lstStyle>
          <a:p>
            <a:r>
              <a:rPr lang="en-US"/>
              <a:t>Click icon to add picture</a:t>
            </a:r>
            <a:endParaRPr lang="en-IN"/>
          </a:p>
        </p:txBody>
      </p:sp>
      <p:grpSp>
        <p:nvGrpSpPr>
          <p:cNvPr id="3" name="Group 2">
            <a:extLst>
              <a:ext uri="{FF2B5EF4-FFF2-40B4-BE49-F238E27FC236}">
                <a16:creationId xmlns:a16="http://schemas.microsoft.com/office/drawing/2014/main" id="{35086B78-2507-56AC-6769-203CFC07530D}"/>
              </a:ext>
            </a:extLst>
          </p:cNvPr>
          <p:cNvGrpSpPr/>
          <p:nvPr/>
        </p:nvGrpSpPr>
        <p:grpSpPr>
          <a:xfrm>
            <a:off x="0" y="0"/>
            <a:ext cx="12192000" cy="301809"/>
            <a:chOff x="0" y="0"/>
            <a:chExt cx="12192000" cy="301809"/>
          </a:xfrm>
        </p:grpSpPr>
        <p:sp>
          <p:nvSpPr>
            <p:cNvPr id="4" name="Rectangle 3">
              <a:extLst>
                <a:ext uri="{FF2B5EF4-FFF2-40B4-BE49-F238E27FC236}">
                  <a16:creationId xmlns:a16="http://schemas.microsoft.com/office/drawing/2014/main" id="{C828CF7E-BE9E-9E91-2ABE-3A610EBF41B4}"/>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EFBDF3AE-9143-1604-E050-7E5A1880AF98}"/>
                </a:ext>
              </a:extLst>
            </p:cNvPr>
            <p:cNvGrpSpPr/>
            <p:nvPr userDrawn="1"/>
          </p:nvGrpSpPr>
          <p:grpSpPr>
            <a:xfrm>
              <a:off x="10687010" y="58571"/>
              <a:ext cx="1279331" cy="184666"/>
              <a:chOff x="10759355" y="58571"/>
              <a:chExt cx="1279331" cy="184666"/>
            </a:xfrm>
          </p:grpSpPr>
          <p:pic>
            <p:nvPicPr>
              <p:cNvPr id="9" name="Picture 8">
                <a:extLst>
                  <a:ext uri="{FF2B5EF4-FFF2-40B4-BE49-F238E27FC236}">
                    <a16:creationId xmlns:a16="http://schemas.microsoft.com/office/drawing/2014/main" id="{435D005D-DC99-9BDA-0733-1713EF085E1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0" name="TextBox 9">
                <a:extLst>
                  <a:ext uri="{FF2B5EF4-FFF2-40B4-BE49-F238E27FC236}">
                    <a16:creationId xmlns:a16="http://schemas.microsoft.com/office/drawing/2014/main" id="{E843B2AE-89CB-74D9-A3F9-11A26015EFDA}"/>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7" name="Straight Connector 6">
              <a:extLst>
                <a:ext uri="{FF2B5EF4-FFF2-40B4-BE49-F238E27FC236}">
                  <a16:creationId xmlns:a16="http://schemas.microsoft.com/office/drawing/2014/main" id="{1AF84B6E-D654-D154-2B84-EE35DAD4566B}"/>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BBFE180-EEBA-3937-FD49-2F66DDAE4688}"/>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Title 3">
            <a:extLst>
              <a:ext uri="{FF2B5EF4-FFF2-40B4-BE49-F238E27FC236}">
                <a16:creationId xmlns:a16="http://schemas.microsoft.com/office/drawing/2014/main" id="{F0E125EC-6A21-E8BA-B70A-7DF17ACC796D}"/>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4116545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Infog_18">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3ADF42E8-582A-483C-8645-DBE7DD6A0E08}"/>
              </a:ext>
            </a:extLst>
          </p:cNvPr>
          <p:cNvSpPr>
            <a:spLocks noChangeArrowheads="1"/>
          </p:cNvSpPr>
          <p:nvPr/>
        </p:nvSpPr>
        <p:spPr bwMode="auto">
          <a:xfrm>
            <a:off x="5470690" y="3228473"/>
            <a:ext cx="1245206" cy="1245939"/>
          </a:xfrm>
          <a:prstGeom prst="ellipse">
            <a:avLst/>
          </a:prstGeom>
          <a:noFill/>
          <a:ln w="9525">
            <a:solidFill>
              <a:schemeClr val="tx1"/>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3">
            <a:extLst>
              <a:ext uri="{FF2B5EF4-FFF2-40B4-BE49-F238E27FC236}">
                <a16:creationId xmlns:a16="http://schemas.microsoft.com/office/drawing/2014/main" id="{F0C3E164-EA17-4F20-99A1-FFB970F87816}"/>
              </a:ext>
            </a:extLst>
          </p:cNvPr>
          <p:cNvSpPr>
            <a:spLocks/>
          </p:cNvSpPr>
          <p:nvPr/>
        </p:nvSpPr>
        <p:spPr bwMode="auto">
          <a:xfrm>
            <a:off x="6799447" y="3091420"/>
            <a:ext cx="867027" cy="1373465"/>
          </a:xfrm>
          <a:custGeom>
            <a:avLst/>
            <a:gdLst>
              <a:gd name="T0" fmla="*/ 364 w 757"/>
              <a:gd name="T1" fmla="*/ 384 h 1200"/>
              <a:gd name="T2" fmla="*/ 0 w 757"/>
              <a:gd name="T3" fmla="*/ 383 h 1200"/>
              <a:gd name="T4" fmla="*/ 61 w 757"/>
              <a:gd name="T5" fmla="*/ 665 h 1200"/>
              <a:gd name="T6" fmla="*/ 29 w 757"/>
              <a:gd name="T7" fmla="*/ 871 h 1200"/>
              <a:gd name="T8" fmla="*/ 218 w 757"/>
              <a:gd name="T9" fmla="*/ 1200 h 1200"/>
              <a:gd name="T10" fmla="*/ 649 w 757"/>
              <a:gd name="T11" fmla="*/ 1199 h 1200"/>
              <a:gd name="T12" fmla="*/ 757 w 757"/>
              <a:gd name="T13" fmla="*/ 665 h 1200"/>
              <a:gd name="T14" fmla="*/ 585 w 757"/>
              <a:gd name="T15" fmla="*/ 0 h 1200"/>
              <a:gd name="T16" fmla="*/ 364 w 757"/>
              <a:gd name="T17" fmla="*/ 384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7" h="1200">
                <a:moveTo>
                  <a:pt x="364" y="384"/>
                </a:moveTo>
                <a:cubicBezTo>
                  <a:pt x="0" y="383"/>
                  <a:pt x="0" y="383"/>
                  <a:pt x="0" y="383"/>
                </a:cubicBezTo>
                <a:cubicBezTo>
                  <a:pt x="39" y="469"/>
                  <a:pt x="61" y="565"/>
                  <a:pt x="61" y="665"/>
                </a:cubicBezTo>
                <a:cubicBezTo>
                  <a:pt x="61" y="737"/>
                  <a:pt x="50" y="806"/>
                  <a:pt x="29" y="871"/>
                </a:cubicBezTo>
                <a:cubicBezTo>
                  <a:pt x="218" y="1200"/>
                  <a:pt x="218" y="1200"/>
                  <a:pt x="218" y="1200"/>
                </a:cubicBezTo>
                <a:cubicBezTo>
                  <a:pt x="649" y="1199"/>
                  <a:pt x="649" y="1199"/>
                  <a:pt x="649" y="1199"/>
                </a:cubicBezTo>
                <a:cubicBezTo>
                  <a:pt x="719" y="1035"/>
                  <a:pt x="757" y="854"/>
                  <a:pt x="757" y="665"/>
                </a:cubicBezTo>
                <a:cubicBezTo>
                  <a:pt x="757" y="424"/>
                  <a:pt x="695" y="197"/>
                  <a:pt x="585" y="0"/>
                </a:cubicBezTo>
                <a:lnTo>
                  <a:pt x="364" y="384"/>
                </a:lnTo>
                <a:close/>
              </a:path>
            </a:pathLst>
          </a:custGeom>
          <a:solidFill>
            <a:schemeClr val="accent1"/>
          </a:solid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0" name="Freeform 14">
            <a:extLst>
              <a:ext uri="{FF2B5EF4-FFF2-40B4-BE49-F238E27FC236}">
                <a16:creationId xmlns:a16="http://schemas.microsoft.com/office/drawing/2014/main" id="{0A3F9355-1B96-47FE-8F2E-E8A098E647F9}"/>
              </a:ext>
            </a:extLst>
          </p:cNvPr>
          <p:cNvSpPr>
            <a:spLocks/>
          </p:cNvSpPr>
          <p:nvPr/>
        </p:nvSpPr>
        <p:spPr bwMode="auto">
          <a:xfrm>
            <a:off x="4745847" y="2292553"/>
            <a:ext cx="1399116" cy="1110352"/>
          </a:xfrm>
          <a:custGeom>
            <a:avLst/>
            <a:gdLst>
              <a:gd name="T0" fmla="*/ 443 w 1222"/>
              <a:gd name="T1" fmla="*/ 654 h 970"/>
              <a:gd name="T2" fmla="*/ 625 w 1222"/>
              <a:gd name="T3" fmla="*/ 970 h 970"/>
              <a:gd name="T4" fmla="*/ 1033 w 1222"/>
              <a:gd name="T5" fmla="*/ 700 h 970"/>
              <a:gd name="T6" fmla="*/ 1222 w 1222"/>
              <a:gd name="T7" fmla="*/ 372 h 970"/>
              <a:gd name="T8" fmla="*/ 1007 w 1222"/>
              <a:gd name="T9" fmla="*/ 0 h 970"/>
              <a:gd name="T10" fmla="*/ 0 w 1222"/>
              <a:gd name="T11" fmla="*/ 654 h 970"/>
              <a:gd name="T12" fmla="*/ 443 w 1222"/>
              <a:gd name="T13" fmla="*/ 654 h 970"/>
            </a:gdLst>
            <a:ahLst/>
            <a:cxnLst>
              <a:cxn ang="0">
                <a:pos x="T0" y="T1"/>
              </a:cxn>
              <a:cxn ang="0">
                <a:pos x="T2" y="T3"/>
              </a:cxn>
              <a:cxn ang="0">
                <a:pos x="T4" y="T5"/>
              </a:cxn>
              <a:cxn ang="0">
                <a:pos x="T6" y="T7"/>
              </a:cxn>
              <a:cxn ang="0">
                <a:pos x="T8" y="T9"/>
              </a:cxn>
              <a:cxn ang="0">
                <a:pos x="T10" y="T11"/>
              </a:cxn>
              <a:cxn ang="0">
                <a:pos x="T12" y="T13"/>
              </a:cxn>
            </a:cxnLst>
            <a:rect l="0" t="0" r="r" b="b"/>
            <a:pathLst>
              <a:path w="1222" h="970">
                <a:moveTo>
                  <a:pt x="443" y="654"/>
                </a:moveTo>
                <a:cubicBezTo>
                  <a:pt x="625" y="970"/>
                  <a:pt x="625" y="970"/>
                  <a:pt x="625" y="970"/>
                </a:cubicBezTo>
                <a:cubicBezTo>
                  <a:pt x="721" y="835"/>
                  <a:pt x="865" y="737"/>
                  <a:pt x="1033" y="700"/>
                </a:cubicBezTo>
                <a:cubicBezTo>
                  <a:pt x="1222" y="372"/>
                  <a:pt x="1222" y="372"/>
                  <a:pt x="1222" y="372"/>
                </a:cubicBezTo>
                <a:cubicBezTo>
                  <a:pt x="1007" y="0"/>
                  <a:pt x="1007" y="0"/>
                  <a:pt x="1007" y="0"/>
                </a:cubicBezTo>
                <a:cubicBezTo>
                  <a:pt x="579" y="52"/>
                  <a:pt x="213" y="302"/>
                  <a:pt x="0" y="654"/>
                </a:cubicBezTo>
                <a:lnTo>
                  <a:pt x="443" y="654"/>
                </a:lnTo>
                <a:close/>
              </a:path>
            </a:pathLst>
          </a:custGeom>
          <a:solidFill>
            <a:schemeClr val="accent5">
              <a:lumMod val="75000"/>
            </a:schemeClr>
          </a:solid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1" name="Freeform 15">
            <a:extLst>
              <a:ext uri="{FF2B5EF4-FFF2-40B4-BE49-F238E27FC236}">
                <a16:creationId xmlns:a16="http://schemas.microsoft.com/office/drawing/2014/main" id="{AA0735F3-FDA3-471B-A49E-BA1A8A307F0D}"/>
              </a:ext>
            </a:extLst>
          </p:cNvPr>
          <p:cNvSpPr>
            <a:spLocks/>
          </p:cNvSpPr>
          <p:nvPr/>
        </p:nvSpPr>
        <p:spPr bwMode="auto">
          <a:xfrm>
            <a:off x="6122243" y="2280094"/>
            <a:ext cx="1225418" cy="1050253"/>
          </a:xfrm>
          <a:custGeom>
            <a:avLst/>
            <a:gdLst>
              <a:gd name="T0" fmla="*/ 222 w 1071"/>
              <a:gd name="T1" fmla="*/ 383 h 918"/>
              <a:gd name="T2" fmla="*/ 39 w 1071"/>
              <a:gd name="T3" fmla="*/ 699 h 918"/>
              <a:gd name="T4" fmla="*/ 476 w 1071"/>
              <a:gd name="T5" fmla="*/ 918 h 918"/>
              <a:gd name="T6" fmla="*/ 856 w 1071"/>
              <a:gd name="T7" fmla="*/ 918 h 918"/>
              <a:gd name="T8" fmla="*/ 1071 w 1071"/>
              <a:gd name="T9" fmla="*/ 545 h 918"/>
              <a:gd name="T10" fmla="*/ 0 w 1071"/>
              <a:gd name="T11" fmla="*/ 0 h 918"/>
              <a:gd name="T12" fmla="*/ 222 w 1071"/>
              <a:gd name="T13" fmla="*/ 383 h 918"/>
            </a:gdLst>
            <a:ahLst/>
            <a:cxnLst>
              <a:cxn ang="0">
                <a:pos x="T0" y="T1"/>
              </a:cxn>
              <a:cxn ang="0">
                <a:pos x="T2" y="T3"/>
              </a:cxn>
              <a:cxn ang="0">
                <a:pos x="T4" y="T5"/>
              </a:cxn>
              <a:cxn ang="0">
                <a:pos x="T6" y="T7"/>
              </a:cxn>
              <a:cxn ang="0">
                <a:pos x="T8" y="T9"/>
              </a:cxn>
              <a:cxn ang="0">
                <a:pos x="T10" y="T11"/>
              </a:cxn>
              <a:cxn ang="0">
                <a:pos x="T12" y="T13"/>
              </a:cxn>
            </a:cxnLst>
            <a:rect l="0" t="0" r="r" b="b"/>
            <a:pathLst>
              <a:path w="1071" h="918">
                <a:moveTo>
                  <a:pt x="222" y="383"/>
                </a:moveTo>
                <a:cubicBezTo>
                  <a:pt x="39" y="699"/>
                  <a:pt x="39" y="699"/>
                  <a:pt x="39" y="699"/>
                </a:cubicBezTo>
                <a:cubicBezTo>
                  <a:pt x="212" y="715"/>
                  <a:pt x="366" y="796"/>
                  <a:pt x="476" y="918"/>
                </a:cubicBezTo>
                <a:cubicBezTo>
                  <a:pt x="856" y="918"/>
                  <a:pt x="856" y="918"/>
                  <a:pt x="856" y="918"/>
                </a:cubicBezTo>
                <a:cubicBezTo>
                  <a:pt x="1071" y="545"/>
                  <a:pt x="1071" y="545"/>
                  <a:pt x="1071" y="545"/>
                </a:cubicBezTo>
                <a:cubicBezTo>
                  <a:pt x="824" y="220"/>
                  <a:pt x="437" y="8"/>
                  <a:pt x="0" y="0"/>
                </a:cubicBezTo>
                <a:lnTo>
                  <a:pt x="222" y="383"/>
                </a:lnTo>
                <a:close/>
              </a:path>
            </a:pathLst>
          </a:custGeom>
          <a:solidFill>
            <a:schemeClr val="accent2"/>
          </a:solidFill>
          <a:ln/>
          <a:effectLst/>
          <a:scene3d>
            <a:camera prst="orthographicFront">
              <a:rot lat="0" lon="0" rev="0"/>
            </a:camera>
            <a:lightRig rig="threePt" dir="t">
              <a:rot lat="0" lon="0" rev="1200000"/>
            </a:lightRig>
          </a:scene3d>
          <a:sp3d/>
        </p:spPr>
        <p:style>
          <a:lnRef idx="0">
            <a:schemeClr val="accent2"/>
          </a:lnRef>
          <a:fillRef idx="3">
            <a:schemeClr val="accent2"/>
          </a:fillRef>
          <a:effectRef idx="3">
            <a:schemeClr val="accent2"/>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2" name="Freeform 16">
            <a:extLst>
              <a:ext uri="{FF2B5EF4-FFF2-40B4-BE49-F238E27FC236}">
                <a16:creationId xmlns:a16="http://schemas.microsoft.com/office/drawing/2014/main" id="{D69AED8C-3259-4E09-BCDA-F45A5CA81FCB}"/>
              </a:ext>
            </a:extLst>
          </p:cNvPr>
          <p:cNvSpPr>
            <a:spLocks/>
          </p:cNvSpPr>
          <p:nvPr/>
        </p:nvSpPr>
        <p:spPr bwMode="auto">
          <a:xfrm>
            <a:off x="6041623" y="4302180"/>
            <a:ext cx="1399116" cy="1110352"/>
          </a:xfrm>
          <a:custGeom>
            <a:avLst/>
            <a:gdLst>
              <a:gd name="T0" fmla="*/ 779 w 1222"/>
              <a:gd name="T1" fmla="*/ 316 h 970"/>
              <a:gd name="T2" fmla="*/ 597 w 1222"/>
              <a:gd name="T3" fmla="*/ 0 h 970"/>
              <a:gd name="T4" fmla="*/ 189 w 1222"/>
              <a:gd name="T5" fmla="*/ 270 h 970"/>
              <a:gd name="T6" fmla="*/ 0 w 1222"/>
              <a:gd name="T7" fmla="*/ 597 h 970"/>
              <a:gd name="T8" fmla="*/ 215 w 1222"/>
              <a:gd name="T9" fmla="*/ 970 h 970"/>
              <a:gd name="T10" fmla="*/ 1222 w 1222"/>
              <a:gd name="T11" fmla="*/ 316 h 970"/>
              <a:gd name="T12" fmla="*/ 779 w 1222"/>
              <a:gd name="T13" fmla="*/ 316 h 970"/>
            </a:gdLst>
            <a:ahLst/>
            <a:cxnLst>
              <a:cxn ang="0">
                <a:pos x="T0" y="T1"/>
              </a:cxn>
              <a:cxn ang="0">
                <a:pos x="T2" y="T3"/>
              </a:cxn>
              <a:cxn ang="0">
                <a:pos x="T4" y="T5"/>
              </a:cxn>
              <a:cxn ang="0">
                <a:pos x="T6" y="T7"/>
              </a:cxn>
              <a:cxn ang="0">
                <a:pos x="T8" y="T9"/>
              </a:cxn>
              <a:cxn ang="0">
                <a:pos x="T10" y="T11"/>
              </a:cxn>
              <a:cxn ang="0">
                <a:pos x="T12" y="T13"/>
              </a:cxn>
            </a:cxnLst>
            <a:rect l="0" t="0" r="r" b="b"/>
            <a:pathLst>
              <a:path w="1222" h="970">
                <a:moveTo>
                  <a:pt x="779" y="316"/>
                </a:moveTo>
                <a:cubicBezTo>
                  <a:pt x="597" y="0"/>
                  <a:pt x="597" y="0"/>
                  <a:pt x="597" y="0"/>
                </a:cubicBezTo>
                <a:cubicBezTo>
                  <a:pt x="501" y="135"/>
                  <a:pt x="357" y="233"/>
                  <a:pt x="189" y="270"/>
                </a:cubicBezTo>
                <a:cubicBezTo>
                  <a:pt x="0" y="597"/>
                  <a:pt x="0" y="597"/>
                  <a:pt x="0" y="597"/>
                </a:cubicBezTo>
                <a:cubicBezTo>
                  <a:pt x="215" y="970"/>
                  <a:pt x="215" y="970"/>
                  <a:pt x="215" y="970"/>
                </a:cubicBezTo>
                <a:cubicBezTo>
                  <a:pt x="643" y="918"/>
                  <a:pt x="1010" y="668"/>
                  <a:pt x="1222" y="316"/>
                </a:cubicBezTo>
                <a:lnTo>
                  <a:pt x="779" y="316"/>
                </a:lnTo>
                <a:close/>
              </a:path>
            </a:pathLst>
          </a:custGeom>
          <a:solidFill>
            <a:schemeClr val="accent4">
              <a:lumMod val="75000"/>
            </a:schemeClr>
          </a:solidFill>
          <a:ln/>
          <a:effectLst/>
          <a:scene3d>
            <a:camera prst="orthographicFront">
              <a:rot lat="0" lon="0" rev="0"/>
            </a:camera>
            <a:lightRig rig="threePt" dir="t">
              <a:rot lat="0" lon="0" rev="1200000"/>
            </a:lightRig>
          </a:scene3d>
          <a:sp3d/>
        </p:spPr>
        <p:style>
          <a:lnRef idx="0">
            <a:schemeClr val="accent4"/>
          </a:lnRef>
          <a:fillRef idx="3">
            <a:schemeClr val="accent4"/>
          </a:fillRef>
          <a:effectRef idx="3">
            <a:schemeClr val="accent4"/>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3" name="Freeform 17">
            <a:extLst>
              <a:ext uri="{FF2B5EF4-FFF2-40B4-BE49-F238E27FC236}">
                <a16:creationId xmlns:a16="http://schemas.microsoft.com/office/drawing/2014/main" id="{44528D04-B5C1-4AC0-B46B-54DD849C149B}"/>
              </a:ext>
            </a:extLst>
          </p:cNvPr>
          <p:cNvSpPr>
            <a:spLocks/>
          </p:cNvSpPr>
          <p:nvPr/>
        </p:nvSpPr>
        <p:spPr bwMode="auto">
          <a:xfrm>
            <a:off x="4838926" y="4374737"/>
            <a:ext cx="1226150" cy="1050986"/>
          </a:xfrm>
          <a:custGeom>
            <a:avLst/>
            <a:gdLst>
              <a:gd name="T0" fmla="*/ 849 w 1071"/>
              <a:gd name="T1" fmla="*/ 534 h 918"/>
              <a:gd name="T2" fmla="*/ 1032 w 1071"/>
              <a:gd name="T3" fmla="*/ 219 h 918"/>
              <a:gd name="T4" fmla="*/ 595 w 1071"/>
              <a:gd name="T5" fmla="*/ 0 h 918"/>
              <a:gd name="T6" fmla="*/ 216 w 1071"/>
              <a:gd name="T7" fmla="*/ 0 h 918"/>
              <a:gd name="T8" fmla="*/ 0 w 1071"/>
              <a:gd name="T9" fmla="*/ 373 h 918"/>
              <a:gd name="T10" fmla="*/ 1071 w 1071"/>
              <a:gd name="T11" fmla="*/ 918 h 918"/>
              <a:gd name="T12" fmla="*/ 849 w 1071"/>
              <a:gd name="T13" fmla="*/ 534 h 918"/>
            </a:gdLst>
            <a:ahLst/>
            <a:cxnLst>
              <a:cxn ang="0">
                <a:pos x="T0" y="T1"/>
              </a:cxn>
              <a:cxn ang="0">
                <a:pos x="T2" y="T3"/>
              </a:cxn>
              <a:cxn ang="0">
                <a:pos x="T4" y="T5"/>
              </a:cxn>
              <a:cxn ang="0">
                <a:pos x="T6" y="T7"/>
              </a:cxn>
              <a:cxn ang="0">
                <a:pos x="T8" y="T9"/>
              </a:cxn>
              <a:cxn ang="0">
                <a:pos x="T10" y="T11"/>
              </a:cxn>
              <a:cxn ang="0">
                <a:pos x="T12" y="T13"/>
              </a:cxn>
            </a:cxnLst>
            <a:rect l="0" t="0" r="r" b="b"/>
            <a:pathLst>
              <a:path w="1071" h="918">
                <a:moveTo>
                  <a:pt x="849" y="534"/>
                </a:moveTo>
                <a:cubicBezTo>
                  <a:pt x="1032" y="219"/>
                  <a:pt x="1032" y="219"/>
                  <a:pt x="1032" y="219"/>
                </a:cubicBezTo>
                <a:cubicBezTo>
                  <a:pt x="859" y="203"/>
                  <a:pt x="705" y="122"/>
                  <a:pt x="595" y="0"/>
                </a:cubicBezTo>
                <a:cubicBezTo>
                  <a:pt x="216" y="0"/>
                  <a:pt x="216" y="0"/>
                  <a:pt x="216" y="0"/>
                </a:cubicBezTo>
                <a:cubicBezTo>
                  <a:pt x="0" y="373"/>
                  <a:pt x="0" y="373"/>
                  <a:pt x="0" y="373"/>
                </a:cubicBezTo>
                <a:cubicBezTo>
                  <a:pt x="247" y="698"/>
                  <a:pt x="634" y="910"/>
                  <a:pt x="1071" y="918"/>
                </a:cubicBezTo>
                <a:lnTo>
                  <a:pt x="849" y="534"/>
                </a:lnTo>
                <a:close/>
              </a:path>
            </a:pathLst>
          </a:custGeom>
          <a:solidFill>
            <a:schemeClr val="accent2"/>
          </a:solidFill>
          <a:ln/>
          <a:effectLst/>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4" name="Freeform 18">
            <a:extLst>
              <a:ext uri="{FF2B5EF4-FFF2-40B4-BE49-F238E27FC236}">
                <a16:creationId xmlns:a16="http://schemas.microsoft.com/office/drawing/2014/main" id="{C1423B0E-A621-45A5-A774-863974CFD391}"/>
              </a:ext>
            </a:extLst>
          </p:cNvPr>
          <p:cNvSpPr>
            <a:spLocks/>
          </p:cNvSpPr>
          <p:nvPr/>
        </p:nvSpPr>
        <p:spPr bwMode="auto">
          <a:xfrm>
            <a:off x="4520845" y="3240200"/>
            <a:ext cx="866294" cy="1373465"/>
          </a:xfrm>
          <a:custGeom>
            <a:avLst/>
            <a:gdLst>
              <a:gd name="T0" fmla="*/ 393 w 757"/>
              <a:gd name="T1" fmla="*/ 816 h 1200"/>
              <a:gd name="T2" fmla="*/ 757 w 757"/>
              <a:gd name="T3" fmla="*/ 817 h 1200"/>
              <a:gd name="T4" fmla="*/ 696 w 757"/>
              <a:gd name="T5" fmla="*/ 535 h 1200"/>
              <a:gd name="T6" fmla="*/ 728 w 757"/>
              <a:gd name="T7" fmla="*/ 329 h 1200"/>
              <a:gd name="T8" fmla="*/ 539 w 757"/>
              <a:gd name="T9" fmla="*/ 0 h 1200"/>
              <a:gd name="T10" fmla="*/ 108 w 757"/>
              <a:gd name="T11" fmla="*/ 1 h 1200"/>
              <a:gd name="T12" fmla="*/ 0 w 757"/>
              <a:gd name="T13" fmla="*/ 535 h 1200"/>
              <a:gd name="T14" fmla="*/ 172 w 757"/>
              <a:gd name="T15" fmla="*/ 1200 h 1200"/>
              <a:gd name="T16" fmla="*/ 393 w 757"/>
              <a:gd name="T17" fmla="*/ 816 h 1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7" h="1200">
                <a:moveTo>
                  <a:pt x="393" y="816"/>
                </a:moveTo>
                <a:cubicBezTo>
                  <a:pt x="757" y="817"/>
                  <a:pt x="757" y="817"/>
                  <a:pt x="757" y="817"/>
                </a:cubicBezTo>
                <a:cubicBezTo>
                  <a:pt x="718" y="731"/>
                  <a:pt x="696" y="635"/>
                  <a:pt x="696" y="535"/>
                </a:cubicBezTo>
                <a:cubicBezTo>
                  <a:pt x="696" y="463"/>
                  <a:pt x="707" y="394"/>
                  <a:pt x="728" y="329"/>
                </a:cubicBezTo>
                <a:cubicBezTo>
                  <a:pt x="539" y="0"/>
                  <a:pt x="539" y="0"/>
                  <a:pt x="539" y="0"/>
                </a:cubicBezTo>
                <a:cubicBezTo>
                  <a:pt x="108" y="1"/>
                  <a:pt x="108" y="1"/>
                  <a:pt x="108" y="1"/>
                </a:cubicBezTo>
                <a:cubicBezTo>
                  <a:pt x="38" y="165"/>
                  <a:pt x="0" y="346"/>
                  <a:pt x="0" y="535"/>
                </a:cubicBezTo>
                <a:cubicBezTo>
                  <a:pt x="0" y="776"/>
                  <a:pt x="62" y="1003"/>
                  <a:pt x="172" y="1200"/>
                </a:cubicBezTo>
                <a:lnTo>
                  <a:pt x="393" y="816"/>
                </a:lnTo>
                <a:close/>
              </a:path>
            </a:pathLst>
          </a:custGeom>
          <a:solidFill>
            <a:schemeClr val="accent3">
              <a:lumMod val="50000"/>
            </a:schemeClr>
          </a:solidFill>
          <a:ln/>
          <a:effectLst/>
          <a:scene3d>
            <a:camera prst="orthographicFront">
              <a:rot lat="0" lon="0" rev="0"/>
            </a:camera>
            <a:lightRig rig="threePt" dir="t">
              <a:rot lat="0" lon="0" rev="1200000"/>
            </a:lightRig>
          </a:scene3d>
          <a:sp3d/>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anchor="t" anchorCtr="0" compatLnSpc="1">
            <a:prstTxWarp prst="textNoShape">
              <a:avLst/>
            </a:prstTxWarp>
          </a:bodyPr>
          <a:lstStyle/>
          <a:p>
            <a:endParaRPr lang="en-US"/>
          </a:p>
        </p:txBody>
      </p:sp>
      <p:sp>
        <p:nvSpPr>
          <p:cNvPr id="15" name="AutoShape 3">
            <a:extLst>
              <a:ext uri="{FF2B5EF4-FFF2-40B4-BE49-F238E27FC236}">
                <a16:creationId xmlns:a16="http://schemas.microsoft.com/office/drawing/2014/main" id="{9BA1759B-43F5-4D80-AE34-733DA480E3E9}"/>
              </a:ext>
            </a:extLst>
          </p:cNvPr>
          <p:cNvSpPr>
            <a:spLocks noChangeAspect="1" noChangeArrowheads="1" noTextEdit="1"/>
          </p:cNvSpPr>
          <p:nvPr/>
        </p:nvSpPr>
        <p:spPr bwMode="auto">
          <a:xfrm>
            <a:off x="4519379" y="2278628"/>
            <a:ext cx="3145629" cy="3166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Picture Placeholder 40">
            <a:extLst>
              <a:ext uri="{FF2B5EF4-FFF2-40B4-BE49-F238E27FC236}">
                <a16:creationId xmlns:a16="http://schemas.microsoft.com/office/drawing/2014/main" id="{A83B6F03-8430-45F7-BEA7-6D486CBAA35A}"/>
              </a:ext>
            </a:extLst>
          </p:cNvPr>
          <p:cNvSpPr>
            <a:spLocks noGrp="1"/>
          </p:cNvSpPr>
          <p:nvPr>
            <p:ph type="pic" sz="quarter" idx="29"/>
          </p:nvPr>
        </p:nvSpPr>
        <p:spPr>
          <a:xfrm>
            <a:off x="3100120" y="2130328"/>
            <a:ext cx="596896" cy="596896"/>
          </a:xfrm>
          <a:prstGeom prst="ellipse">
            <a:avLst/>
          </a:prstGeom>
          <a:solidFill>
            <a:schemeClr val="accent5">
              <a:lumMod val="75000"/>
            </a:schemeClr>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24" name="Picture Placeholder 40">
            <a:extLst>
              <a:ext uri="{FF2B5EF4-FFF2-40B4-BE49-F238E27FC236}">
                <a16:creationId xmlns:a16="http://schemas.microsoft.com/office/drawing/2014/main" id="{9B2AEE07-FA07-44D5-89BB-98F389722121}"/>
              </a:ext>
            </a:extLst>
          </p:cNvPr>
          <p:cNvSpPr>
            <a:spLocks noGrp="1"/>
          </p:cNvSpPr>
          <p:nvPr>
            <p:ph type="pic" sz="quarter" idx="30"/>
          </p:nvPr>
        </p:nvSpPr>
        <p:spPr>
          <a:xfrm>
            <a:off x="8527640" y="2130328"/>
            <a:ext cx="596896" cy="596896"/>
          </a:xfrm>
          <a:prstGeom prst="ellipse">
            <a:avLst/>
          </a:prstGeom>
          <a:solidFill>
            <a:srgbClr val="101720"/>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25" name="Picture Placeholder 40">
            <a:extLst>
              <a:ext uri="{FF2B5EF4-FFF2-40B4-BE49-F238E27FC236}">
                <a16:creationId xmlns:a16="http://schemas.microsoft.com/office/drawing/2014/main" id="{CAF272B4-C4B4-4EFF-BE4A-2F2C124045A5}"/>
              </a:ext>
            </a:extLst>
          </p:cNvPr>
          <p:cNvSpPr>
            <a:spLocks noGrp="1"/>
          </p:cNvSpPr>
          <p:nvPr>
            <p:ph type="pic" sz="quarter" idx="31"/>
          </p:nvPr>
        </p:nvSpPr>
        <p:spPr>
          <a:xfrm>
            <a:off x="3100717" y="3563255"/>
            <a:ext cx="596896" cy="596896"/>
          </a:xfrm>
          <a:prstGeom prst="ellipse">
            <a:avLst/>
          </a:prstGeom>
          <a:solidFill>
            <a:srgbClr val="606363"/>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26" name="Picture Placeholder 40">
            <a:extLst>
              <a:ext uri="{FF2B5EF4-FFF2-40B4-BE49-F238E27FC236}">
                <a16:creationId xmlns:a16="http://schemas.microsoft.com/office/drawing/2014/main" id="{2E004488-89D8-4105-BAFA-82DD3832C57E}"/>
              </a:ext>
            </a:extLst>
          </p:cNvPr>
          <p:cNvSpPr>
            <a:spLocks noGrp="1"/>
          </p:cNvSpPr>
          <p:nvPr>
            <p:ph type="pic" sz="quarter" idx="32"/>
          </p:nvPr>
        </p:nvSpPr>
        <p:spPr>
          <a:xfrm>
            <a:off x="8527640" y="3563255"/>
            <a:ext cx="596896" cy="596896"/>
          </a:xfrm>
          <a:prstGeom prst="ellipse">
            <a:avLst/>
          </a:prstGeom>
          <a:solidFill>
            <a:srgbClr val="FFC105"/>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27" name="Picture Placeholder 40">
            <a:extLst>
              <a:ext uri="{FF2B5EF4-FFF2-40B4-BE49-F238E27FC236}">
                <a16:creationId xmlns:a16="http://schemas.microsoft.com/office/drawing/2014/main" id="{8A3E754E-6CA9-432B-8E8F-7E199C1AD65B}"/>
              </a:ext>
            </a:extLst>
          </p:cNvPr>
          <p:cNvSpPr>
            <a:spLocks noGrp="1"/>
          </p:cNvSpPr>
          <p:nvPr>
            <p:ph type="pic" sz="quarter" idx="33"/>
          </p:nvPr>
        </p:nvSpPr>
        <p:spPr>
          <a:xfrm>
            <a:off x="3100120" y="4996184"/>
            <a:ext cx="596896" cy="596896"/>
          </a:xfrm>
          <a:prstGeom prst="ellipse">
            <a:avLst/>
          </a:prstGeom>
          <a:solidFill>
            <a:srgbClr val="101720"/>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28" name="Picture Placeholder 40">
            <a:extLst>
              <a:ext uri="{FF2B5EF4-FFF2-40B4-BE49-F238E27FC236}">
                <a16:creationId xmlns:a16="http://schemas.microsoft.com/office/drawing/2014/main" id="{8A4817C4-1FFA-40DB-B6C6-66365A1D148D}"/>
              </a:ext>
            </a:extLst>
          </p:cNvPr>
          <p:cNvSpPr>
            <a:spLocks noGrp="1"/>
          </p:cNvSpPr>
          <p:nvPr>
            <p:ph type="pic" sz="quarter" idx="34"/>
          </p:nvPr>
        </p:nvSpPr>
        <p:spPr>
          <a:xfrm>
            <a:off x="8527640" y="4996184"/>
            <a:ext cx="596896" cy="596896"/>
          </a:xfrm>
          <a:prstGeom prst="ellipse">
            <a:avLst/>
          </a:prstGeom>
          <a:solidFill>
            <a:schemeClr val="accent4">
              <a:lumMod val="75000"/>
            </a:schemeClr>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31" name="Text Placeholder 51">
            <a:extLst>
              <a:ext uri="{FF2B5EF4-FFF2-40B4-BE49-F238E27FC236}">
                <a16:creationId xmlns:a16="http://schemas.microsoft.com/office/drawing/2014/main" id="{FAB2906B-FDA5-454A-8A59-57B4BE57E00E}"/>
              </a:ext>
            </a:extLst>
          </p:cNvPr>
          <p:cNvSpPr>
            <a:spLocks noGrp="1"/>
          </p:cNvSpPr>
          <p:nvPr>
            <p:ph type="body" sz="quarter" idx="20"/>
          </p:nvPr>
        </p:nvSpPr>
        <p:spPr>
          <a:xfrm>
            <a:off x="9267872" y="1830732"/>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2" name="Text Placeholder 51">
            <a:extLst>
              <a:ext uri="{FF2B5EF4-FFF2-40B4-BE49-F238E27FC236}">
                <a16:creationId xmlns:a16="http://schemas.microsoft.com/office/drawing/2014/main" id="{3C3A9930-1305-402E-85D3-08412C0ED880}"/>
              </a:ext>
            </a:extLst>
          </p:cNvPr>
          <p:cNvSpPr>
            <a:spLocks noGrp="1"/>
          </p:cNvSpPr>
          <p:nvPr>
            <p:ph type="body" sz="quarter" idx="35"/>
          </p:nvPr>
        </p:nvSpPr>
        <p:spPr>
          <a:xfrm>
            <a:off x="9267872" y="3269885"/>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3" name="Text Placeholder 51">
            <a:extLst>
              <a:ext uri="{FF2B5EF4-FFF2-40B4-BE49-F238E27FC236}">
                <a16:creationId xmlns:a16="http://schemas.microsoft.com/office/drawing/2014/main" id="{2FE889CB-A61C-4324-931D-46FF6FA28069}"/>
              </a:ext>
            </a:extLst>
          </p:cNvPr>
          <p:cNvSpPr>
            <a:spLocks noGrp="1"/>
          </p:cNvSpPr>
          <p:nvPr>
            <p:ph type="body" sz="quarter" idx="36"/>
          </p:nvPr>
        </p:nvSpPr>
        <p:spPr>
          <a:xfrm>
            <a:off x="9267872" y="4702814"/>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4" name="Text Placeholder 51">
            <a:extLst>
              <a:ext uri="{FF2B5EF4-FFF2-40B4-BE49-F238E27FC236}">
                <a16:creationId xmlns:a16="http://schemas.microsoft.com/office/drawing/2014/main" id="{5F23FCCE-4DD3-4843-B826-BBBE0375E245}"/>
              </a:ext>
            </a:extLst>
          </p:cNvPr>
          <p:cNvSpPr>
            <a:spLocks noGrp="1"/>
          </p:cNvSpPr>
          <p:nvPr>
            <p:ph type="body" sz="quarter" idx="37"/>
          </p:nvPr>
        </p:nvSpPr>
        <p:spPr>
          <a:xfrm>
            <a:off x="335360" y="1830732"/>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5" name="Text Placeholder 51">
            <a:extLst>
              <a:ext uri="{FF2B5EF4-FFF2-40B4-BE49-F238E27FC236}">
                <a16:creationId xmlns:a16="http://schemas.microsoft.com/office/drawing/2014/main" id="{4B3D82FC-A6B2-4749-A0BE-1D4D3A910C4B}"/>
              </a:ext>
            </a:extLst>
          </p:cNvPr>
          <p:cNvSpPr>
            <a:spLocks noGrp="1"/>
          </p:cNvSpPr>
          <p:nvPr>
            <p:ph type="body" sz="quarter" idx="38"/>
          </p:nvPr>
        </p:nvSpPr>
        <p:spPr>
          <a:xfrm>
            <a:off x="335360" y="3269885"/>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6" name="Text Placeholder 51">
            <a:extLst>
              <a:ext uri="{FF2B5EF4-FFF2-40B4-BE49-F238E27FC236}">
                <a16:creationId xmlns:a16="http://schemas.microsoft.com/office/drawing/2014/main" id="{08C5C725-DB50-4E33-AA5F-FA1FB88682AE}"/>
              </a:ext>
            </a:extLst>
          </p:cNvPr>
          <p:cNvSpPr>
            <a:spLocks noGrp="1"/>
          </p:cNvSpPr>
          <p:nvPr>
            <p:ph type="body" sz="quarter" idx="39"/>
          </p:nvPr>
        </p:nvSpPr>
        <p:spPr>
          <a:xfrm>
            <a:off x="335360" y="4702814"/>
            <a:ext cx="2588768" cy="1183636"/>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6" name="Picture Placeholder 15">
            <a:extLst>
              <a:ext uri="{FF2B5EF4-FFF2-40B4-BE49-F238E27FC236}">
                <a16:creationId xmlns:a16="http://schemas.microsoft.com/office/drawing/2014/main" id="{24D5186C-8484-44B9-A232-E0DB60C668A3}"/>
              </a:ext>
            </a:extLst>
          </p:cNvPr>
          <p:cNvSpPr>
            <a:spLocks noGrp="1"/>
          </p:cNvSpPr>
          <p:nvPr>
            <p:ph type="pic" sz="quarter" idx="40"/>
          </p:nvPr>
        </p:nvSpPr>
        <p:spPr>
          <a:xfrm>
            <a:off x="5590223" y="3354474"/>
            <a:ext cx="1011554" cy="1011554"/>
          </a:xfrm>
          <a:prstGeom prst="ellipse">
            <a:avLst/>
          </a:prstGeom>
          <a:solidFill>
            <a:schemeClr val="accent3">
              <a:lumMod val="20000"/>
              <a:lumOff val="80000"/>
            </a:schemeClr>
          </a:solidFill>
        </p:spPr>
        <p:txBody>
          <a:bodyPr anchor="ctr">
            <a:noAutofit/>
          </a:bodyPr>
          <a:lstStyle>
            <a:lvl1pPr marL="0" indent="0" algn="ctr">
              <a:buNone/>
              <a:defRPr sz="800"/>
            </a:lvl1pPr>
          </a:lstStyle>
          <a:p>
            <a:r>
              <a:rPr lang="en-US"/>
              <a:t>Click icon to add picture</a:t>
            </a:r>
            <a:endParaRPr lang="en-IN"/>
          </a:p>
        </p:txBody>
      </p:sp>
      <p:grpSp>
        <p:nvGrpSpPr>
          <p:cNvPr id="2" name="Group 1">
            <a:extLst>
              <a:ext uri="{FF2B5EF4-FFF2-40B4-BE49-F238E27FC236}">
                <a16:creationId xmlns:a16="http://schemas.microsoft.com/office/drawing/2014/main" id="{832CB352-F793-4185-1988-59EB0053DCEA}"/>
              </a:ext>
            </a:extLst>
          </p:cNvPr>
          <p:cNvGrpSpPr/>
          <p:nvPr/>
        </p:nvGrpSpPr>
        <p:grpSpPr>
          <a:xfrm>
            <a:off x="0" y="0"/>
            <a:ext cx="12192000" cy="301809"/>
            <a:chOff x="0" y="0"/>
            <a:chExt cx="12192000" cy="301809"/>
          </a:xfrm>
        </p:grpSpPr>
        <p:sp>
          <p:nvSpPr>
            <p:cNvPr id="3" name="Rectangle 2">
              <a:extLst>
                <a:ext uri="{FF2B5EF4-FFF2-40B4-BE49-F238E27FC236}">
                  <a16:creationId xmlns:a16="http://schemas.microsoft.com/office/drawing/2014/main" id="{28CA90B1-6E81-1BA1-4A44-B7B7C48E992D}"/>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9AC1F6B5-D9A1-F4CF-9C3E-0EB650A7D559}"/>
                </a:ext>
              </a:extLst>
            </p:cNvPr>
            <p:cNvGrpSpPr/>
            <p:nvPr userDrawn="1"/>
          </p:nvGrpSpPr>
          <p:grpSpPr>
            <a:xfrm>
              <a:off x="10687010" y="58571"/>
              <a:ext cx="1279331" cy="184666"/>
              <a:chOff x="10759355" y="58571"/>
              <a:chExt cx="1279331" cy="184666"/>
            </a:xfrm>
          </p:grpSpPr>
          <p:pic>
            <p:nvPicPr>
              <p:cNvPr id="17" name="Picture 16">
                <a:extLst>
                  <a:ext uri="{FF2B5EF4-FFF2-40B4-BE49-F238E27FC236}">
                    <a16:creationId xmlns:a16="http://schemas.microsoft.com/office/drawing/2014/main" id="{D6593E48-B025-5E53-8F21-F8E5D2F815B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8" name="TextBox 17">
                <a:extLst>
                  <a:ext uri="{FF2B5EF4-FFF2-40B4-BE49-F238E27FC236}">
                    <a16:creationId xmlns:a16="http://schemas.microsoft.com/office/drawing/2014/main" id="{786B3BB1-6CC8-29F8-FAC4-DA14048E6D6A}"/>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6" name="Straight Connector 5">
              <a:extLst>
                <a:ext uri="{FF2B5EF4-FFF2-40B4-BE49-F238E27FC236}">
                  <a16:creationId xmlns:a16="http://schemas.microsoft.com/office/drawing/2014/main" id="{B052A37D-EA3B-00ED-5856-6ECD4326C754}"/>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828B97C-F7BF-C102-A147-4E3B49D790E2}"/>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Title 3">
            <a:extLst>
              <a:ext uri="{FF2B5EF4-FFF2-40B4-BE49-F238E27FC236}">
                <a16:creationId xmlns:a16="http://schemas.microsoft.com/office/drawing/2014/main" id="{52C1717E-7335-EC1F-9A79-608BF5C6F287}"/>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9588945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Infog_19">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C901AC0B-D934-47DF-873B-DEFAF276A2E9}"/>
              </a:ext>
            </a:extLst>
          </p:cNvPr>
          <p:cNvSpPr/>
          <p:nvPr/>
        </p:nvSpPr>
        <p:spPr>
          <a:xfrm>
            <a:off x="4907347" y="2691544"/>
            <a:ext cx="2377440" cy="2377440"/>
          </a:xfrm>
          <a:prstGeom prst="ellipse">
            <a:avLst/>
          </a:prstGeom>
          <a:noFill/>
          <a:ln>
            <a:solidFill>
              <a:srgbClr val="656D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a:extLst>
              <a:ext uri="{FF2B5EF4-FFF2-40B4-BE49-F238E27FC236}">
                <a16:creationId xmlns:a16="http://schemas.microsoft.com/office/drawing/2014/main" id="{A7F37412-01C9-403F-AE0B-E1D58C69C949}"/>
              </a:ext>
            </a:extLst>
          </p:cNvPr>
          <p:cNvGrpSpPr/>
          <p:nvPr/>
        </p:nvGrpSpPr>
        <p:grpSpPr>
          <a:xfrm>
            <a:off x="6677889" y="2071477"/>
            <a:ext cx="1394751" cy="1141973"/>
            <a:chOff x="6628372" y="2253062"/>
            <a:chExt cx="1394751" cy="1141973"/>
          </a:xfrm>
        </p:grpSpPr>
        <p:cxnSp>
          <p:nvCxnSpPr>
            <p:cNvPr id="38" name="Straight Connector 37">
              <a:extLst>
                <a:ext uri="{FF2B5EF4-FFF2-40B4-BE49-F238E27FC236}">
                  <a16:creationId xmlns:a16="http://schemas.microsoft.com/office/drawing/2014/main" id="{4871B887-24AB-4244-A3F4-131D5E0CD546}"/>
                </a:ext>
              </a:extLst>
            </p:cNvPr>
            <p:cNvCxnSpPr/>
            <p:nvPr/>
          </p:nvCxnSpPr>
          <p:spPr>
            <a:xfrm flipV="1">
              <a:off x="6628372" y="2349909"/>
              <a:ext cx="755297" cy="1045126"/>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C398F81-8DE2-46D6-8E72-D53469C893EC}"/>
                </a:ext>
              </a:extLst>
            </p:cNvPr>
            <p:cNvCxnSpPr/>
            <p:nvPr/>
          </p:nvCxnSpPr>
          <p:spPr>
            <a:xfrm flipV="1">
              <a:off x="7380895" y="2253062"/>
              <a:ext cx="199776" cy="96847"/>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2A6CF849-1E05-44FB-9A75-D6C3160BAA3A}"/>
                </a:ext>
              </a:extLst>
            </p:cNvPr>
            <p:cNvCxnSpPr/>
            <p:nvPr/>
          </p:nvCxnSpPr>
          <p:spPr>
            <a:xfrm flipV="1">
              <a:off x="7580671" y="2253062"/>
              <a:ext cx="442452" cy="1"/>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grpSp>
      <p:cxnSp>
        <p:nvCxnSpPr>
          <p:cNvPr id="34" name="Straight Connector 33">
            <a:extLst>
              <a:ext uri="{FF2B5EF4-FFF2-40B4-BE49-F238E27FC236}">
                <a16:creationId xmlns:a16="http://schemas.microsoft.com/office/drawing/2014/main" id="{7B4E0A55-7F79-4588-8895-02162A06DA95}"/>
              </a:ext>
            </a:extLst>
          </p:cNvPr>
          <p:cNvCxnSpPr/>
          <p:nvPr/>
        </p:nvCxnSpPr>
        <p:spPr>
          <a:xfrm flipV="1">
            <a:off x="6838089" y="3876114"/>
            <a:ext cx="1254045" cy="8301"/>
          </a:xfrm>
          <a:prstGeom prst="line">
            <a:avLst/>
          </a:prstGeom>
          <a:ln>
            <a:solidFill>
              <a:srgbClr val="656D78"/>
            </a:solidFill>
            <a:prstDash val="lgDashDot"/>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6067C469-7DE7-4BB7-8D99-30DCE5A6D3A4}"/>
              </a:ext>
            </a:extLst>
          </p:cNvPr>
          <p:cNvGrpSpPr/>
          <p:nvPr/>
        </p:nvGrpSpPr>
        <p:grpSpPr>
          <a:xfrm flipV="1">
            <a:off x="6691974" y="4547079"/>
            <a:ext cx="1394751" cy="1141973"/>
            <a:chOff x="6628372" y="2253062"/>
            <a:chExt cx="1394751" cy="1141973"/>
          </a:xfrm>
        </p:grpSpPr>
        <p:cxnSp>
          <p:nvCxnSpPr>
            <p:cNvPr id="31" name="Straight Connector 30">
              <a:extLst>
                <a:ext uri="{FF2B5EF4-FFF2-40B4-BE49-F238E27FC236}">
                  <a16:creationId xmlns:a16="http://schemas.microsoft.com/office/drawing/2014/main" id="{877F35E3-41B2-458C-969A-1BE4B4F6BB3A}"/>
                </a:ext>
              </a:extLst>
            </p:cNvPr>
            <p:cNvCxnSpPr/>
            <p:nvPr/>
          </p:nvCxnSpPr>
          <p:spPr>
            <a:xfrm flipV="1">
              <a:off x="6628372" y="2349909"/>
              <a:ext cx="755297" cy="1045126"/>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0B82E07-FAD1-4EDA-95F1-181EF47C6FF3}"/>
                </a:ext>
              </a:extLst>
            </p:cNvPr>
            <p:cNvCxnSpPr/>
            <p:nvPr/>
          </p:nvCxnSpPr>
          <p:spPr>
            <a:xfrm flipV="1">
              <a:off x="7380895" y="2253062"/>
              <a:ext cx="199776" cy="96847"/>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82FDD26-96BF-48E3-954A-2BA9742572CE}"/>
                </a:ext>
              </a:extLst>
            </p:cNvPr>
            <p:cNvCxnSpPr/>
            <p:nvPr/>
          </p:nvCxnSpPr>
          <p:spPr>
            <a:xfrm flipV="1">
              <a:off x="7580671" y="2253062"/>
              <a:ext cx="442452" cy="1"/>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6E73E6D2-2DA9-41DC-A037-6718B99845AA}"/>
              </a:ext>
            </a:extLst>
          </p:cNvPr>
          <p:cNvGrpSpPr/>
          <p:nvPr/>
        </p:nvGrpSpPr>
        <p:grpSpPr>
          <a:xfrm flipH="1">
            <a:off x="4119494" y="2071477"/>
            <a:ext cx="1394751" cy="1141973"/>
            <a:chOff x="6628372" y="2253062"/>
            <a:chExt cx="1394751" cy="1141973"/>
          </a:xfrm>
        </p:grpSpPr>
        <p:cxnSp>
          <p:nvCxnSpPr>
            <p:cNvPr id="23" name="Straight Connector 22">
              <a:extLst>
                <a:ext uri="{FF2B5EF4-FFF2-40B4-BE49-F238E27FC236}">
                  <a16:creationId xmlns:a16="http://schemas.microsoft.com/office/drawing/2014/main" id="{45889BFC-CA1B-4DB2-BEDD-45047D2A7DDB}"/>
                </a:ext>
              </a:extLst>
            </p:cNvPr>
            <p:cNvCxnSpPr/>
            <p:nvPr/>
          </p:nvCxnSpPr>
          <p:spPr>
            <a:xfrm flipV="1">
              <a:off x="6628372" y="2349909"/>
              <a:ext cx="755297" cy="1045126"/>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CA06CFB-8ABF-4A2D-AFC9-EA81CE9620A4}"/>
                </a:ext>
              </a:extLst>
            </p:cNvPr>
            <p:cNvCxnSpPr/>
            <p:nvPr/>
          </p:nvCxnSpPr>
          <p:spPr>
            <a:xfrm flipV="1">
              <a:off x="7380895" y="2253062"/>
              <a:ext cx="199776" cy="96847"/>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A6047B7-896B-42BC-8624-024AD9079911}"/>
                </a:ext>
              </a:extLst>
            </p:cNvPr>
            <p:cNvCxnSpPr/>
            <p:nvPr/>
          </p:nvCxnSpPr>
          <p:spPr>
            <a:xfrm flipV="1">
              <a:off x="7580671" y="2253062"/>
              <a:ext cx="442452" cy="1"/>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grpSp>
      <p:cxnSp>
        <p:nvCxnSpPr>
          <p:cNvPr id="19" name="Straight Connector 18">
            <a:extLst>
              <a:ext uri="{FF2B5EF4-FFF2-40B4-BE49-F238E27FC236}">
                <a16:creationId xmlns:a16="http://schemas.microsoft.com/office/drawing/2014/main" id="{748DF7FD-4EB1-4FD4-81A1-1CE5B163073E}"/>
              </a:ext>
            </a:extLst>
          </p:cNvPr>
          <p:cNvCxnSpPr/>
          <p:nvPr/>
        </p:nvCxnSpPr>
        <p:spPr>
          <a:xfrm flipH="1" flipV="1">
            <a:off x="4100000" y="3876114"/>
            <a:ext cx="1254045" cy="8301"/>
          </a:xfrm>
          <a:prstGeom prst="line">
            <a:avLst/>
          </a:prstGeom>
          <a:ln>
            <a:solidFill>
              <a:srgbClr val="656D78"/>
            </a:solidFill>
            <a:prstDash val="lgDashDot"/>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A0BE6860-9D68-4B84-9EB8-371DB976A82F}"/>
              </a:ext>
            </a:extLst>
          </p:cNvPr>
          <p:cNvGrpSpPr/>
          <p:nvPr/>
        </p:nvGrpSpPr>
        <p:grpSpPr>
          <a:xfrm flipH="1" flipV="1">
            <a:off x="4105409" y="4547079"/>
            <a:ext cx="1394751" cy="1141973"/>
            <a:chOff x="6628372" y="2253062"/>
            <a:chExt cx="1394751" cy="1141973"/>
          </a:xfrm>
        </p:grpSpPr>
        <p:cxnSp>
          <p:nvCxnSpPr>
            <p:cNvPr id="16" name="Straight Connector 15">
              <a:extLst>
                <a:ext uri="{FF2B5EF4-FFF2-40B4-BE49-F238E27FC236}">
                  <a16:creationId xmlns:a16="http://schemas.microsoft.com/office/drawing/2014/main" id="{2BB2C1AD-8F1F-4EF7-86BD-3072B1F9DE81}"/>
                </a:ext>
              </a:extLst>
            </p:cNvPr>
            <p:cNvCxnSpPr/>
            <p:nvPr/>
          </p:nvCxnSpPr>
          <p:spPr>
            <a:xfrm flipV="1">
              <a:off x="6628372" y="2349909"/>
              <a:ext cx="755297" cy="1045126"/>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A9D3A3C-8BD1-440A-A8C8-413FB47F9198}"/>
                </a:ext>
              </a:extLst>
            </p:cNvPr>
            <p:cNvCxnSpPr/>
            <p:nvPr/>
          </p:nvCxnSpPr>
          <p:spPr>
            <a:xfrm flipV="1">
              <a:off x="7380895" y="2253062"/>
              <a:ext cx="199776" cy="96847"/>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2B8EC1B-7883-4472-B8FF-F4732BAA6A9A}"/>
                </a:ext>
              </a:extLst>
            </p:cNvPr>
            <p:cNvCxnSpPr/>
            <p:nvPr/>
          </p:nvCxnSpPr>
          <p:spPr>
            <a:xfrm flipV="1">
              <a:off x="7580671" y="2253062"/>
              <a:ext cx="442452" cy="1"/>
            </a:xfrm>
            <a:prstGeom prst="line">
              <a:avLst/>
            </a:prstGeom>
            <a:ln>
              <a:solidFill>
                <a:srgbClr val="656D78"/>
              </a:solidFill>
              <a:prstDash val="lgDash"/>
            </a:ln>
          </p:spPr>
          <p:style>
            <a:lnRef idx="1">
              <a:schemeClr val="accent1"/>
            </a:lnRef>
            <a:fillRef idx="0">
              <a:schemeClr val="accent1"/>
            </a:fillRef>
            <a:effectRef idx="0">
              <a:schemeClr val="accent1"/>
            </a:effectRef>
            <a:fontRef idx="minor">
              <a:schemeClr val="tx1"/>
            </a:fontRef>
          </p:style>
        </p:cxnSp>
      </p:grpSp>
      <p:sp>
        <p:nvSpPr>
          <p:cNvPr id="49" name="Picture Placeholder 48">
            <a:extLst>
              <a:ext uri="{FF2B5EF4-FFF2-40B4-BE49-F238E27FC236}">
                <a16:creationId xmlns:a16="http://schemas.microsoft.com/office/drawing/2014/main" id="{6AF95B17-B308-4EB8-A9DF-81B24FD7FCF8}"/>
              </a:ext>
            </a:extLst>
          </p:cNvPr>
          <p:cNvSpPr>
            <a:spLocks noGrp="1"/>
          </p:cNvSpPr>
          <p:nvPr>
            <p:ph type="pic" sz="quarter" idx="19"/>
          </p:nvPr>
        </p:nvSpPr>
        <p:spPr>
          <a:xfrm>
            <a:off x="5090161" y="2874012"/>
            <a:ext cx="2018030" cy="2018028"/>
          </a:xfrm>
          <a:prstGeom prst="ellipse">
            <a:avLst/>
          </a:prstGeom>
          <a:solidFill>
            <a:schemeClr val="accent3">
              <a:lumMod val="20000"/>
              <a:lumOff val="80000"/>
            </a:schemeClr>
          </a:solidFill>
        </p:spPr>
        <p:txBody>
          <a:bodyPr anchor="ctr">
            <a:normAutofit/>
          </a:bodyPr>
          <a:lstStyle>
            <a:lvl1pPr marL="0" indent="0" algn="ctr">
              <a:buNone/>
              <a:defRPr sz="1000">
                <a:solidFill>
                  <a:schemeClr val="bg1"/>
                </a:solidFill>
              </a:defRPr>
            </a:lvl1pPr>
          </a:lstStyle>
          <a:p>
            <a:r>
              <a:rPr lang="en-US"/>
              <a:t>Click icon to add picture</a:t>
            </a:r>
            <a:endParaRPr lang="en-IN"/>
          </a:p>
        </p:txBody>
      </p:sp>
      <p:sp>
        <p:nvSpPr>
          <p:cNvPr id="52" name="Text Placeholder 51">
            <a:extLst>
              <a:ext uri="{FF2B5EF4-FFF2-40B4-BE49-F238E27FC236}">
                <a16:creationId xmlns:a16="http://schemas.microsoft.com/office/drawing/2014/main" id="{F71A260F-0809-4C5D-AAE7-D9FA0BCABA86}"/>
              </a:ext>
            </a:extLst>
          </p:cNvPr>
          <p:cNvSpPr>
            <a:spLocks noGrp="1"/>
          </p:cNvSpPr>
          <p:nvPr>
            <p:ph type="body" sz="quarter" idx="20"/>
          </p:nvPr>
        </p:nvSpPr>
        <p:spPr>
          <a:xfrm>
            <a:off x="8839200" y="1566863"/>
            <a:ext cx="2900218"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4" name="Text Placeholder 51">
            <a:extLst>
              <a:ext uri="{FF2B5EF4-FFF2-40B4-BE49-F238E27FC236}">
                <a16:creationId xmlns:a16="http://schemas.microsoft.com/office/drawing/2014/main" id="{CAEFD5AD-0874-44A8-972D-0F40FCA5F7FB}"/>
              </a:ext>
            </a:extLst>
          </p:cNvPr>
          <p:cNvSpPr>
            <a:spLocks noGrp="1"/>
          </p:cNvSpPr>
          <p:nvPr>
            <p:ph type="body" sz="quarter" idx="21"/>
          </p:nvPr>
        </p:nvSpPr>
        <p:spPr>
          <a:xfrm>
            <a:off x="8839200" y="3384352"/>
            <a:ext cx="2900218"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6" name="Text Placeholder 51">
            <a:extLst>
              <a:ext uri="{FF2B5EF4-FFF2-40B4-BE49-F238E27FC236}">
                <a16:creationId xmlns:a16="http://schemas.microsoft.com/office/drawing/2014/main" id="{5C2A1C77-9B73-416A-97A6-D6D2514FADB7}"/>
              </a:ext>
            </a:extLst>
          </p:cNvPr>
          <p:cNvSpPr>
            <a:spLocks noGrp="1"/>
          </p:cNvSpPr>
          <p:nvPr>
            <p:ph type="body" sz="quarter" idx="22"/>
          </p:nvPr>
        </p:nvSpPr>
        <p:spPr>
          <a:xfrm>
            <a:off x="8839200" y="5185239"/>
            <a:ext cx="2900218"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8" name="Text Placeholder 51">
            <a:extLst>
              <a:ext uri="{FF2B5EF4-FFF2-40B4-BE49-F238E27FC236}">
                <a16:creationId xmlns:a16="http://schemas.microsoft.com/office/drawing/2014/main" id="{CFD12B81-7795-4C63-978E-7F7B2008BCF5}"/>
              </a:ext>
            </a:extLst>
          </p:cNvPr>
          <p:cNvSpPr>
            <a:spLocks noGrp="1"/>
          </p:cNvSpPr>
          <p:nvPr>
            <p:ph type="body" sz="quarter" idx="23"/>
          </p:nvPr>
        </p:nvSpPr>
        <p:spPr>
          <a:xfrm>
            <a:off x="452582" y="1566863"/>
            <a:ext cx="2911030"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0" name="Text Placeholder 51">
            <a:extLst>
              <a:ext uri="{FF2B5EF4-FFF2-40B4-BE49-F238E27FC236}">
                <a16:creationId xmlns:a16="http://schemas.microsoft.com/office/drawing/2014/main" id="{ECA4F57F-32B5-4381-8F72-04DE22EF2EB1}"/>
              </a:ext>
            </a:extLst>
          </p:cNvPr>
          <p:cNvSpPr>
            <a:spLocks noGrp="1"/>
          </p:cNvSpPr>
          <p:nvPr>
            <p:ph type="body" sz="quarter" idx="24"/>
          </p:nvPr>
        </p:nvSpPr>
        <p:spPr>
          <a:xfrm>
            <a:off x="452582" y="3384352"/>
            <a:ext cx="2911030"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2" name="Text Placeholder 51">
            <a:extLst>
              <a:ext uri="{FF2B5EF4-FFF2-40B4-BE49-F238E27FC236}">
                <a16:creationId xmlns:a16="http://schemas.microsoft.com/office/drawing/2014/main" id="{BBA5E41D-CEA1-48E4-90EF-9C1E510C6B3C}"/>
              </a:ext>
            </a:extLst>
          </p:cNvPr>
          <p:cNvSpPr>
            <a:spLocks noGrp="1"/>
          </p:cNvSpPr>
          <p:nvPr>
            <p:ph type="body" sz="quarter" idx="25"/>
          </p:nvPr>
        </p:nvSpPr>
        <p:spPr>
          <a:xfrm>
            <a:off x="452582" y="5185239"/>
            <a:ext cx="2911030" cy="1000125"/>
          </a:xfrm>
          <a:prstGeom prst="rect">
            <a:avLst/>
          </a:prstGeom>
          <a:solidFill>
            <a:schemeClr val="accent3">
              <a:lumMod val="20000"/>
              <a:lumOff val="80000"/>
            </a:schemeClr>
          </a:solidFill>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3" name="Picture Placeholder 40">
            <a:extLst>
              <a:ext uri="{FF2B5EF4-FFF2-40B4-BE49-F238E27FC236}">
                <a16:creationId xmlns:a16="http://schemas.microsoft.com/office/drawing/2014/main" id="{39983E07-DE05-4302-925D-FA6921CB24A3}"/>
              </a:ext>
            </a:extLst>
          </p:cNvPr>
          <p:cNvSpPr>
            <a:spLocks noGrp="1"/>
          </p:cNvSpPr>
          <p:nvPr>
            <p:ph type="pic" sz="quarter" idx="31"/>
          </p:nvPr>
        </p:nvSpPr>
        <p:spPr>
          <a:xfrm>
            <a:off x="3533276" y="1778508"/>
            <a:ext cx="596896" cy="596896"/>
          </a:xfrm>
          <a:prstGeom prst="ellipse">
            <a:avLst/>
          </a:prstGeom>
          <a:solidFill>
            <a:schemeClr val="accent1"/>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55" name="Picture Placeholder 40">
            <a:extLst>
              <a:ext uri="{FF2B5EF4-FFF2-40B4-BE49-F238E27FC236}">
                <a16:creationId xmlns:a16="http://schemas.microsoft.com/office/drawing/2014/main" id="{9463F82A-A2B0-4F41-82D7-E9296396664F}"/>
              </a:ext>
            </a:extLst>
          </p:cNvPr>
          <p:cNvSpPr>
            <a:spLocks noGrp="1"/>
          </p:cNvSpPr>
          <p:nvPr>
            <p:ph type="pic" sz="quarter" idx="32"/>
          </p:nvPr>
        </p:nvSpPr>
        <p:spPr>
          <a:xfrm>
            <a:off x="3533276" y="3577666"/>
            <a:ext cx="596896" cy="596896"/>
          </a:xfrm>
          <a:prstGeom prst="ellipse">
            <a:avLst/>
          </a:prstGeom>
          <a:solidFill>
            <a:schemeClr val="accent5"/>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57" name="Picture Placeholder 40">
            <a:extLst>
              <a:ext uri="{FF2B5EF4-FFF2-40B4-BE49-F238E27FC236}">
                <a16:creationId xmlns:a16="http://schemas.microsoft.com/office/drawing/2014/main" id="{697D0092-EEBB-4A58-AF2A-59A66FD9E48C}"/>
              </a:ext>
            </a:extLst>
          </p:cNvPr>
          <p:cNvSpPr>
            <a:spLocks noGrp="1"/>
          </p:cNvSpPr>
          <p:nvPr>
            <p:ph type="pic" sz="quarter" idx="33"/>
          </p:nvPr>
        </p:nvSpPr>
        <p:spPr>
          <a:xfrm>
            <a:off x="3533276" y="5382302"/>
            <a:ext cx="596896" cy="596896"/>
          </a:xfrm>
          <a:prstGeom prst="ellipse">
            <a:avLst/>
          </a:prstGeom>
          <a:solidFill>
            <a:schemeClr val="tx1"/>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59" name="Picture Placeholder 40">
            <a:extLst>
              <a:ext uri="{FF2B5EF4-FFF2-40B4-BE49-F238E27FC236}">
                <a16:creationId xmlns:a16="http://schemas.microsoft.com/office/drawing/2014/main" id="{F7B9F097-B314-4786-8027-0F127E1B0EA8}"/>
              </a:ext>
            </a:extLst>
          </p:cNvPr>
          <p:cNvSpPr>
            <a:spLocks noGrp="1"/>
          </p:cNvSpPr>
          <p:nvPr>
            <p:ph type="pic" sz="quarter" idx="34"/>
          </p:nvPr>
        </p:nvSpPr>
        <p:spPr>
          <a:xfrm>
            <a:off x="8061830" y="1778508"/>
            <a:ext cx="596896" cy="596896"/>
          </a:xfrm>
          <a:prstGeom prst="ellipse">
            <a:avLst/>
          </a:prstGeom>
          <a:solidFill>
            <a:schemeClr val="accent1"/>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61" name="Picture Placeholder 40">
            <a:extLst>
              <a:ext uri="{FF2B5EF4-FFF2-40B4-BE49-F238E27FC236}">
                <a16:creationId xmlns:a16="http://schemas.microsoft.com/office/drawing/2014/main" id="{0E9603E0-4E12-476E-8095-7EEBBC315861}"/>
              </a:ext>
            </a:extLst>
          </p:cNvPr>
          <p:cNvSpPr>
            <a:spLocks noGrp="1"/>
          </p:cNvSpPr>
          <p:nvPr>
            <p:ph type="pic" sz="quarter" idx="35"/>
          </p:nvPr>
        </p:nvSpPr>
        <p:spPr>
          <a:xfrm>
            <a:off x="8061830" y="3577666"/>
            <a:ext cx="596896" cy="596896"/>
          </a:xfrm>
          <a:prstGeom prst="ellipse">
            <a:avLst/>
          </a:prstGeom>
          <a:solidFill>
            <a:schemeClr val="accent5"/>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sp>
        <p:nvSpPr>
          <p:cNvPr id="68" name="Picture Placeholder 40">
            <a:extLst>
              <a:ext uri="{FF2B5EF4-FFF2-40B4-BE49-F238E27FC236}">
                <a16:creationId xmlns:a16="http://schemas.microsoft.com/office/drawing/2014/main" id="{7F42ABB7-39AF-4872-B324-1EF8A8E26D1C}"/>
              </a:ext>
            </a:extLst>
          </p:cNvPr>
          <p:cNvSpPr>
            <a:spLocks noGrp="1"/>
          </p:cNvSpPr>
          <p:nvPr>
            <p:ph type="pic" sz="quarter" idx="36"/>
          </p:nvPr>
        </p:nvSpPr>
        <p:spPr>
          <a:xfrm>
            <a:off x="8061830" y="5382302"/>
            <a:ext cx="596896" cy="596896"/>
          </a:xfrm>
          <a:prstGeom prst="ellipse">
            <a:avLst/>
          </a:prstGeom>
          <a:solidFill>
            <a:schemeClr val="tx1"/>
          </a:solidFill>
        </p:spPr>
        <p:txBody>
          <a:bodyPr anchor="ctr">
            <a:noAutofit/>
          </a:bodyPr>
          <a:lstStyle>
            <a:lvl1pPr marL="0" indent="0" algn="ctr">
              <a:buNone/>
              <a:defRPr sz="400">
                <a:solidFill>
                  <a:schemeClr val="bg1"/>
                </a:solidFill>
              </a:defRPr>
            </a:lvl1pPr>
          </a:lstStyle>
          <a:p>
            <a:r>
              <a:rPr lang="en-US"/>
              <a:t>Click icon to add picture</a:t>
            </a:r>
            <a:endParaRPr lang="en-IN" dirty="0"/>
          </a:p>
        </p:txBody>
      </p:sp>
      <p:grpSp>
        <p:nvGrpSpPr>
          <p:cNvPr id="2" name="Group 1">
            <a:extLst>
              <a:ext uri="{FF2B5EF4-FFF2-40B4-BE49-F238E27FC236}">
                <a16:creationId xmlns:a16="http://schemas.microsoft.com/office/drawing/2014/main" id="{466C4232-43F9-89AD-B2C7-C9EFD3E60D60}"/>
              </a:ext>
            </a:extLst>
          </p:cNvPr>
          <p:cNvGrpSpPr/>
          <p:nvPr/>
        </p:nvGrpSpPr>
        <p:grpSpPr>
          <a:xfrm>
            <a:off x="0" y="0"/>
            <a:ext cx="12192000" cy="301809"/>
            <a:chOff x="0" y="0"/>
            <a:chExt cx="12192000" cy="301809"/>
          </a:xfrm>
        </p:grpSpPr>
        <p:sp>
          <p:nvSpPr>
            <p:cNvPr id="3" name="Rectangle 2">
              <a:extLst>
                <a:ext uri="{FF2B5EF4-FFF2-40B4-BE49-F238E27FC236}">
                  <a16:creationId xmlns:a16="http://schemas.microsoft.com/office/drawing/2014/main" id="{E05C8A3B-AE1D-BC7D-E71D-9F7737563961}"/>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0BD84DF2-3E23-20D7-9212-B6D5CD9D1E88}"/>
                </a:ext>
              </a:extLst>
            </p:cNvPr>
            <p:cNvGrpSpPr/>
            <p:nvPr userDrawn="1"/>
          </p:nvGrpSpPr>
          <p:grpSpPr>
            <a:xfrm>
              <a:off x="10687010" y="58571"/>
              <a:ext cx="1279331" cy="184666"/>
              <a:chOff x="10759355" y="58571"/>
              <a:chExt cx="1279331" cy="184666"/>
            </a:xfrm>
          </p:grpSpPr>
          <p:pic>
            <p:nvPicPr>
              <p:cNvPr id="9" name="Picture 8">
                <a:extLst>
                  <a:ext uri="{FF2B5EF4-FFF2-40B4-BE49-F238E27FC236}">
                    <a16:creationId xmlns:a16="http://schemas.microsoft.com/office/drawing/2014/main" id="{1B081BDE-94B8-1C92-1DE8-5941C717408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0" name="TextBox 9">
                <a:extLst>
                  <a:ext uri="{FF2B5EF4-FFF2-40B4-BE49-F238E27FC236}">
                    <a16:creationId xmlns:a16="http://schemas.microsoft.com/office/drawing/2014/main" id="{E231BCD7-32F5-986B-1F03-1B4123969508}"/>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6" name="Straight Connector 5">
              <a:extLst>
                <a:ext uri="{FF2B5EF4-FFF2-40B4-BE49-F238E27FC236}">
                  <a16:creationId xmlns:a16="http://schemas.microsoft.com/office/drawing/2014/main" id="{4F6F78B7-0D22-DDCE-4FDE-492B5B9D3CC0}"/>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4AD9A1E-1107-917B-54C3-1BD07C755FE9}"/>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Title 3">
            <a:extLst>
              <a:ext uri="{FF2B5EF4-FFF2-40B4-BE49-F238E27FC236}">
                <a16:creationId xmlns:a16="http://schemas.microsoft.com/office/drawing/2014/main" id="{F9718D32-619C-5534-772A-6ABECE6C280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177543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Infog_20">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Arc 4">
            <a:extLst>
              <a:ext uri="{FF2B5EF4-FFF2-40B4-BE49-F238E27FC236}">
                <a16:creationId xmlns:a16="http://schemas.microsoft.com/office/drawing/2014/main" id="{46F6AAB7-CF3E-3C70-A713-7DDE96725FE5}"/>
              </a:ext>
            </a:extLst>
          </p:cNvPr>
          <p:cNvSpPr/>
          <p:nvPr/>
        </p:nvSpPr>
        <p:spPr>
          <a:xfrm rot="21011107" flipH="1">
            <a:off x="3368213" y="4360431"/>
            <a:ext cx="1219870" cy="1219870"/>
          </a:xfrm>
          <a:prstGeom prst="arc">
            <a:avLst>
              <a:gd name="adj1" fmla="val 17721767"/>
              <a:gd name="adj2" fmla="val 2346029"/>
            </a:avLst>
          </a:prstGeom>
          <a:ln w="117475" cap="rnd" cmpd="sng">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Arc 8">
            <a:extLst>
              <a:ext uri="{FF2B5EF4-FFF2-40B4-BE49-F238E27FC236}">
                <a16:creationId xmlns:a16="http://schemas.microsoft.com/office/drawing/2014/main" id="{10331968-916D-7480-2908-8989968852DB}"/>
              </a:ext>
            </a:extLst>
          </p:cNvPr>
          <p:cNvSpPr/>
          <p:nvPr/>
        </p:nvSpPr>
        <p:spPr>
          <a:xfrm rot="5725779" flipH="1">
            <a:off x="3368213" y="4360431"/>
            <a:ext cx="1219870" cy="1219870"/>
          </a:xfrm>
          <a:prstGeom prst="arc">
            <a:avLst>
              <a:gd name="adj1" fmla="val 17721767"/>
              <a:gd name="adj2" fmla="val 2346029"/>
            </a:avLst>
          </a:prstGeom>
          <a:ln w="117475" cap="rnd" cmpd="sng">
            <a:solidFill>
              <a:schemeClr val="accent3">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19B1AA21-5D9B-AF35-64F9-5D75CEDE4107}"/>
              </a:ext>
            </a:extLst>
          </p:cNvPr>
          <p:cNvSpPr/>
          <p:nvPr/>
        </p:nvSpPr>
        <p:spPr>
          <a:xfrm rot="16509208" flipH="1">
            <a:off x="4520826" y="3958669"/>
            <a:ext cx="1219870" cy="1219870"/>
          </a:xfrm>
          <a:prstGeom prst="arc">
            <a:avLst>
              <a:gd name="adj1" fmla="val 17721767"/>
              <a:gd name="adj2" fmla="val 2346029"/>
            </a:avLst>
          </a:prstGeom>
          <a:ln w="117475" cap="rnd" cmpd="sng">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CD3741AC-FFE6-1432-5899-3D1A350BA4ED}"/>
              </a:ext>
            </a:extLst>
          </p:cNvPr>
          <p:cNvSpPr/>
          <p:nvPr/>
        </p:nvSpPr>
        <p:spPr>
          <a:xfrm rot="10211107" flipH="1">
            <a:off x="4524012" y="3954150"/>
            <a:ext cx="1219870" cy="1219870"/>
          </a:xfrm>
          <a:prstGeom prst="arc">
            <a:avLst>
              <a:gd name="adj1" fmla="val 17721767"/>
              <a:gd name="adj2" fmla="val 2346029"/>
            </a:avLst>
          </a:prstGeom>
          <a:ln w="117475" cap="rnd" cmpd="sng">
            <a:solidFill>
              <a:schemeClr val="accent4">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C16F8E42-976D-DE7D-6124-590313CCA423}"/>
              </a:ext>
            </a:extLst>
          </p:cNvPr>
          <p:cNvSpPr/>
          <p:nvPr/>
        </p:nvSpPr>
        <p:spPr>
          <a:xfrm rot="21011107" flipH="1">
            <a:off x="5315786" y="3026238"/>
            <a:ext cx="1219870" cy="1219870"/>
          </a:xfrm>
          <a:prstGeom prst="arc">
            <a:avLst>
              <a:gd name="adj1" fmla="val 17721767"/>
              <a:gd name="adj2" fmla="val 2346029"/>
            </a:avLst>
          </a:prstGeom>
          <a:ln w="117475" cap="rnd" cmpd="sng">
            <a:solidFill>
              <a:schemeClr val="accent3"/>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Arc 14">
            <a:extLst>
              <a:ext uri="{FF2B5EF4-FFF2-40B4-BE49-F238E27FC236}">
                <a16:creationId xmlns:a16="http://schemas.microsoft.com/office/drawing/2014/main" id="{58D28606-F74C-3E5F-EA80-594FDA456085}"/>
              </a:ext>
            </a:extLst>
          </p:cNvPr>
          <p:cNvSpPr/>
          <p:nvPr/>
        </p:nvSpPr>
        <p:spPr>
          <a:xfrm rot="5660989" flipH="1">
            <a:off x="5326012" y="3016533"/>
            <a:ext cx="1219870" cy="1219870"/>
          </a:xfrm>
          <a:prstGeom prst="arc">
            <a:avLst>
              <a:gd name="adj1" fmla="val 17721767"/>
              <a:gd name="adj2" fmla="val 2346029"/>
            </a:avLst>
          </a:prstGeom>
          <a:ln w="117475" cap="rnd" cmpd="sng">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EA576694-A6D6-976D-0F94-67BA41F6CF64}"/>
              </a:ext>
            </a:extLst>
          </p:cNvPr>
          <p:cNvSpPr/>
          <p:nvPr/>
        </p:nvSpPr>
        <p:spPr>
          <a:xfrm rot="16457867" flipH="1">
            <a:off x="6469708" y="2593828"/>
            <a:ext cx="1219870" cy="1219870"/>
          </a:xfrm>
          <a:prstGeom prst="arc">
            <a:avLst>
              <a:gd name="adj1" fmla="val 17721767"/>
              <a:gd name="adj2" fmla="val 2346029"/>
            </a:avLst>
          </a:prstGeom>
          <a:ln w="117475" cap="rnd" cmpd="sng">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FBC18BF3-9F9B-C13B-417E-2B8CCD194B2A}"/>
              </a:ext>
            </a:extLst>
          </p:cNvPr>
          <p:cNvSpPr/>
          <p:nvPr/>
        </p:nvSpPr>
        <p:spPr>
          <a:xfrm rot="10211107" flipH="1">
            <a:off x="6477364" y="2584566"/>
            <a:ext cx="1219870" cy="1219870"/>
          </a:xfrm>
          <a:prstGeom prst="arc">
            <a:avLst>
              <a:gd name="adj1" fmla="val 17721767"/>
              <a:gd name="adj2" fmla="val 2346029"/>
            </a:avLst>
          </a:prstGeom>
          <a:ln w="117475" cap="rnd" cmpd="sng">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Arc 18">
            <a:extLst>
              <a:ext uri="{FF2B5EF4-FFF2-40B4-BE49-F238E27FC236}">
                <a16:creationId xmlns:a16="http://schemas.microsoft.com/office/drawing/2014/main" id="{8640889E-70A4-7A10-7865-91FF43F90B9B}"/>
              </a:ext>
            </a:extLst>
          </p:cNvPr>
          <p:cNvSpPr/>
          <p:nvPr/>
        </p:nvSpPr>
        <p:spPr>
          <a:xfrm rot="21011107" flipH="1">
            <a:off x="7268026" y="1650233"/>
            <a:ext cx="1219870" cy="1219870"/>
          </a:xfrm>
          <a:prstGeom prst="arc">
            <a:avLst>
              <a:gd name="adj1" fmla="val 17721767"/>
              <a:gd name="adj2" fmla="val 2346029"/>
            </a:avLst>
          </a:prstGeom>
          <a:ln w="117475" cap="rnd" cmpd="sng">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5" name="Elbow Connector 37">
            <a:extLst>
              <a:ext uri="{FF2B5EF4-FFF2-40B4-BE49-F238E27FC236}">
                <a16:creationId xmlns:a16="http://schemas.microsoft.com/office/drawing/2014/main" id="{5C31645D-6848-A6BF-72A0-185147B36305}"/>
              </a:ext>
            </a:extLst>
          </p:cNvPr>
          <p:cNvCxnSpPr>
            <a:cxnSpLocks/>
            <a:stCxn id="30" idx="4"/>
          </p:cNvCxnSpPr>
          <p:nvPr/>
        </p:nvCxnSpPr>
        <p:spPr>
          <a:xfrm rot="16200000" flipH="1">
            <a:off x="4948020" y="4436267"/>
            <a:ext cx="328364" cy="2268108"/>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6" name="Elbow Connector 39">
            <a:extLst>
              <a:ext uri="{FF2B5EF4-FFF2-40B4-BE49-F238E27FC236}">
                <a16:creationId xmlns:a16="http://schemas.microsoft.com/office/drawing/2014/main" id="{AA43A263-0DEA-9C67-5056-598BFB918EB7}"/>
              </a:ext>
            </a:extLst>
          </p:cNvPr>
          <p:cNvCxnSpPr>
            <a:cxnSpLocks/>
            <a:stCxn id="31" idx="7"/>
          </p:cNvCxnSpPr>
          <p:nvPr/>
        </p:nvCxnSpPr>
        <p:spPr>
          <a:xfrm rot="16200000" flipV="1">
            <a:off x="3733226" y="3171068"/>
            <a:ext cx="625697" cy="1553099"/>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7" name="Elbow Connector 43">
            <a:extLst>
              <a:ext uri="{FF2B5EF4-FFF2-40B4-BE49-F238E27FC236}">
                <a16:creationId xmlns:a16="http://schemas.microsoft.com/office/drawing/2014/main" id="{7BED940B-CC6C-2AD7-0845-F9C77A99279E}"/>
              </a:ext>
            </a:extLst>
          </p:cNvPr>
          <p:cNvCxnSpPr>
            <a:cxnSpLocks/>
            <a:stCxn id="32" idx="3"/>
          </p:cNvCxnSpPr>
          <p:nvPr/>
        </p:nvCxnSpPr>
        <p:spPr>
          <a:xfrm rot="16200000" flipH="1">
            <a:off x="6819321" y="3358849"/>
            <a:ext cx="356240" cy="1527164"/>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8" name="Elbow Connector 48">
            <a:extLst>
              <a:ext uri="{FF2B5EF4-FFF2-40B4-BE49-F238E27FC236}">
                <a16:creationId xmlns:a16="http://schemas.microsoft.com/office/drawing/2014/main" id="{DA3691A9-41BC-B19B-161D-4A5A3B69C98F}"/>
              </a:ext>
            </a:extLst>
          </p:cNvPr>
          <p:cNvCxnSpPr>
            <a:cxnSpLocks/>
            <a:stCxn id="33" idx="7"/>
          </p:cNvCxnSpPr>
          <p:nvPr/>
        </p:nvCxnSpPr>
        <p:spPr>
          <a:xfrm rot="16200000" flipV="1">
            <a:off x="5720280" y="1827482"/>
            <a:ext cx="673993" cy="1443770"/>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9560423-950B-C61B-30FC-10F32895166E}"/>
              </a:ext>
            </a:extLst>
          </p:cNvPr>
          <p:cNvCxnSpPr>
            <a:cxnSpLocks/>
            <a:stCxn id="34" idx="2"/>
          </p:cNvCxnSpPr>
          <p:nvPr/>
        </p:nvCxnSpPr>
        <p:spPr>
          <a:xfrm>
            <a:off x="8313734" y="2260168"/>
            <a:ext cx="781921" cy="1"/>
          </a:xfrm>
          <a:prstGeom prst="line">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02402AB2-9BC7-7BFC-4A80-D83A1C6AE4A7}"/>
              </a:ext>
            </a:extLst>
          </p:cNvPr>
          <p:cNvSpPr/>
          <p:nvPr/>
        </p:nvSpPr>
        <p:spPr>
          <a:xfrm flipH="1">
            <a:off x="3542375" y="4534593"/>
            <a:ext cx="871546" cy="871546"/>
          </a:xfrm>
          <a:prstGeom prst="ellipse">
            <a:avLst/>
          </a:prstGeom>
          <a:solidFill>
            <a:schemeClr val="bg1"/>
          </a:solidFill>
          <a:ln w="117475" cmpd="sng">
            <a:noFill/>
          </a:ln>
          <a:effectLst>
            <a:outerShdw blurRad="152400" algn="ctr" rotWithShape="0">
              <a:prstClr val="black">
                <a:alpha val="25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1" name="Oval 30">
            <a:extLst>
              <a:ext uri="{FF2B5EF4-FFF2-40B4-BE49-F238E27FC236}">
                <a16:creationId xmlns:a16="http://schemas.microsoft.com/office/drawing/2014/main" id="{EFB89929-6666-DBCB-B51C-E79B3135AA61}"/>
              </a:ext>
            </a:extLst>
          </p:cNvPr>
          <p:cNvSpPr/>
          <p:nvPr/>
        </p:nvSpPr>
        <p:spPr>
          <a:xfrm flipH="1">
            <a:off x="4694988" y="4132831"/>
            <a:ext cx="871546" cy="871546"/>
          </a:xfrm>
          <a:prstGeom prst="ellipse">
            <a:avLst/>
          </a:prstGeom>
          <a:solidFill>
            <a:schemeClr val="bg1"/>
          </a:solidFill>
          <a:ln w="117475" cmpd="sng">
            <a:noFill/>
          </a:ln>
          <a:effectLst>
            <a:outerShdw blurRad="152400" algn="ctr" rotWithShape="0">
              <a:prstClr val="black">
                <a:alpha val="25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2" name="Oval 31">
            <a:extLst>
              <a:ext uri="{FF2B5EF4-FFF2-40B4-BE49-F238E27FC236}">
                <a16:creationId xmlns:a16="http://schemas.microsoft.com/office/drawing/2014/main" id="{8AA183A8-34F7-0F6F-4A14-0F7FA9A19F47}"/>
              </a:ext>
            </a:extLst>
          </p:cNvPr>
          <p:cNvSpPr/>
          <p:nvPr/>
        </p:nvSpPr>
        <p:spPr>
          <a:xfrm flipH="1">
            <a:off x="5489948" y="3200400"/>
            <a:ext cx="871546" cy="871546"/>
          </a:xfrm>
          <a:prstGeom prst="ellipse">
            <a:avLst/>
          </a:prstGeom>
          <a:solidFill>
            <a:schemeClr val="bg1"/>
          </a:solidFill>
          <a:ln w="117475" cmpd="sng">
            <a:noFill/>
          </a:ln>
          <a:effectLst>
            <a:outerShdw blurRad="152400" algn="ctr" rotWithShape="0">
              <a:prstClr val="black">
                <a:alpha val="25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3" name="Oval 32">
            <a:extLst>
              <a:ext uri="{FF2B5EF4-FFF2-40B4-BE49-F238E27FC236}">
                <a16:creationId xmlns:a16="http://schemas.microsoft.com/office/drawing/2014/main" id="{F4F5CBB0-FD8B-7B6C-FA06-F44DF6DC9592}"/>
              </a:ext>
            </a:extLst>
          </p:cNvPr>
          <p:cNvSpPr/>
          <p:nvPr/>
        </p:nvSpPr>
        <p:spPr>
          <a:xfrm flipH="1">
            <a:off x="6651526" y="2758728"/>
            <a:ext cx="871546" cy="871546"/>
          </a:xfrm>
          <a:prstGeom prst="ellipse">
            <a:avLst/>
          </a:prstGeom>
          <a:solidFill>
            <a:schemeClr val="bg1"/>
          </a:solidFill>
          <a:ln w="117475" cmpd="sng">
            <a:noFill/>
          </a:ln>
          <a:effectLst>
            <a:outerShdw blurRad="152400" algn="ctr" rotWithShape="0">
              <a:prstClr val="black">
                <a:alpha val="25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4" name="Oval 33">
            <a:extLst>
              <a:ext uri="{FF2B5EF4-FFF2-40B4-BE49-F238E27FC236}">
                <a16:creationId xmlns:a16="http://schemas.microsoft.com/office/drawing/2014/main" id="{86D1A36C-3FA7-84F4-922D-9B7433129B29}"/>
              </a:ext>
            </a:extLst>
          </p:cNvPr>
          <p:cNvSpPr/>
          <p:nvPr/>
        </p:nvSpPr>
        <p:spPr>
          <a:xfrm flipH="1">
            <a:off x="7442188" y="1824395"/>
            <a:ext cx="871546" cy="871546"/>
          </a:xfrm>
          <a:prstGeom prst="ellipse">
            <a:avLst/>
          </a:prstGeom>
          <a:solidFill>
            <a:schemeClr val="bg1"/>
          </a:solidFill>
          <a:ln w="117475" cmpd="sng">
            <a:noFill/>
          </a:ln>
          <a:effectLst>
            <a:outerShdw blurRad="152400" algn="ctr" rotWithShape="0">
              <a:prstClr val="black">
                <a:alpha val="25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Text Placeholder 51">
            <a:extLst>
              <a:ext uri="{FF2B5EF4-FFF2-40B4-BE49-F238E27FC236}">
                <a16:creationId xmlns:a16="http://schemas.microsoft.com/office/drawing/2014/main" id="{F656D78C-C8BE-86F6-15D1-9524A2807F2C}"/>
              </a:ext>
            </a:extLst>
          </p:cNvPr>
          <p:cNvSpPr>
            <a:spLocks noGrp="1"/>
          </p:cNvSpPr>
          <p:nvPr>
            <p:ph type="body" sz="quarter" idx="63"/>
          </p:nvPr>
        </p:nvSpPr>
        <p:spPr>
          <a:xfrm>
            <a:off x="8016205" y="3781454"/>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2" name="Text Placeholder 51">
            <a:extLst>
              <a:ext uri="{FF2B5EF4-FFF2-40B4-BE49-F238E27FC236}">
                <a16:creationId xmlns:a16="http://schemas.microsoft.com/office/drawing/2014/main" id="{2E284BEF-46EE-977C-B7CB-D474C1667C1C}"/>
              </a:ext>
            </a:extLst>
          </p:cNvPr>
          <p:cNvSpPr>
            <a:spLocks noGrp="1"/>
          </p:cNvSpPr>
          <p:nvPr>
            <p:ph type="body" sz="quarter" idx="64"/>
          </p:nvPr>
        </p:nvSpPr>
        <p:spPr>
          <a:xfrm>
            <a:off x="9244753" y="1741070"/>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3" name="Text Placeholder 51">
            <a:extLst>
              <a:ext uri="{FF2B5EF4-FFF2-40B4-BE49-F238E27FC236}">
                <a16:creationId xmlns:a16="http://schemas.microsoft.com/office/drawing/2014/main" id="{073685C3-4409-4E30-F7A8-A26B5B1A4DFE}"/>
              </a:ext>
            </a:extLst>
          </p:cNvPr>
          <p:cNvSpPr>
            <a:spLocks noGrp="1"/>
          </p:cNvSpPr>
          <p:nvPr>
            <p:ph type="body" sz="quarter" idx="65"/>
          </p:nvPr>
        </p:nvSpPr>
        <p:spPr>
          <a:xfrm>
            <a:off x="2448585" y="1693272"/>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4" name="Text Placeholder 51">
            <a:extLst>
              <a:ext uri="{FF2B5EF4-FFF2-40B4-BE49-F238E27FC236}">
                <a16:creationId xmlns:a16="http://schemas.microsoft.com/office/drawing/2014/main" id="{2F8F1DA6-E8E5-F946-35B7-2FFEC3D66D94}"/>
              </a:ext>
            </a:extLst>
          </p:cNvPr>
          <p:cNvSpPr>
            <a:spLocks noGrp="1"/>
          </p:cNvSpPr>
          <p:nvPr>
            <p:ph type="body" sz="quarter" idx="66"/>
          </p:nvPr>
        </p:nvSpPr>
        <p:spPr>
          <a:xfrm>
            <a:off x="403278" y="3115671"/>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5" name="Text Placeholder 51">
            <a:extLst>
              <a:ext uri="{FF2B5EF4-FFF2-40B4-BE49-F238E27FC236}">
                <a16:creationId xmlns:a16="http://schemas.microsoft.com/office/drawing/2014/main" id="{9D713B7F-83C2-BD4F-2C97-4882BAF75E3A}"/>
              </a:ext>
            </a:extLst>
          </p:cNvPr>
          <p:cNvSpPr>
            <a:spLocks noGrp="1"/>
          </p:cNvSpPr>
          <p:nvPr>
            <p:ph type="body" sz="quarter" idx="67"/>
          </p:nvPr>
        </p:nvSpPr>
        <p:spPr>
          <a:xfrm>
            <a:off x="6444578" y="5215405"/>
            <a:ext cx="2689895" cy="1038196"/>
          </a:xfrm>
          <a:prstGeom prst="rect">
            <a:avLst/>
          </a:prstGeom>
          <a:no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 name="Picture Placeholder 23">
            <a:extLst>
              <a:ext uri="{FF2B5EF4-FFF2-40B4-BE49-F238E27FC236}">
                <a16:creationId xmlns:a16="http://schemas.microsoft.com/office/drawing/2014/main" id="{7CAE47BD-DBDF-21F2-7F2E-8D5D4C351A25}"/>
              </a:ext>
            </a:extLst>
          </p:cNvPr>
          <p:cNvSpPr>
            <a:spLocks noGrp="1" noChangeAspect="1"/>
          </p:cNvSpPr>
          <p:nvPr>
            <p:ph type="pic" sz="quarter" idx="53"/>
          </p:nvPr>
        </p:nvSpPr>
        <p:spPr>
          <a:xfrm>
            <a:off x="7494393" y="1876648"/>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0" name="Picture Placeholder 23">
            <a:extLst>
              <a:ext uri="{FF2B5EF4-FFF2-40B4-BE49-F238E27FC236}">
                <a16:creationId xmlns:a16="http://schemas.microsoft.com/office/drawing/2014/main" id="{652A8ECC-B789-03C8-4429-A6B16F5A6116}"/>
              </a:ext>
            </a:extLst>
          </p:cNvPr>
          <p:cNvSpPr>
            <a:spLocks noGrp="1" noChangeAspect="1"/>
          </p:cNvSpPr>
          <p:nvPr>
            <p:ph type="pic" sz="quarter" idx="68"/>
          </p:nvPr>
        </p:nvSpPr>
        <p:spPr>
          <a:xfrm>
            <a:off x="6703731" y="2810981"/>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1" name="Picture Placeholder 23">
            <a:extLst>
              <a:ext uri="{FF2B5EF4-FFF2-40B4-BE49-F238E27FC236}">
                <a16:creationId xmlns:a16="http://schemas.microsoft.com/office/drawing/2014/main" id="{FACAA265-1072-A0FE-9629-4804EEC90C3E}"/>
              </a:ext>
            </a:extLst>
          </p:cNvPr>
          <p:cNvSpPr>
            <a:spLocks noGrp="1" noChangeAspect="1"/>
          </p:cNvSpPr>
          <p:nvPr>
            <p:ph type="pic" sz="quarter" idx="69"/>
          </p:nvPr>
        </p:nvSpPr>
        <p:spPr>
          <a:xfrm>
            <a:off x="5542153" y="3252653"/>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2" name="Picture Placeholder 23">
            <a:extLst>
              <a:ext uri="{FF2B5EF4-FFF2-40B4-BE49-F238E27FC236}">
                <a16:creationId xmlns:a16="http://schemas.microsoft.com/office/drawing/2014/main" id="{6288A596-A3C1-2C2A-A196-93B080F41441}"/>
              </a:ext>
            </a:extLst>
          </p:cNvPr>
          <p:cNvSpPr>
            <a:spLocks noGrp="1" noChangeAspect="1"/>
          </p:cNvSpPr>
          <p:nvPr>
            <p:ph type="pic" sz="quarter" idx="70"/>
          </p:nvPr>
        </p:nvSpPr>
        <p:spPr>
          <a:xfrm>
            <a:off x="4747193" y="4185084"/>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3" name="Picture Placeholder 23">
            <a:extLst>
              <a:ext uri="{FF2B5EF4-FFF2-40B4-BE49-F238E27FC236}">
                <a16:creationId xmlns:a16="http://schemas.microsoft.com/office/drawing/2014/main" id="{BDB19B48-397C-9C22-FF97-DB16E443E4DD}"/>
              </a:ext>
            </a:extLst>
          </p:cNvPr>
          <p:cNvSpPr>
            <a:spLocks noGrp="1" noChangeAspect="1"/>
          </p:cNvSpPr>
          <p:nvPr>
            <p:ph type="pic" sz="quarter" idx="71"/>
          </p:nvPr>
        </p:nvSpPr>
        <p:spPr>
          <a:xfrm>
            <a:off x="3594580" y="4586846"/>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29038279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Infog_21">
    <p:spTree>
      <p:nvGrpSpPr>
        <p:cNvPr id="1" name=""/>
        <p:cNvGrpSpPr/>
        <p:nvPr/>
      </p:nvGrpSpPr>
      <p:grpSpPr>
        <a:xfrm>
          <a:off x="0" y="0"/>
          <a:ext cx="0" cy="0"/>
          <a:chOff x="0" y="0"/>
          <a:chExt cx="0" cy="0"/>
        </a:xfrm>
      </p:grpSpPr>
      <p:sp>
        <p:nvSpPr>
          <p:cNvPr id="52" name="Text Placeholder 51">
            <a:extLst>
              <a:ext uri="{FF2B5EF4-FFF2-40B4-BE49-F238E27FC236}">
                <a16:creationId xmlns:a16="http://schemas.microsoft.com/office/drawing/2014/main" id="{595970EF-717F-4A96-8E25-1E08186CB86E}"/>
              </a:ext>
            </a:extLst>
          </p:cNvPr>
          <p:cNvSpPr>
            <a:spLocks noGrp="1"/>
          </p:cNvSpPr>
          <p:nvPr>
            <p:ph type="body" sz="quarter" idx="20"/>
          </p:nvPr>
        </p:nvSpPr>
        <p:spPr>
          <a:xfrm>
            <a:off x="5375919" y="1988840"/>
            <a:ext cx="2880321" cy="1440153"/>
          </a:xfrm>
          <a:solidFill>
            <a:schemeClr val="accent3">
              <a:lumMod val="20000"/>
              <a:lumOff val="80000"/>
            </a:schemeClr>
          </a:solidFill>
        </p:spPr>
        <p:txBody>
          <a:bodyPr lIns="72000" tIns="36000" rIns="36000" bIns="36000" anchor="t">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9" name="Text Placeholder 51">
            <a:extLst>
              <a:ext uri="{FF2B5EF4-FFF2-40B4-BE49-F238E27FC236}">
                <a16:creationId xmlns:a16="http://schemas.microsoft.com/office/drawing/2014/main" id="{64F24B47-3730-4893-BCDE-3A8DE6A61D06}"/>
              </a:ext>
            </a:extLst>
          </p:cNvPr>
          <p:cNvSpPr>
            <a:spLocks noGrp="1"/>
          </p:cNvSpPr>
          <p:nvPr>
            <p:ph type="body" sz="quarter" idx="21"/>
          </p:nvPr>
        </p:nvSpPr>
        <p:spPr>
          <a:xfrm>
            <a:off x="8996961" y="1988840"/>
            <a:ext cx="2880321" cy="1440153"/>
          </a:xfrm>
          <a:solidFill>
            <a:schemeClr val="accent3">
              <a:lumMod val="20000"/>
              <a:lumOff val="80000"/>
            </a:schemeClr>
          </a:solidFill>
        </p:spPr>
        <p:txBody>
          <a:bodyPr lIns="72000" tIns="36000" rIns="36000" bIns="36000" anchor="t">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0" name="Text Placeholder 51">
            <a:extLst>
              <a:ext uri="{FF2B5EF4-FFF2-40B4-BE49-F238E27FC236}">
                <a16:creationId xmlns:a16="http://schemas.microsoft.com/office/drawing/2014/main" id="{C59AA607-1A86-44AF-A7E9-D09A071E8546}"/>
              </a:ext>
            </a:extLst>
          </p:cNvPr>
          <p:cNvSpPr>
            <a:spLocks noGrp="1"/>
          </p:cNvSpPr>
          <p:nvPr>
            <p:ph type="body" sz="quarter" idx="22"/>
          </p:nvPr>
        </p:nvSpPr>
        <p:spPr>
          <a:xfrm>
            <a:off x="5375919" y="4139890"/>
            <a:ext cx="2880321" cy="1440153"/>
          </a:xfrm>
          <a:solidFill>
            <a:schemeClr val="accent3">
              <a:lumMod val="20000"/>
              <a:lumOff val="80000"/>
            </a:schemeClr>
          </a:solidFill>
        </p:spPr>
        <p:txBody>
          <a:bodyPr lIns="72000" tIns="36000" rIns="36000" bIns="36000" anchor="t">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1" name="Text Placeholder 51">
            <a:extLst>
              <a:ext uri="{FF2B5EF4-FFF2-40B4-BE49-F238E27FC236}">
                <a16:creationId xmlns:a16="http://schemas.microsoft.com/office/drawing/2014/main" id="{19B5F85E-653F-4AC6-94A7-19A0AA47EF84}"/>
              </a:ext>
            </a:extLst>
          </p:cNvPr>
          <p:cNvSpPr>
            <a:spLocks noGrp="1"/>
          </p:cNvSpPr>
          <p:nvPr>
            <p:ph type="body" sz="quarter" idx="23"/>
          </p:nvPr>
        </p:nvSpPr>
        <p:spPr>
          <a:xfrm>
            <a:off x="8996961" y="4139890"/>
            <a:ext cx="2880321" cy="1440153"/>
          </a:xfrm>
          <a:solidFill>
            <a:schemeClr val="accent3">
              <a:lumMod val="20000"/>
              <a:lumOff val="80000"/>
            </a:schemeClr>
          </a:solidFill>
        </p:spPr>
        <p:txBody>
          <a:bodyPr lIns="72000" tIns="36000" rIns="36000" bIns="36000" anchor="t">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cxnSp>
        <p:nvCxnSpPr>
          <p:cNvPr id="63" name="Straight Connector 62">
            <a:extLst>
              <a:ext uri="{FF2B5EF4-FFF2-40B4-BE49-F238E27FC236}">
                <a16:creationId xmlns:a16="http://schemas.microsoft.com/office/drawing/2014/main" id="{B78BF348-7E93-433A-A5D0-E0ED6623416B}"/>
              </a:ext>
            </a:extLst>
          </p:cNvPr>
          <p:cNvCxnSpPr/>
          <p:nvPr/>
        </p:nvCxnSpPr>
        <p:spPr>
          <a:xfrm>
            <a:off x="5231904" y="1988840"/>
            <a:ext cx="0" cy="946054"/>
          </a:xfrm>
          <a:prstGeom prst="line">
            <a:avLst/>
          </a:prstGeom>
          <a:ln w="57150" cap="rnd">
            <a:solidFill>
              <a:schemeClr val="accent1"/>
            </a:solidFill>
          </a:ln>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04D6C677-F543-48B3-9BEA-39992AC45656}"/>
              </a:ext>
            </a:extLst>
          </p:cNvPr>
          <p:cNvCxnSpPr>
            <a:cxnSpLocks/>
          </p:cNvCxnSpPr>
          <p:nvPr/>
        </p:nvCxnSpPr>
        <p:spPr>
          <a:xfrm>
            <a:off x="5231904" y="4139890"/>
            <a:ext cx="0" cy="946054"/>
          </a:xfrm>
          <a:prstGeom prst="line">
            <a:avLst/>
          </a:prstGeom>
          <a:ln w="57150" cap="rnd">
            <a:solidFill>
              <a:schemeClr val="tx1"/>
            </a:solidFill>
          </a:ln>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117C0924-6B9A-4E68-9EAB-5C1449348F47}"/>
              </a:ext>
            </a:extLst>
          </p:cNvPr>
          <p:cNvCxnSpPr/>
          <p:nvPr/>
        </p:nvCxnSpPr>
        <p:spPr>
          <a:xfrm>
            <a:off x="8832304" y="1988840"/>
            <a:ext cx="0" cy="946054"/>
          </a:xfrm>
          <a:prstGeom prst="line">
            <a:avLst/>
          </a:prstGeom>
          <a:ln w="57150" cap="rnd">
            <a:solidFill>
              <a:schemeClr val="tx1"/>
            </a:solidFill>
          </a:ln>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73E06094-6438-4CFB-836F-30944BBE9A25}"/>
              </a:ext>
            </a:extLst>
          </p:cNvPr>
          <p:cNvCxnSpPr>
            <a:cxnSpLocks/>
          </p:cNvCxnSpPr>
          <p:nvPr/>
        </p:nvCxnSpPr>
        <p:spPr>
          <a:xfrm>
            <a:off x="8832304" y="4139890"/>
            <a:ext cx="0" cy="946054"/>
          </a:xfrm>
          <a:prstGeom prst="line">
            <a:avLst/>
          </a:prstGeom>
          <a:ln w="57150" cap="rnd">
            <a:solidFill>
              <a:schemeClr val="accent4"/>
            </a:solidFill>
          </a:ln>
        </p:spPr>
        <p:style>
          <a:lnRef idx="1">
            <a:schemeClr val="dk1"/>
          </a:lnRef>
          <a:fillRef idx="0">
            <a:schemeClr val="dk1"/>
          </a:fillRef>
          <a:effectRef idx="0">
            <a:schemeClr val="dk1"/>
          </a:effectRef>
          <a:fontRef idx="minor">
            <a:schemeClr val="tx1"/>
          </a:fontRef>
        </p:style>
      </p:cxnSp>
      <p:sp>
        <p:nvSpPr>
          <p:cNvPr id="4" name="Picture Placeholder 3">
            <a:extLst>
              <a:ext uri="{FF2B5EF4-FFF2-40B4-BE49-F238E27FC236}">
                <a16:creationId xmlns:a16="http://schemas.microsoft.com/office/drawing/2014/main" id="{0DFC3704-76C6-ADCC-4CE1-62B57C669B03}"/>
              </a:ext>
            </a:extLst>
          </p:cNvPr>
          <p:cNvSpPr>
            <a:spLocks noGrp="1"/>
          </p:cNvSpPr>
          <p:nvPr>
            <p:ph type="pic" sz="quarter" idx="24"/>
          </p:nvPr>
        </p:nvSpPr>
        <p:spPr>
          <a:xfrm>
            <a:off x="596019" y="1788954"/>
            <a:ext cx="3990975" cy="3990975"/>
          </a:xfrm>
          <a:prstGeom prst="ellipse">
            <a:avLst/>
          </a:prstGeom>
        </p:spPr>
        <p:txBody>
          <a:bodyPr>
            <a:normAutofit/>
          </a:bodyPr>
          <a:lstStyle>
            <a:lvl1pPr marL="0" indent="0">
              <a:buNone/>
              <a:defRPr sz="600"/>
            </a:lvl1pPr>
          </a:lstStyle>
          <a:p>
            <a:r>
              <a:rPr lang="en-US"/>
              <a:t>Click icon to add picture</a:t>
            </a:r>
            <a:endParaRPr lang="en-IN"/>
          </a:p>
        </p:txBody>
      </p:sp>
      <p:grpSp>
        <p:nvGrpSpPr>
          <p:cNvPr id="12" name="Group 11">
            <a:extLst>
              <a:ext uri="{FF2B5EF4-FFF2-40B4-BE49-F238E27FC236}">
                <a16:creationId xmlns:a16="http://schemas.microsoft.com/office/drawing/2014/main" id="{C34FE49C-C064-9B47-6104-69975AA37FE7}"/>
              </a:ext>
            </a:extLst>
          </p:cNvPr>
          <p:cNvGrpSpPr/>
          <p:nvPr/>
        </p:nvGrpSpPr>
        <p:grpSpPr>
          <a:xfrm>
            <a:off x="0" y="0"/>
            <a:ext cx="12192000" cy="301809"/>
            <a:chOff x="0" y="0"/>
            <a:chExt cx="12192000" cy="301809"/>
          </a:xfrm>
        </p:grpSpPr>
        <p:sp>
          <p:nvSpPr>
            <p:cNvPr id="13" name="Rectangle 12">
              <a:extLst>
                <a:ext uri="{FF2B5EF4-FFF2-40B4-BE49-F238E27FC236}">
                  <a16:creationId xmlns:a16="http://schemas.microsoft.com/office/drawing/2014/main" id="{D92767CF-677D-44A8-5239-E83EBE3F5516}"/>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EA334F79-28AC-7C49-F804-1F3E2F0A8103}"/>
                </a:ext>
              </a:extLst>
            </p:cNvPr>
            <p:cNvGrpSpPr/>
            <p:nvPr userDrawn="1"/>
          </p:nvGrpSpPr>
          <p:grpSpPr>
            <a:xfrm>
              <a:off x="10687010" y="58571"/>
              <a:ext cx="1279331" cy="184666"/>
              <a:chOff x="10759355" y="58571"/>
              <a:chExt cx="1279331" cy="184666"/>
            </a:xfrm>
          </p:grpSpPr>
          <p:pic>
            <p:nvPicPr>
              <p:cNvPr id="17" name="Picture 16">
                <a:extLst>
                  <a:ext uri="{FF2B5EF4-FFF2-40B4-BE49-F238E27FC236}">
                    <a16:creationId xmlns:a16="http://schemas.microsoft.com/office/drawing/2014/main" id="{82FCD4D7-E3C6-8B60-8226-6E422743678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8" name="TextBox 17">
                <a:extLst>
                  <a:ext uri="{FF2B5EF4-FFF2-40B4-BE49-F238E27FC236}">
                    <a16:creationId xmlns:a16="http://schemas.microsoft.com/office/drawing/2014/main" id="{15532B41-62E2-7040-83BF-FF8EBC9C1381}"/>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5" name="Straight Connector 14">
              <a:extLst>
                <a:ext uri="{FF2B5EF4-FFF2-40B4-BE49-F238E27FC236}">
                  <a16:creationId xmlns:a16="http://schemas.microsoft.com/office/drawing/2014/main" id="{BD86BA52-2ED1-5022-1823-426B6703D268}"/>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B8C05D0-0A09-12CB-C750-7F6E2B094B47}"/>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Title 3">
            <a:extLst>
              <a:ext uri="{FF2B5EF4-FFF2-40B4-BE49-F238E27FC236}">
                <a16:creationId xmlns:a16="http://schemas.microsoft.com/office/drawing/2014/main" id="{F01A8548-32D8-9920-76E7-77617859ED24}"/>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72565193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Infog_22">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C76AA04-FE71-4B02-99FC-78904E7F1059}"/>
              </a:ext>
            </a:extLst>
          </p:cNvPr>
          <p:cNvCxnSpPr/>
          <p:nvPr/>
        </p:nvCxnSpPr>
        <p:spPr>
          <a:xfrm>
            <a:off x="1285147" y="3867204"/>
            <a:ext cx="9676454" cy="0"/>
          </a:xfrm>
          <a:prstGeom prst="line">
            <a:avLst/>
          </a:prstGeom>
          <a:ln/>
        </p:spPr>
        <p:style>
          <a:lnRef idx="1">
            <a:schemeClr val="accent3"/>
          </a:lnRef>
          <a:fillRef idx="0">
            <a:schemeClr val="accent3"/>
          </a:fillRef>
          <a:effectRef idx="0">
            <a:schemeClr val="accent3"/>
          </a:effectRef>
          <a:fontRef idx="minor">
            <a:schemeClr val="tx1"/>
          </a:fontRef>
        </p:style>
      </p:cxnSp>
      <p:sp>
        <p:nvSpPr>
          <p:cNvPr id="7" name="Rounded Rectangle 11">
            <a:extLst>
              <a:ext uri="{FF2B5EF4-FFF2-40B4-BE49-F238E27FC236}">
                <a16:creationId xmlns:a16="http://schemas.microsoft.com/office/drawing/2014/main" id="{29B51DF8-24DD-464A-A356-D1965DE7FC1D}"/>
              </a:ext>
            </a:extLst>
          </p:cNvPr>
          <p:cNvSpPr/>
          <p:nvPr/>
        </p:nvSpPr>
        <p:spPr>
          <a:xfrm>
            <a:off x="1858373" y="3689845"/>
            <a:ext cx="354719" cy="354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12">
            <a:extLst>
              <a:ext uri="{FF2B5EF4-FFF2-40B4-BE49-F238E27FC236}">
                <a16:creationId xmlns:a16="http://schemas.microsoft.com/office/drawing/2014/main" id="{8B58F4D4-1D03-49CA-B448-7ACF73F3D0E7}"/>
              </a:ext>
            </a:extLst>
          </p:cNvPr>
          <p:cNvSpPr/>
          <p:nvPr/>
        </p:nvSpPr>
        <p:spPr>
          <a:xfrm>
            <a:off x="3888507" y="3689845"/>
            <a:ext cx="354719" cy="354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13">
            <a:extLst>
              <a:ext uri="{FF2B5EF4-FFF2-40B4-BE49-F238E27FC236}">
                <a16:creationId xmlns:a16="http://schemas.microsoft.com/office/drawing/2014/main" id="{B0B13EF7-D487-4EBC-B578-E1CAFC104A8A}"/>
              </a:ext>
            </a:extLst>
          </p:cNvPr>
          <p:cNvSpPr/>
          <p:nvPr/>
        </p:nvSpPr>
        <p:spPr>
          <a:xfrm>
            <a:off x="5918641" y="3689845"/>
            <a:ext cx="354719" cy="35471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4">
            <a:extLst>
              <a:ext uri="{FF2B5EF4-FFF2-40B4-BE49-F238E27FC236}">
                <a16:creationId xmlns:a16="http://schemas.microsoft.com/office/drawing/2014/main" id="{41DA6B2B-C4EC-498B-BAAF-0FB18239C07B}"/>
              </a:ext>
            </a:extLst>
          </p:cNvPr>
          <p:cNvSpPr/>
          <p:nvPr/>
        </p:nvSpPr>
        <p:spPr>
          <a:xfrm>
            <a:off x="7948775" y="3689845"/>
            <a:ext cx="354719" cy="354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5">
            <a:extLst>
              <a:ext uri="{FF2B5EF4-FFF2-40B4-BE49-F238E27FC236}">
                <a16:creationId xmlns:a16="http://schemas.microsoft.com/office/drawing/2014/main" id="{11536191-3C1A-4ECA-8D91-5891F524C0AD}"/>
              </a:ext>
            </a:extLst>
          </p:cNvPr>
          <p:cNvSpPr/>
          <p:nvPr/>
        </p:nvSpPr>
        <p:spPr>
          <a:xfrm>
            <a:off x="9978910" y="3689845"/>
            <a:ext cx="354719" cy="3547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41F0FBD1-8730-44A9-8885-39D334A397DE}"/>
              </a:ext>
            </a:extLst>
          </p:cNvPr>
          <p:cNvCxnSpPr>
            <a:cxnSpLocks/>
          </p:cNvCxnSpPr>
          <p:nvPr/>
        </p:nvCxnSpPr>
        <p:spPr>
          <a:xfrm flipV="1">
            <a:off x="2035733" y="3033650"/>
            <a:ext cx="0" cy="656195"/>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4" name="Straight Arrow Connector 13">
            <a:extLst>
              <a:ext uri="{FF2B5EF4-FFF2-40B4-BE49-F238E27FC236}">
                <a16:creationId xmlns:a16="http://schemas.microsoft.com/office/drawing/2014/main" id="{A6EBF0BA-CCA4-4588-86EC-37D8A681EC03}"/>
              </a:ext>
            </a:extLst>
          </p:cNvPr>
          <p:cNvCxnSpPr>
            <a:cxnSpLocks/>
          </p:cNvCxnSpPr>
          <p:nvPr/>
        </p:nvCxnSpPr>
        <p:spPr>
          <a:xfrm flipH="1">
            <a:off x="4064659" y="4044564"/>
            <a:ext cx="1208" cy="662594"/>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5" name="Straight Arrow Connector 14">
            <a:extLst>
              <a:ext uri="{FF2B5EF4-FFF2-40B4-BE49-F238E27FC236}">
                <a16:creationId xmlns:a16="http://schemas.microsoft.com/office/drawing/2014/main" id="{80A6571F-9388-4AF8-8610-FD1E8AB78B8E}"/>
              </a:ext>
            </a:extLst>
          </p:cNvPr>
          <p:cNvCxnSpPr>
            <a:cxnSpLocks/>
          </p:cNvCxnSpPr>
          <p:nvPr/>
        </p:nvCxnSpPr>
        <p:spPr>
          <a:xfrm flipH="1" flipV="1">
            <a:off x="6095799" y="3030734"/>
            <a:ext cx="202" cy="65911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6" name="Straight Arrow Connector 15">
            <a:extLst>
              <a:ext uri="{FF2B5EF4-FFF2-40B4-BE49-F238E27FC236}">
                <a16:creationId xmlns:a16="http://schemas.microsoft.com/office/drawing/2014/main" id="{943721D5-DBFE-48B0-9407-A985D6B06C10}"/>
              </a:ext>
            </a:extLst>
          </p:cNvPr>
          <p:cNvCxnSpPr>
            <a:cxnSpLocks/>
          </p:cNvCxnSpPr>
          <p:nvPr/>
        </p:nvCxnSpPr>
        <p:spPr>
          <a:xfrm>
            <a:off x="8126135" y="4044564"/>
            <a:ext cx="0" cy="662594"/>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7" name="Straight Arrow Connector 16">
            <a:extLst>
              <a:ext uri="{FF2B5EF4-FFF2-40B4-BE49-F238E27FC236}">
                <a16:creationId xmlns:a16="http://schemas.microsoft.com/office/drawing/2014/main" id="{9F782881-44A2-4FC3-8C7B-0E437F4557F7}"/>
              </a:ext>
            </a:extLst>
          </p:cNvPr>
          <p:cNvCxnSpPr>
            <a:cxnSpLocks/>
          </p:cNvCxnSpPr>
          <p:nvPr/>
        </p:nvCxnSpPr>
        <p:spPr>
          <a:xfrm flipH="1" flipV="1">
            <a:off x="10156269" y="3030734"/>
            <a:ext cx="1" cy="65911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3" name="Picture Placeholder 22">
            <a:extLst>
              <a:ext uri="{FF2B5EF4-FFF2-40B4-BE49-F238E27FC236}">
                <a16:creationId xmlns:a16="http://schemas.microsoft.com/office/drawing/2014/main" id="{EF5F3654-7519-41C3-B991-93D8DAE09701}"/>
              </a:ext>
            </a:extLst>
          </p:cNvPr>
          <p:cNvSpPr>
            <a:spLocks noGrp="1"/>
          </p:cNvSpPr>
          <p:nvPr>
            <p:ph type="pic" sz="quarter" idx="13"/>
          </p:nvPr>
        </p:nvSpPr>
        <p:spPr>
          <a:xfrm>
            <a:off x="1613212" y="2062163"/>
            <a:ext cx="844238" cy="844234"/>
          </a:xfrm>
          <a:prstGeom prst="rect">
            <a:avLst/>
          </a:prstGeom>
          <a:solidFill>
            <a:schemeClr val="accent1"/>
          </a:solidFill>
          <a:ln>
            <a:noFill/>
          </a:ln>
        </p:spPr>
        <p:txBody>
          <a:bodyPr anchor="ctr">
            <a:noAutofit/>
          </a:bodyPr>
          <a:lstStyle>
            <a:lvl1pPr marL="0" indent="0" algn="ctr">
              <a:buNone/>
              <a:defRPr sz="600">
                <a:solidFill>
                  <a:schemeClr val="bg1"/>
                </a:solidFill>
              </a:defRPr>
            </a:lvl1pPr>
          </a:lstStyle>
          <a:p>
            <a:r>
              <a:rPr lang="en-US"/>
              <a:t>Click icon to add picture</a:t>
            </a:r>
            <a:endParaRPr lang="en-IN" dirty="0"/>
          </a:p>
        </p:txBody>
      </p:sp>
      <p:sp>
        <p:nvSpPr>
          <p:cNvPr id="30" name="Text Placeholder 29">
            <a:extLst>
              <a:ext uri="{FF2B5EF4-FFF2-40B4-BE49-F238E27FC236}">
                <a16:creationId xmlns:a16="http://schemas.microsoft.com/office/drawing/2014/main" id="{B0FD4BE8-6D91-4CCB-8C34-C6D9F27F5235}"/>
              </a:ext>
            </a:extLst>
          </p:cNvPr>
          <p:cNvSpPr>
            <a:spLocks noGrp="1"/>
          </p:cNvSpPr>
          <p:nvPr>
            <p:ph type="body" sz="quarter" idx="18"/>
          </p:nvPr>
        </p:nvSpPr>
        <p:spPr>
          <a:xfrm>
            <a:off x="4893206" y="4616224"/>
            <a:ext cx="2404382" cy="1270226"/>
          </a:xfrm>
          <a:ln w="6350">
            <a:noFill/>
          </a:ln>
        </p:spPr>
        <p:txBody>
          <a:bodyPr anchor="ctr">
            <a:noAutofit/>
          </a:bodyPr>
          <a:lstStyle>
            <a:lvl1pPr marL="0" indent="0" algn="ctr">
              <a:buNone/>
              <a:defRPr sz="1200">
                <a:solidFill>
                  <a:schemeClr val="tx1"/>
                </a:solidFill>
              </a:defRPr>
            </a:lvl1pPr>
            <a:lvl2pPr marL="252000" indent="0" algn="ctr">
              <a:buNone/>
              <a:defRPr sz="1200"/>
            </a:lvl2pPr>
            <a:lvl3pPr marL="504000" indent="0" algn="ctr">
              <a:buNone/>
              <a:defRPr sz="1100"/>
            </a:lvl3pPr>
            <a:lvl4pPr marL="756000" indent="0" algn="ctr">
              <a:buNone/>
              <a:defRPr sz="1050"/>
            </a:lvl4pPr>
            <a:lvl5pPr marL="1008000" indent="0" algn="ctr">
              <a:buNone/>
              <a:defRPr sz="1050"/>
            </a:lvl5pPr>
          </a:lstStyle>
          <a:p>
            <a:pPr lvl="0"/>
            <a:r>
              <a:rPr lang="en-US"/>
              <a:t>Click to edit Master text styles</a:t>
            </a:r>
          </a:p>
        </p:txBody>
      </p:sp>
      <p:cxnSp>
        <p:nvCxnSpPr>
          <p:cNvPr id="35" name="Straight Connector 34">
            <a:extLst>
              <a:ext uri="{FF2B5EF4-FFF2-40B4-BE49-F238E27FC236}">
                <a16:creationId xmlns:a16="http://schemas.microsoft.com/office/drawing/2014/main" id="{626682D2-EF2C-4D95-94CC-D19A06C0176A}"/>
              </a:ext>
            </a:extLst>
          </p:cNvPr>
          <p:cNvCxnSpPr>
            <a:cxnSpLocks/>
            <a:endCxn id="30" idx="0"/>
          </p:cNvCxnSpPr>
          <p:nvPr/>
        </p:nvCxnSpPr>
        <p:spPr>
          <a:xfrm flipH="1">
            <a:off x="6095397" y="4044564"/>
            <a:ext cx="604" cy="571660"/>
          </a:xfrm>
          <a:prstGeom prst="line">
            <a:avLst/>
          </a:prstGeom>
          <a:ln/>
        </p:spPr>
        <p:style>
          <a:lnRef idx="1">
            <a:schemeClr val="accent3"/>
          </a:lnRef>
          <a:fillRef idx="0">
            <a:schemeClr val="accent3"/>
          </a:fillRef>
          <a:effectRef idx="0">
            <a:schemeClr val="accent3"/>
          </a:effectRef>
          <a:fontRef idx="minor">
            <a:schemeClr val="tx1"/>
          </a:fontRef>
        </p:style>
      </p:cxnSp>
      <p:sp>
        <p:nvSpPr>
          <p:cNvPr id="40" name="Text Placeholder 29">
            <a:extLst>
              <a:ext uri="{FF2B5EF4-FFF2-40B4-BE49-F238E27FC236}">
                <a16:creationId xmlns:a16="http://schemas.microsoft.com/office/drawing/2014/main" id="{4F67FE5C-D054-4FC5-8BCB-ACBB9D437DB0}"/>
              </a:ext>
            </a:extLst>
          </p:cNvPr>
          <p:cNvSpPr>
            <a:spLocks noGrp="1"/>
          </p:cNvSpPr>
          <p:nvPr>
            <p:ph type="body" sz="quarter" idx="19"/>
          </p:nvPr>
        </p:nvSpPr>
        <p:spPr>
          <a:xfrm>
            <a:off x="6923441" y="1857579"/>
            <a:ext cx="2404382" cy="1270226"/>
          </a:xfrm>
          <a:ln w="6350">
            <a:noFill/>
          </a:ln>
        </p:spPr>
        <p:txBody>
          <a:bodyPr anchor="ctr">
            <a:noAutofit/>
          </a:bodyPr>
          <a:lstStyle>
            <a:lvl1pPr marL="0" indent="0" algn="ctr">
              <a:buNone/>
              <a:defRPr sz="1200">
                <a:solidFill>
                  <a:schemeClr val="tx1"/>
                </a:solidFill>
              </a:defRPr>
            </a:lvl1pPr>
            <a:lvl2pPr marL="252000" indent="0" algn="ctr">
              <a:buNone/>
              <a:defRPr sz="1200"/>
            </a:lvl2pPr>
            <a:lvl3pPr marL="504000" indent="0" algn="ctr">
              <a:buNone/>
              <a:defRPr sz="1100"/>
            </a:lvl3pPr>
            <a:lvl4pPr marL="756000" indent="0" algn="ctr">
              <a:buNone/>
              <a:defRPr sz="1050"/>
            </a:lvl4pPr>
            <a:lvl5pPr marL="1008000" indent="0" algn="ctr">
              <a:buNone/>
              <a:defRPr sz="1050"/>
            </a:lvl5pPr>
          </a:lstStyle>
          <a:p>
            <a:pPr lvl="0"/>
            <a:r>
              <a:rPr lang="en-US"/>
              <a:t>Click to edit Master text styles</a:t>
            </a:r>
          </a:p>
        </p:txBody>
      </p:sp>
      <p:sp>
        <p:nvSpPr>
          <p:cNvPr id="41" name="Text Placeholder 29">
            <a:extLst>
              <a:ext uri="{FF2B5EF4-FFF2-40B4-BE49-F238E27FC236}">
                <a16:creationId xmlns:a16="http://schemas.microsoft.com/office/drawing/2014/main" id="{6BD9CF2F-B4BF-40D7-AD5E-069CDE450D5D}"/>
              </a:ext>
            </a:extLst>
          </p:cNvPr>
          <p:cNvSpPr>
            <a:spLocks noGrp="1"/>
          </p:cNvSpPr>
          <p:nvPr>
            <p:ph type="body" sz="quarter" idx="20"/>
          </p:nvPr>
        </p:nvSpPr>
        <p:spPr>
          <a:xfrm>
            <a:off x="2862468" y="1857579"/>
            <a:ext cx="2404382" cy="1270226"/>
          </a:xfrm>
          <a:ln w="6350">
            <a:noFill/>
          </a:ln>
        </p:spPr>
        <p:txBody>
          <a:bodyPr anchor="ctr">
            <a:noAutofit/>
          </a:bodyPr>
          <a:lstStyle>
            <a:lvl1pPr marL="0" indent="0" algn="ctr">
              <a:buNone/>
              <a:defRPr sz="1200">
                <a:solidFill>
                  <a:schemeClr val="tx1"/>
                </a:solidFill>
              </a:defRPr>
            </a:lvl1pPr>
            <a:lvl2pPr marL="252000" indent="0" algn="ctr">
              <a:buNone/>
              <a:defRPr sz="1200"/>
            </a:lvl2pPr>
            <a:lvl3pPr marL="504000" indent="0" algn="ctr">
              <a:buNone/>
              <a:defRPr sz="1100"/>
            </a:lvl3pPr>
            <a:lvl4pPr marL="756000" indent="0" algn="ctr">
              <a:buNone/>
              <a:defRPr sz="1050"/>
            </a:lvl4pPr>
            <a:lvl5pPr marL="1008000" indent="0" algn="ctr">
              <a:buNone/>
              <a:defRPr sz="1050"/>
            </a:lvl5pPr>
          </a:lstStyle>
          <a:p>
            <a:pPr lvl="0"/>
            <a:r>
              <a:rPr lang="en-US"/>
              <a:t>Click to edit Master text styles</a:t>
            </a:r>
          </a:p>
        </p:txBody>
      </p:sp>
      <p:sp>
        <p:nvSpPr>
          <p:cNvPr id="43" name="Text Placeholder 29">
            <a:extLst>
              <a:ext uri="{FF2B5EF4-FFF2-40B4-BE49-F238E27FC236}">
                <a16:creationId xmlns:a16="http://schemas.microsoft.com/office/drawing/2014/main" id="{18FFD54E-AF58-4B26-8C66-8244FDBE4211}"/>
              </a:ext>
            </a:extLst>
          </p:cNvPr>
          <p:cNvSpPr>
            <a:spLocks noGrp="1"/>
          </p:cNvSpPr>
          <p:nvPr>
            <p:ph type="body" sz="quarter" idx="21"/>
          </p:nvPr>
        </p:nvSpPr>
        <p:spPr>
          <a:xfrm>
            <a:off x="8951545" y="4616224"/>
            <a:ext cx="2404382" cy="1270226"/>
          </a:xfrm>
          <a:ln w="6350">
            <a:noFill/>
          </a:ln>
        </p:spPr>
        <p:txBody>
          <a:bodyPr anchor="ctr">
            <a:noAutofit/>
          </a:bodyPr>
          <a:lstStyle>
            <a:lvl1pPr marL="0" indent="0" algn="ctr">
              <a:buNone/>
              <a:defRPr sz="1200">
                <a:solidFill>
                  <a:schemeClr val="tx1"/>
                </a:solidFill>
              </a:defRPr>
            </a:lvl1pPr>
            <a:lvl2pPr marL="252000" indent="0" algn="ctr">
              <a:buNone/>
              <a:defRPr sz="1200"/>
            </a:lvl2pPr>
            <a:lvl3pPr marL="504000" indent="0" algn="ctr">
              <a:buNone/>
              <a:defRPr sz="1100"/>
            </a:lvl3pPr>
            <a:lvl4pPr marL="756000" indent="0" algn="ctr">
              <a:buNone/>
              <a:defRPr sz="1050"/>
            </a:lvl4pPr>
            <a:lvl5pPr marL="1008000" indent="0" algn="ctr">
              <a:buNone/>
              <a:defRPr sz="1050"/>
            </a:lvl5pPr>
          </a:lstStyle>
          <a:p>
            <a:pPr lvl="0"/>
            <a:r>
              <a:rPr lang="en-US"/>
              <a:t>Click to edit Master text styles</a:t>
            </a:r>
          </a:p>
        </p:txBody>
      </p:sp>
      <p:sp>
        <p:nvSpPr>
          <p:cNvPr id="45" name="Text Placeholder 29">
            <a:extLst>
              <a:ext uri="{FF2B5EF4-FFF2-40B4-BE49-F238E27FC236}">
                <a16:creationId xmlns:a16="http://schemas.microsoft.com/office/drawing/2014/main" id="{C9974A8B-7575-43BC-AE1E-72E8D8D871AA}"/>
              </a:ext>
            </a:extLst>
          </p:cNvPr>
          <p:cNvSpPr>
            <a:spLocks noGrp="1"/>
          </p:cNvSpPr>
          <p:nvPr>
            <p:ph type="body" sz="quarter" idx="22"/>
          </p:nvPr>
        </p:nvSpPr>
        <p:spPr>
          <a:xfrm>
            <a:off x="836073" y="4616224"/>
            <a:ext cx="2404382" cy="1270226"/>
          </a:xfrm>
          <a:ln w="6350">
            <a:noFill/>
          </a:ln>
        </p:spPr>
        <p:txBody>
          <a:bodyPr anchor="ctr">
            <a:noAutofit/>
          </a:bodyPr>
          <a:lstStyle>
            <a:lvl1pPr marL="0" indent="0" algn="ctr">
              <a:buNone/>
              <a:defRPr sz="1200">
                <a:solidFill>
                  <a:schemeClr val="tx1"/>
                </a:solidFill>
              </a:defRPr>
            </a:lvl1pPr>
            <a:lvl2pPr marL="252000" indent="0" algn="ctr">
              <a:buNone/>
              <a:defRPr sz="1200"/>
            </a:lvl2pPr>
            <a:lvl3pPr marL="504000" indent="0" algn="ctr">
              <a:buNone/>
              <a:defRPr sz="1100"/>
            </a:lvl3pPr>
            <a:lvl4pPr marL="756000" indent="0" algn="ctr">
              <a:buNone/>
              <a:defRPr sz="1050"/>
            </a:lvl4pPr>
            <a:lvl5pPr marL="1008000" indent="0" algn="ctr">
              <a:buNone/>
              <a:defRPr sz="1050"/>
            </a:lvl5pPr>
          </a:lstStyle>
          <a:p>
            <a:pPr lvl="0"/>
            <a:r>
              <a:rPr lang="en-US"/>
              <a:t>Click to edit Master text styles</a:t>
            </a:r>
          </a:p>
        </p:txBody>
      </p:sp>
      <p:cxnSp>
        <p:nvCxnSpPr>
          <p:cNvPr id="47" name="Straight Connector 46">
            <a:extLst>
              <a:ext uri="{FF2B5EF4-FFF2-40B4-BE49-F238E27FC236}">
                <a16:creationId xmlns:a16="http://schemas.microsoft.com/office/drawing/2014/main" id="{556A7311-7D15-4BBD-8124-B5A482A8864D}"/>
              </a:ext>
            </a:extLst>
          </p:cNvPr>
          <p:cNvCxnSpPr>
            <a:cxnSpLocks/>
            <a:endCxn id="43" idx="0"/>
          </p:cNvCxnSpPr>
          <p:nvPr/>
        </p:nvCxnSpPr>
        <p:spPr>
          <a:xfrm flipH="1">
            <a:off x="10153736" y="4044564"/>
            <a:ext cx="2534" cy="571660"/>
          </a:xfrm>
          <a:prstGeom prst="line">
            <a:avLst/>
          </a:prstGeom>
        </p:spPr>
        <p:style>
          <a:lnRef idx="1">
            <a:schemeClr val="accent3"/>
          </a:lnRef>
          <a:fillRef idx="0">
            <a:schemeClr val="accent3"/>
          </a:fillRef>
          <a:effectRef idx="0">
            <a:schemeClr val="accent3"/>
          </a:effectRef>
          <a:fontRef idx="minor">
            <a:schemeClr val="tx1"/>
          </a:fontRef>
        </p:style>
      </p:cxnSp>
      <p:cxnSp>
        <p:nvCxnSpPr>
          <p:cNvPr id="49" name="Straight Connector 48">
            <a:extLst>
              <a:ext uri="{FF2B5EF4-FFF2-40B4-BE49-F238E27FC236}">
                <a16:creationId xmlns:a16="http://schemas.microsoft.com/office/drawing/2014/main" id="{DE8B7340-A1FC-4BAA-A5EF-4B25C611DC25}"/>
              </a:ext>
            </a:extLst>
          </p:cNvPr>
          <p:cNvCxnSpPr>
            <a:cxnSpLocks/>
            <a:endCxn id="45" idx="0"/>
          </p:cNvCxnSpPr>
          <p:nvPr/>
        </p:nvCxnSpPr>
        <p:spPr>
          <a:xfrm>
            <a:off x="2035733" y="4044564"/>
            <a:ext cx="2531" cy="571660"/>
          </a:xfrm>
          <a:prstGeom prst="line">
            <a:avLst/>
          </a:prstGeom>
        </p:spPr>
        <p:style>
          <a:lnRef idx="1">
            <a:schemeClr val="accent3"/>
          </a:lnRef>
          <a:fillRef idx="0">
            <a:schemeClr val="accent3"/>
          </a:fillRef>
          <a:effectRef idx="0">
            <a:schemeClr val="accent3"/>
          </a:effectRef>
          <a:fontRef idx="minor">
            <a:schemeClr val="tx1"/>
          </a:fontRef>
        </p:style>
      </p:cxnSp>
      <p:cxnSp>
        <p:nvCxnSpPr>
          <p:cNvPr id="55" name="Straight Connector 54">
            <a:extLst>
              <a:ext uri="{FF2B5EF4-FFF2-40B4-BE49-F238E27FC236}">
                <a16:creationId xmlns:a16="http://schemas.microsoft.com/office/drawing/2014/main" id="{52EB85AD-5D02-47A9-9645-B4165F7771DB}"/>
              </a:ext>
            </a:extLst>
          </p:cNvPr>
          <p:cNvCxnSpPr>
            <a:endCxn id="40" idx="2"/>
          </p:cNvCxnSpPr>
          <p:nvPr/>
        </p:nvCxnSpPr>
        <p:spPr>
          <a:xfrm flipH="1" flipV="1">
            <a:off x="8125632" y="3127805"/>
            <a:ext cx="503" cy="562040"/>
          </a:xfrm>
          <a:prstGeom prst="line">
            <a:avLst/>
          </a:prstGeom>
        </p:spPr>
        <p:style>
          <a:lnRef idx="1">
            <a:schemeClr val="accent3"/>
          </a:lnRef>
          <a:fillRef idx="0">
            <a:schemeClr val="accent3"/>
          </a:fillRef>
          <a:effectRef idx="0">
            <a:schemeClr val="accent3"/>
          </a:effectRef>
          <a:fontRef idx="minor">
            <a:schemeClr val="tx1"/>
          </a:fontRef>
        </p:style>
      </p:cxnSp>
      <p:cxnSp>
        <p:nvCxnSpPr>
          <p:cNvPr id="57" name="Straight Connector 56">
            <a:extLst>
              <a:ext uri="{FF2B5EF4-FFF2-40B4-BE49-F238E27FC236}">
                <a16:creationId xmlns:a16="http://schemas.microsoft.com/office/drawing/2014/main" id="{C7060376-546E-4876-8A8B-8AB4C3D29080}"/>
              </a:ext>
            </a:extLst>
          </p:cNvPr>
          <p:cNvCxnSpPr>
            <a:endCxn id="41" idx="2"/>
          </p:cNvCxnSpPr>
          <p:nvPr/>
        </p:nvCxnSpPr>
        <p:spPr>
          <a:xfrm flipH="1" flipV="1">
            <a:off x="4064659" y="3127805"/>
            <a:ext cx="1208" cy="562040"/>
          </a:xfrm>
          <a:prstGeom prst="line">
            <a:avLst/>
          </a:prstGeom>
        </p:spPr>
        <p:style>
          <a:lnRef idx="1">
            <a:schemeClr val="accent3"/>
          </a:lnRef>
          <a:fillRef idx="0">
            <a:schemeClr val="accent3"/>
          </a:fillRef>
          <a:effectRef idx="0">
            <a:schemeClr val="accent3"/>
          </a:effectRef>
          <a:fontRef idx="minor">
            <a:schemeClr val="tx1"/>
          </a:fontRef>
        </p:style>
      </p:cxnSp>
      <p:sp>
        <p:nvSpPr>
          <p:cNvPr id="2" name="Isosceles Triangle 1">
            <a:extLst>
              <a:ext uri="{FF2B5EF4-FFF2-40B4-BE49-F238E27FC236}">
                <a16:creationId xmlns:a16="http://schemas.microsoft.com/office/drawing/2014/main" id="{5504C289-AA7A-4BCC-AE88-CAB826D515D8}"/>
              </a:ext>
            </a:extLst>
          </p:cNvPr>
          <p:cNvSpPr/>
          <p:nvPr/>
        </p:nvSpPr>
        <p:spPr>
          <a:xfrm rot="5400000">
            <a:off x="2952683" y="3782621"/>
            <a:ext cx="196232" cy="169166"/>
          </a:xfrm>
          <a:prstGeom prst="triangle">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7" name="Isosceles Triangle 36">
            <a:extLst>
              <a:ext uri="{FF2B5EF4-FFF2-40B4-BE49-F238E27FC236}">
                <a16:creationId xmlns:a16="http://schemas.microsoft.com/office/drawing/2014/main" id="{11179F8C-C1AD-40BF-A0E4-BCD1B78CC819}"/>
              </a:ext>
            </a:extLst>
          </p:cNvPr>
          <p:cNvSpPr/>
          <p:nvPr/>
        </p:nvSpPr>
        <p:spPr>
          <a:xfrm rot="5400000">
            <a:off x="4982817" y="3782621"/>
            <a:ext cx="196232" cy="169166"/>
          </a:xfrm>
          <a:prstGeom prst="triangle">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8" name="Isosceles Triangle 37">
            <a:extLst>
              <a:ext uri="{FF2B5EF4-FFF2-40B4-BE49-F238E27FC236}">
                <a16:creationId xmlns:a16="http://schemas.microsoft.com/office/drawing/2014/main" id="{2195408C-D0E3-4881-9A3C-C9D546BA74CB}"/>
              </a:ext>
            </a:extLst>
          </p:cNvPr>
          <p:cNvSpPr/>
          <p:nvPr/>
        </p:nvSpPr>
        <p:spPr>
          <a:xfrm rot="5400000">
            <a:off x="7012951" y="3782621"/>
            <a:ext cx="196232" cy="169166"/>
          </a:xfrm>
          <a:prstGeom prst="triangle">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9" name="Isosceles Triangle 38">
            <a:extLst>
              <a:ext uri="{FF2B5EF4-FFF2-40B4-BE49-F238E27FC236}">
                <a16:creationId xmlns:a16="http://schemas.microsoft.com/office/drawing/2014/main" id="{06BC315C-DF0B-4221-8DE1-AD1054BFB9D3}"/>
              </a:ext>
            </a:extLst>
          </p:cNvPr>
          <p:cNvSpPr/>
          <p:nvPr/>
        </p:nvSpPr>
        <p:spPr>
          <a:xfrm rot="5400000">
            <a:off x="9043086" y="3782621"/>
            <a:ext cx="196232" cy="169166"/>
          </a:xfrm>
          <a:prstGeom prst="triangle">
            <a:avLst/>
          </a:prstGeom>
          <a:solidFill>
            <a:schemeClr val="accent3">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42" name="Picture Placeholder 22">
            <a:extLst>
              <a:ext uri="{FF2B5EF4-FFF2-40B4-BE49-F238E27FC236}">
                <a16:creationId xmlns:a16="http://schemas.microsoft.com/office/drawing/2014/main" id="{D237143B-ECDB-414C-A3DA-6D8078E4D1E3}"/>
              </a:ext>
            </a:extLst>
          </p:cNvPr>
          <p:cNvSpPr>
            <a:spLocks noGrp="1"/>
          </p:cNvSpPr>
          <p:nvPr>
            <p:ph type="pic" sz="quarter" idx="23"/>
          </p:nvPr>
        </p:nvSpPr>
        <p:spPr>
          <a:xfrm>
            <a:off x="5673026" y="2062163"/>
            <a:ext cx="844238" cy="844234"/>
          </a:xfrm>
          <a:prstGeom prst="rect">
            <a:avLst/>
          </a:prstGeom>
          <a:solidFill>
            <a:schemeClr val="accent5"/>
          </a:solidFill>
          <a:ln>
            <a:noFill/>
          </a:ln>
        </p:spPr>
        <p:txBody>
          <a:bodyPr anchor="ctr">
            <a:noAutofit/>
          </a:bodyPr>
          <a:lstStyle>
            <a:lvl1pPr marL="0" indent="0" algn="ctr">
              <a:buNone/>
              <a:defRPr sz="600">
                <a:solidFill>
                  <a:schemeClr val="bg1"/>
                </a:solidFill>
              </a:defRPr>
            </a:lvl1pPr>
          </a:lstStyle>
          <a:p>
            <a:r>
              <a:rPr lang="en-US"/>
              <a:t>Click icon to add picture</a:t>
            </a:r>
            <a:endParaRPr lang="en-IN"/>
          </a:p>
        </p:txBody>
      </p:sp>
      <p:sp>
        <p:nvSpPr>
          <p:cNvPr id="44" name="Picture Placeholder 22">
            <a:extLst>
              <a:ext uri="{FF2B5EF4-FFF2-40B4-BE49-F238E27FC236}">
                <a16:creationId xmlns:a16="http://schemas.microsoft.com/office/drawing/2014/main" id="{8723F582-42F6-4594-B0DB-A06DE55EF850}"/>
              </a:ext>
            </a:extLst>
          </p:cNvPr>
          <p:cNvSpPr>
            <a:spLocks noGrp="1"/>
          </p:cNvSpPr>
          <p:nvPr>
            <p:ph type="pic" sz="quarter" idx="24"/>
          </p:nvPr>
        </p:nvSpPr>
        <p:spPr>
          <a:xfrm>
            <a:off x="9730382" y="2062163"/>
            <a:ext cx="844238" cy="844234"/>
          </a:xfrm>
          <a:prstGeom prst="rect">
            <a:avLst/>
          </a:prstGeom>
          <a:solidFill>
            <a:schemeClr val="tx1"/>
          </a:solidFill>
          <a:ln>
            <a:noFill/>
          </a:ln>
        </p:spPr>
        <p:txBody>
          <a:bodyPr anchor="ctr">
            <a:noAutofit/>
          </a:bodyPr>
          <a:lstStyle>
            <a:lvl1pPr marL="0" indent="0" algn="ctr">
              <a:buNone/>
              <a:defRPr sz="600">
                <a:solidFill>
                  <a:schemeClr val="bg1"/>
                </a:solidFill>
              </a:defRPr>
            </a:lvl1pPr>
          </a:lstStyle>
          <a:p>
            <a:r>
              <a:rPr lang="en-US"/>
              <a:t>Click icon to add picture</a:t>
            </a:r>
            <a:endParaRPr lang="en-IN"/>
          </a:p>
        </p:txBody>
      </p:sp>
      <p:sp>
        <p:nvSpPr>
          <p:cNvPr id="46" name="Picture Placeholder 22">
            <a:extLst>
              <a:ext uri="{FF2B5EF4-FFF2-40B4-BE49-F238E27FC236}">
                <a16:creationId xmlns:a16="http://schemas.microsoft.com/office/drawing/2014/main" id="{6F569E30-2B4C-4606-BD65-8895ABE0CA76}"/>
              </a:ext>
            </a:extLst>
          </p:cNvPr>
          <p:cNvSpPr>
            <a:spLocks noGrp="1"/>
          </p:cNvSpPr>
          <p:nvPr>
            <p:ph type="pic" sz="quarter" idx="25"/>
          </p:nvPr>
        </p:nvSpPr>
        <p:spPr>
          <a:xfrm>
            <a:off x="7701451" y="4832535"/>
            <a:ext cx="844238" cy="844234"/>
          </a:xfrm>
          <a:prstGeom prst="rect">
            <a:avLst/>
          </a:prstGeom>
          <a:solidFill>
            <a:schemeClr val="accent4"/>
          </a:solidFill>
          <a:ln>
            <a:noFill/>
          </a:ln>
        </p:spPr>
        <p:txBody>
          <a:bodyPr anchor="ctr">
            <a:noAutofit/>
          </a:bodyPr>
          <a:lstStyle>
            <a:lvl1pPr marL="0" indent="0" algn="ctr">
              <a:buNone/>
              <a:defRPr sz="600">
                <a:solidFill>
                  <a:schemeClr val="bg1"/>
                </a:solidFill>
              </a:defRPr>
            </a:lvl1pPr>
          </a:lstStyle>
          <a:p>
            <a:r>
              <a:rPr lang="en-US"/>
              <a:t>Click icon to add picture</a:t>
            </a:r>
            <a:endParaRPr lang="en-IN" dirty="0"/>
          </a:p>
        </p:txBody>
      </p:sp>
      <p:sp>
        <p:nvSpPr>
          <p:cNvPr id="48" name="Picture Placeholder 22">
            <a:extLst>
              <a:ext uri="{FF2B5EF4-FFF2-40B4-BE49-F238E27FC236}">
                <a16:creationId xmlns:a16="http://schemas.microsoft.com/office/drawing/2014/main" id="{ADE495E8-C6FB-4A9B-A563-1F1A504F37B5}"/>
              </a:ext>
            </a:extLst>
          </p:cNvPr>
          <p:cNvSpPr>
            <a:spLocks noGrp="1"/>
          </p:cNvSpPr>
          <p:nvPr>
            <p:ph type="pic" sz="quarter" idx="26"/>
          </p:nvPr>
        </p:nvSpPr>
        <p:spPr>
          <a:xfrm>
            <a:off x="3644109" y="4832535"/>
            <a:ext cx="844238" cy="844234"/>
          </a:xfrm>
          <a:prstGeom prst="rect">
            <a:avLst/>
          </a:prstGeom>
          <a:solidFill>
            <a:schemeClr val="tx1"/>
          </a:solidFill>
          <a:ln>
            <a:noFill/>
          </a:ln>
        </p:spPr>
        <p:txBody>
          <a:bodyPr anchor="ctr">
            <a:noAutofit/>
          </a:bodyPr>
          <a:lstStyle>
            <a:lvl1pPr marL="0" indent="0" algn="ctr">
              <a:buNone/>
              <a:defRPr sz="600">
                <a:solidFill>
                  <a:schemeClr val="bg1"/>
                </a:solidFill>
              </a:defRPr>
            </a:lvl1pPr>
          </a:lstStyle>
          <a:p>
            <a:r>
              <a:rPr lang="en-US"/>
              <a:t>Click icon to add picture</a:t>
            </a:r>
            <a:endParaRPr lang="en-IN"/>
          </a:p>
        </p:txBody>
      </p:sp>
      <p:grpSp>
        <p:nvGrpSpPr>
          <p:cNvPr id="3" name="Group 2">
            <a:extLst>
              <a:ext uri="{FF2B5EF4-FFF2-40B4-BE49-F238E27FC236}">
                <a16:creationId xmlns:a16="http://schemas.microsoft.com/office/drawing/2014/main" id="{CE70B1E3-B547-EA7F-FD6E-233102423DA3}"/>
              </a:ext>
            </a:extLst>
          </p:cNvPr>
          <p:cNvGrpSpPr/>
          <p:nvPr/>
        </p:nvGrpSpPr>
        <p:grpSpPr>
          <a:xfrm>
            <a:off x="0" y="0"/>
            <a:ext cx="12192000" cy="301809"/>
            <a:chOff x="0" y="0"/>
            <a:chExt cx="12192000" cy="301809"/>
          </a:xfrm>
        </p:grpSpPr>
        <p:sp>
          <p:nvSpPr>
            <p:cNvPr id="4" name="Rectangle 3">
              <a:extLst>
                <a:ext uri="{FF2B5EF4-FFF2-40B4-BE49-F238E27FC236}">
                  <a16:creationId xmlns:a16="http://schemas.microsoft.com/office/drawing/2014/main" id="{9B256E2F-9189-AA7A-C19C-A1B0DD53A408}"/>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BB3105AF-5BA9-A020-81CD-C8B851FB7A9A}"/>
                </a:ext>
              </a:extLst>
            </p:cNvPr>
            <p:cNvGrpSpPr/>
            <p:nvPr userDrawn="1"/>
          </p:nvGrpSpPr>
          <p:grpSpPr>
            <a:xfrm>
              <a:off x="10687010" y="58571"/>
              <a:ext cx="1279331" cy="184666"/>
              <a:chOff x="10759355" y="58571"/>
              <a:chExt cx="1279331" cy="184666"/>
            </a:xfrm>
          </p:grpSpPr>
          <p:pic>
            <p:nvPicPr>
              <p:cNvPr id="20" name="Picture 19">
                <a:extLst>
                  <a:ext uri="{FF2B5EF4-FFF2-40B4-BE49-F238E27FC236}">
                    <a16:creationId xmlns:a16="http://schemas.microsoft.com/office/drawing/2014/main" id="{55904189-D3C8-195A-0C43-73B3525D822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1" name="TextBox 20">
                <a:extLst>
                  <a:ext uri="{FF2B5EF4-FFF2-40B4-BE49-F238E27FC236}">
                    <a16:creationId xmlns:a16="http://schemas.microsoft.com/office/drawing/2014/main" id="{B50823C2-0C28-1A2C-C22C-1C8D2D039790}"/>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8" name="Straight Connector 17">
              <a:extLst>
                <a:ext uri="{FF2B5EF4-FFF2-40B4-BE49-F238E27FC236}">
                  <a16:creationId xmlns:a16="http://schemas.microsoft.com/office/drawing/2014/main" id="{8E112150-A390-ADEE-F691-FE64776AF393}"/>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5A16B88-14E0-CB45-718B-A95CA9978043}"/>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Title 3">
            <a:extLst>
              <a:ext uri="{FF2B5EF4-FFF2-40B4-BE49-F238E27FC236}">
                <a16:creationId xmlns:a16="http://schemas.microsoft.com/office/drawing/2014/main" id="{2E94A4E8-E8EF-C21E-0C27-420CE6ACB008}"/>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41413841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Infog_23">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6E79B616-D015-4397-A1AD-F65F46D1700D}"/>
              </a:ext>
            </a:extLst>
          </p:cNvPr>
          <p:cNvSpPr>
            <a:spLocks noGrp="1" noChangeAspect="1"/>
          </p:cNvSpPr>
          <p:nvPr>
            <p:ph type="pic" sz="quarter" idx="42"/>
          </p:nvPr>
        </p:nvSpPr>
        <p:spPr>
          <a:xfrm>
            <a:off x="6398906" y="4151614"/>
            <a:ext cx="1008000" cy="1008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22" name="Picture Placeholder 2">
            <a:extLst>
              <a:ext uri="{FF2B5EF4-FFF2-40B4-BE49-F238E27FC236}">
                <a16:creationId xmlns:a16="http://schemas.microsoft.com/office/drawing/2014/main" id="{69B460B7-6565-4164-8FF1-9AA7F006FFBE}"/>
              </a:ext>
            </a:extLst>
          </p:cNvPr>
          <p:cNvSpPr>
            <a:spLocks noGrp="1" noChangeAspect="1"/>
          </p:cNvSpPr>
          <p:nvPr>
            <p:ph type="pic" sz="quarter" idx="43"/>
          </p:nvPr>
        </p:nvSpPr>
        <p:spPr>
          <a:xfrm>
            <a:off x="5592000" y="2756927"/>
            <a:ext cx="1008000" cy="1008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sp>
        <p:nvSpPr>
          <p:cNvPr id="20" name="Picture Placeholder 2">
            <a:extLst>
              <a:ext uri="{FF2B5EF4-FFF2-40B4-BE49-F238E27FC236}">
                <a16:creationId xmlns:a16="http://schemas.microsoft.com/office/drawing/2014/main" id="{3F2F4267-8985-46EB-89DE-1DCF05924D33}"/>
              </a:ext>
            </a:extLst>
          </p:cNvPr>
          <p:cNvSpPr>
            <a:spLocks noGrp="1" noChangeAspect="1"/>
          </p:cNvSpPr>
          <p:nvPr>
            <p:ph type="pic" sz="quarter" idx="41"/>
          </p:nvPr>
        </p:nvSpPr>
        <p:spPr>
          <a:xfrm>
            <a:off x="4785597" y="4151614"/>
            <a:ext cx="1008000" cy="1008000"/>
          </a:xfrm>
          <a:prstGeom prst="ellipse">
            <a:avLst/>
          </a:prstGeom>
          <a:noFill/>
        </p:spPr>
        <p:txBody>
          <a:bodyPr anchor="ctr">
            <a:normAutofit/>
          </a:bodyPr>
          <a:lstStyle>
            <a:lvl1pPr marL="0" indent="0" algn="ctr">
              <a:buNone/>
              <a:defRPr sz="600">
                <a:solidFill>
                  <a:schemeClr val="bg1"/>
                </a:solidFill>
              </a:defRPr>
            </a:lvl1pPr>
          </a:lstStyle>
          <a:p>
            <a:r>
              <a:rPr lang="en-US"/>
              <a:t>Click icon to add picture</a:t>
            </a:r>
            <a:endParaRPr lang="en-IN" dirty="0"/>
          </a:p>
        </p:txBody>
      </p:sp>
      <p:grpSp>
        <p:nvGrpSpPr>
          <p:cNvPr id="7" name="Group 4">
            <a:extLst>
              <a:ext uri="{FF2B5EF4-FFF2-40B4-BE49-F238E27FC236}">
                <a16:creationId xmlns:a16="http://schemas.microsoft.com/office/drawing/2014/main" id="{689E29CE-ECA9-42A3-B92B-27BA854ECE09}"/>
              </a:ext>
            </a:extLst>
          </p:cNvPr>
          <p:cNvGrpSpPr>
            <a:grpSpLocks noChangeAspect="1"/>
          </p:cNvGrpSpPr>
          <p:nvPr/>
        </p:nvGrpSpPr>
        <p:grpSpPr bwMode="auto">
          <a:xfrm>
            <a:off x="4262855" y="2235191"/>
            <a:ext cx="3666290" cy="3452992"/>
            <a:chOff x="2043" y="813"/>
            <a:chExt cx="3644" cy="3432"/>
          </a:xfrm>
        </p:grpSpPr>
        <p:sp>
          <p:nvSpPr>
            <p:cNvPr id="8" name="Freeform 92">
              <a:extLst>
                <a:ext uri="{FF2B5EF4-FFF2-40B4-BE49-F238E27FC236}">
                  <a16:creationId xmlns:a16="http://schemas.microsoft.com/office/drawing/2014/main" id="{C815EB04-4B97-4C93-BD64-40747177A702}"/>
                </a:ext>
              </a:extLst>
            </p:cNvPr>
            <p:cNvSpPr>
              <a:spLocks noEditPoints="1"/>
            </p:cNvSpPr>
            <p:nvPr/>
          </p:nvSpPr>
          <p:spPr bwMode="auto">
            <a:xfrm>
              <a:off x="2848" y="813"/>
              <a:ext cx="2041" cy="2039"/>
            </a:xfrm>
            <a:custGeom>
              <a:avLst/>
              <a:gdLst>
                <a:gd name="T0" fmla="*/ 609 w 1219"/>
                <a:gd name="T1" fmla="*/ 0 h 1218"/>
                <a:gd name="T2" fmla="*/ 0 w 1219"/>
                <a:gd name="T3" fmla="*/ 609 h 1218"/>
                <a:gd name="T4" fmla="*/ 522 w 1219"/>
                <a:gd name="T5" fmla="*/ 1212 h 1218"/>
                <a:gd name="T6" fmla="*/ 609 w 1219"/>
                <a:gd name="T7" fmla="*/ 1218 h 1218"/>
                <a:gd name="T8" fmla="*/ 903 w 1219"/>
                <a:gd name="T9" fmla="*/ 1143 h 1218"/>
                <a:gd name="T10" fmla="*/ 922 w 1219"/>
                <a:gd name="T11" fmla="*/ 1132 h 1218"/>
                <a:gd name="T12" fmla="*/ 1174 w 1219"/>
                <a:gd name="T13" fmla="*/ 838 h 1218"/>
                <a:gd name="T14" fmla="*/ 1219 w 1219"/>
                <a:gd name="T15" fmla="*/ 609 h 1218"/>
                <a:gd name="T16" fmla="*/ 609 w 1219"/>
                <a:gd name="T17" fmla="*/ 0 h 1218"/>
                <a:gd name="T18" fmla="*/ 774 w 1219"/>
                <a:gd name="T19" fmla="*/ 918 h 1218"/>
                <a:gd name="T20" fmla="*/ 609 w 1219"/>
                <a:gd name="T21" fmla="*/ 959 h 1218"/>
                <a:gd name="T22" fmla="*/ 260 w 1219"/>
                <a:gd name="T23" fmla="*/ 609 h 1218"/>
                <a:gd name="T24" fmla="*/ 609 w 1219"/>
                <a:gd name="T25" fmla="*/ 260 h 1218"/>
                <a:gd name="T26" fmla="*/ 959 w 1219"/>
                <a:gd name="T27" fmla="*/ 609 h 1218"/>
                <a:gd name="T28" fmla="*/ 793 w 1219"/>
                <a:gd name="T29" fmla="*/ 907 h 1218"/>
                <a:gd name="T30" fmla="*/ 774 w 1219"/>
                <a:gd name="T31" fmla="*/ 9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19" h="1218">
                  <a:moveTo>
                    <a:pt x="609" y="0"/>
                  </a:moveTo>
                  <a:cubicBezTo>
                    <a:pt x="273" y="0"/>
                    <a:pt x="0" y="273"/>
                    <a:pt x="0" y="609"/>
                  </a:cubicBezTo>
                  <a:cubicBezTo>
                    <a:pt x="0" y="916"/>
                    <a:pt x="227" y="1169"/>
                    <a:pt x="522" y="1212"/>
                  </a:cubicBezTo>
                  <a:cubicBezTo>
                    <a:pt x="550" y="1216"/>
                    <a:pt x="580" y="1218"/>
                    <a:pt x="609" y="1218"/>
                  </a:cubicBezTo>
                  <a:cubicBezTo>
                    <a:pt x="716" y="1218"/>
                    <a:pt x="816" y="1191"/>
                    <a:pt x="903" y="1143"/>
                  </a:cubicBezTo>
                  <a:cubicBezTo>
                    <a:pt x="909" y="1139"/>
                    <a:pt x="916" y="1136"/>
                    <a:pt x="922" y="1132"/>
                  </a:cubicBezTo>
                  <a:cubicBezTo>
                    <a:pt x="1035" y="1064"/>
                    <a:pt x="1124" y="961"/>
                    <a:pt x="1174" y="838"/>
                  </a:cubicBezTo>
                  <a:cubicBezTo>
                    <a:pt x="1203" y="767"/>
                    <a:pt x="1219" y="690"/>
                    <a:pt x="1219" y="609"/>
                  </a:cubicBezTo>
                  <a:cubicBezTo>
                    <a:pt x="1219" y="273"/>
                    <a:pt x="946" y="0"/>
                    <a:pt x="609" y="0"/>
                  </a:cubicBezTo>
                  <a:close/>
                  <a:moveTo>
                    <a:pt x="774" y="918"/>
                  </a:moveTo>
                  <a:cubicBezTo>
                    <a:pt x="725" y="944"/>
                    <a:pt x="669" y="959"/>
                    <a:pt x="609" y="959"/>
                  </a:cubicBezTo>
                  <a:cubicBezTo>
                    <a:pt x="416" y="959"/>
                    <a:pt x="260" y="802"/>
                    <a:pt x="260" y="609"/>
                  </a:cubicBezTo>
                  <a:cubicBezTo>
                    <a:pt x="260" y="416"/>
                    <a:pt x="416" y="260"/>
                    <a:pt x="609" y="260"/>
                  </a:cubicBezTo>
                  <a:cubicBezTo>
                    <a:pt x="802" y="260"/>
                    <a:pt x="959" y="416"/>
                    <a:pt x="959" y="609"/>
                  </a:cubicBezTo>
                  <a:cubicBezTo>
                    <a:pt x="959" y="735"/>
                    <a:pt x="892" y="845"/>
                    <a:pt x="793" y="907"/>
                  </a:cubicBezTo>
                  <a:cubicBezTo>
                    <a:pt x="787" y="911"/>
                    <a:pt x="780" y="914"/>
                    <a:pt x="774" y="918"/>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93">
              <a:extLst>
                <a:ext uri="{FF2B5EF4-FFF2-40B4-BE49-F238E27FC236}">
                  <a16:creationId xmlns:a16="http://schemas.microsoft.com/office/drawing/2014/main" id="{BCEEF3EE-0084-401D-9E58-9A36944298A3}"/>
                </a:ext>
              </a:extLst>
            </p:cNvPr>
            <p:cNvSpPr>
              <a:spLocks noEditPoints="1"/>
            </p:cNvSpPr>
            <p:nvPr/>
          </p:nvSpPr>
          <p:spPr bwMode="auto">
            <a:xfrm>
              <a:off x="2043" y="2201"/>
              <a:ext cx="2041" cy="2039"/>
            </a:xfrm>
            <a:custGeom>
              <a:avLst/>
              <a:gdLst>
                <a:gd name="T0" fmla="*/ 609 w 1219"/>
                <a:gd name="T1" fmla="*/ 0 h 1218"/>
                <a:gd name="T2" fmla="*/ 0 w 1219"/>
                <a:gd name="T3" fmla="*/ 609 h 1218"/>
                <a:gd name="T4" fmla="*/ 609 w 1219"/>
                <a:gd name="T5" fmla="*/ 1218 h 1218"/>
                <a:gd name="T6" fmla="*/ 1219 w 1219"/>
                <a:gd name="T7" fmla="*/ 609 h 1218"/>
                <a:gd name="T8" fmla="*/ 609 w 1219"/>
                <a:gd name="T9" fmla="*/ 0 h 1218"/>
                <a:gd name="T10" fmla="*/ 609 w 1219"/>
                <a:gd name="T11" fmla="*/ 959 h 1218"/>
                <a:gd name="T12" fmla="*/ 260 w 1219"/>
                <a:gd name="T13" fmla="*/ 609 h 1218"/>
                <a:gd name="T14" fmla="*/ 609 w 1219"/>
                <a:gd name="T15" fmla="*/ 260 h 1218"/>
                <a:gd name="T16" fmla="*/ 959 w 1219"/>
                <a:gd name="T17" fmla="*/ 609 h 1218"/>
                <a:gd name="T18" fmla="*/ 609 w 1219"/>
                <a:gd name="T19" fmla="*/ 959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9" h="1218">
                  <a:moveTo>
                    <a:pt x="609" y="0"/>
                  </a:moveTo>
                  <a:cubicBezTo>
                    <a:pt x="273" y="0"/>
                    <a:pt x="0" y="273"/>
                    <a:pt x="0" y="609"/>
                  </a:cubicBezTo>
                  <a:cubicBezTo>
                    <a:pt x="0" y="946"/>
                    <a:pt x="273" y="1218"/>
                    <a:pt x="609" y="1218"/>
                  </a:cubicBezTo>
                  <a:cubicBezTo>
                    <a:pt x="946" y="1218"/>
                    <a:pt x="1219" y="946"/>
                    <a:pt x="1219" y="609"/>
                  </a:cubicBezTo>
                  <a:cubicBezTo>
                    <a:pt x="1219" y="273"/>
                    <a:pt x="946" y="0"/>
                    <a:pt x="609" y="0"/>
                  </a:cubicBezTo>
                  <a:close/>
                  <a:moveTo>
                    <a:pt x="609" y="959"/>
                  </a:moveTo>
                  <a:cubicBezTo>
                    <a:pt x="416" y="959"/>
                    <a:pt x="260" y="802"/>
                    <a:pt x="260" y="609"/>
                  </a:cubicBezTo>
                  <a:cubicBezTo>
                    <a:pt x="260" y="416"/>
                    <a:pt x="416" y="260"/>
                    <a:pt x="609" y="260"/>
                  </a:cubicBezTo>
                  <a:cubicBezTo>
                    <a:pt x="802" y="260"/>
                    <a:pt x="959" y="416"/>
                    <a:pt x="959" y="609"/>
                  </a:cubicBezTo>
                  <a:cubicBezTo>
                    <a:pt x="959" y="802"/>
                    <a:pt x="802" y="959"/>
                    <a:pt x="609" y="959"/>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94">
              <a:extLst>
                <a:ext uri="{FF2B5EF4-FFF2-40B4-BE49-F238E27FC236}">
                  <a16:creationId xmlns:a16="http://schemas.microsoft.com/office/drawing/2014/main" id="{5AB344A4-4402-43BC-A2EB-735184900B0D}"/>
                </a:ext>
              </a:extLst>
            </p:cNvPr>
            <p:cNvSpPr>
              <a:spLocks/>
            </p:cNvSpPr>
            <p:nvPr/>
          </p:nvSpPr>
          <p:spPr bwMode="auto">
            <a:xfrm>
              <a:off x="3647" y="2216"/>
              <a:ext cx="2040" cy="2029"/>
            </a:xfrm>
            <a:custGeom>
              <a:avLst/>
              <a:gdLst>
                <a:gd name="T0" fmla="*/ 697 w 1219"/>
                <a:gd name="T1" fmla="*/ 0 h 1212"/>
                <a:gd name="T2" fmla="*/ 445 w 1219"/>
                <a:gd name="T3" fmla="*/ 294 h 1212"/>
                <a:gd name="T4" fmla="*/ 609 w 1219"/>
                <a:gd name="T5" fmla="*/ 253 h 1212"/>
                <a:gd name="T6" fmla="*/ 959 w 1219"/>
                <a:gd name="T7" fmla="*/ 603 h 1212"/>
                <a:gd name="T8" fmla="*/ 609 w 1219"/>
                <a:gd name="T9" fmla="*/ 952 h 1212"/>
                <a:gd name="T10" fmla="*/ 260 w 1219"/>
                <a:gd name="T11" fmla="*/ 603 h 1212"/>
                <a:gd name="T12" fmla="*/ 260 w 1219"/>
                <a:gd name="T13" fmla="*/ 600 h 1212"/>
                <a:gd name="T14" fmla="*/ 0 w 1219"/>
                <a:gd name="T15" fmla="*/ 600 h 1212"/>
                <a:gd name="T16" fmla="*/ 0 w 1219"/>
                <a:gd name="T17" fmla="*/ 603 h 1212"/>
                <a:gd name="T18" fmla="*/ 609 w 1219"/>
                <a:gd name="T19" fmla="*/ 1212 h 1212"/>
                <a:gd name="T20" fmla="*/ 1219 w 1219"/>
                <a:gd name="T21" fmla="*/ 603 h 1212"/>
                <a:gd name="T22" fmla="*/ 697 w 1219"/>
                <a:gd name="T23" fmla="*/ 0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19" h="1212">
                  <a:moveTo>
                    <a:pt x="697" y="0"/>
                  </a:moveTo>
                  <a:cubicBezTo>
                    <a:pt x="647" y="123"/>
                    <a:pt x="558" y="226"/>
                    <a:pt x="445" y="294"/>
                  </a:cubicBezTo>
                  <a:cubicBezTo>
                    <a:pt x="494" y="268"/>
                    <a:pt x="550" y="253"/>
                    <a:pt x="609" y="253"/>
                  </a:cubicBezTo>
                  <a:cubicBezTo>
                    <a:pt x="803" y="253"/>
                    <a:pt x="959" y="410"/>
                    <a:pt x="959" y="603"/>
                  </a:cubicBezTo>
                  <a:cubicBezTo>
                    <a:pt x="959" y="796"/>
                    <a:pt x="803" y="952"/>
                    <a:pt x="609" y="952"/>
                  </a:cubicBezTo>
                  <a:cubicBezTo>
                    <a:pt x="416" y="952"/>
                    <a:pt x="260" y="796"/>
                    <a:pt x="260" y="603"/>
                  </a:cubicBezTo>
                  <a:cubicBezTo>
                    <a:pt x="260" y="602"/>
                    <a:pt x="260" y="601"/>
                    <a:pt x="260" y="600"/>
                  </a:cubicBezTo>
                  <a:cubicBezTo>
                    <a:pt x="0" y="600"/>
                    <a:pt x="0" y="600"/>
                    <a:pt x="0" y="600"/>
                  </a:cubicBezTo>
                  <a:cubicBezTo>
                    <a:pt x="0" y="601"/>
                    <a:pt x="0" y="602"/>
                    <a:pt x="0" y="603"/>
                  </a:cubicBezTo>
                  <a:cubicBezTo>
                    <a:pt x="0" y="939"/>
                    <a:pt x="273" y="1212"/>
                    <a:pt x="609" y="1212"/>
                  </a:cubicBezTo>
                  <a:cubicBezTo>
                    <a:pt x="946" y="1212"/>
                    <a:pt x="1219" y="939"/>
                    <a:pt x="1219" y="603"/>
                  </a:cubicBezTo>
                  <a:cubicBezTo>
                    <a:pt x="1219" y="296"/>
                    <a:pt x="992" y="42"/>
                    <a:pt x="697" y="0"/>
                  </a:cubicBezTo>
                  <a:close/>
                </a:path>
              </a:pathLst>
            </a:cu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5" name="Text Placeholder 20">
            <a:extLst>
              <a:ext uri="{FF2B5EF4-FFF2-40B4-BE49-F238E27FC236}">
                <a16:creationId xmlns:a16="http://schemas.microsoft.com/office/drawing/2014/main" id="{A775E946-3430-4298-A253-465B2C4165AE}"/>
              </a:ext>
            </a:extLst>
          </p:cNvPr>
          <p:cNvSpPr>
            <a:spLocks noGrp="1"/>
          </p:cNvSpPr>
          <p:nvPr>
            <p:ph type="body" sz="quarter" idx="23"/>
          </p:nvPr>
        </p:nvSpPr>
        <p:spPr>
          <a:xfrm>
            <a:off x="7248123" y="1466125"/>
            <a:ext cx="4288515" cy="1336076"/>
          </a:xfrm>
          <a:prstGeom prst="rect">
            <a:avLst/>
          </a:prstGeom>
          <a:ln w="6350">
            <a:noFill/>
          </a:ln>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6" name="Text Placeholder 20">
            <a:extLst>
              <a:ext uri="{FF2B5EF4-FFF2-40B4-BE49-F238E27FC236}">
                <a16:creationId xmlns:a16="http://schemas.microsoft.com/office/drawing/2014/main" id="{E7D168F7-7E0A-4369-8193-285F0198B4E3}"/>
              </a:ext>
            </a:extLst>
          </p:cNvPr>
          <p:cNvSpPr>
            <a:spLocks noGrp="1"/>
          </p:cNvSpPr>
          <p:nvPr>
            <p:ph type="body" sz="quarter" idx="24"/>
          </p:nvPr>
        </p:nvSpPr>
        <p:spPr>
          <a:xfrm>
            <a:off x="8293269" y="4167377"/>
            <a:ext cx="3561274" cy="1636964"/>
          </a:xfrm>
          <a:prstGeom prst="rect">
            <a:avLst/>
          </a:prstGeom>
          <a:ln w="6350">
            <a:noFill/>
          </a:ln>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7" name="Text Placeholder 20">
            <a:extLst>
              <a:ext uri="{FF2B5EF4-FFF2-40B4-BE49-F238E27FC236}">
                <a16:creationId xmlns:a16="http://schemas.microsoft.com/office/drawing/2014/main" id="{555549F0-A818-44EC-B0FB-70BDC2513B6C}"/>
              </a:ext>
            </a:extLst>
          </p:cNvPr>
          <p:cNvSpPr>
            <a:spLocks noGrp="1"/>
          </p:cNvSpPr>
          <p:nvPr>
            <p:ph type="body" sz="quarter" idx="25"/>
          </p:nvPr>
        </p:nvSpPr>
        <p:spPr>
          <a:xfrm>
            <a:off x="466736" y="3099822"/>
            <a:ext cx="3614057" cy="1708998"/>
          </a:xfrm>
          <a:prstGeom prst="rect">
            <a:avLst/>
          </a:prstGeom>
          <a:ln w="6350">
            <a:noFill/>
          </a:ln>
        </p:spPr>
        <p:txBody>
          <a:bodyPr lIns="72000" tIns="36000" rIns="36000" bIns="36000" anchor="ctr">
            <a:noAutofit/>
          </a:bodyPr>
          <a:lstStyle>
            <a:lvl1pPr>
              <a:defRPr sz="1200">
                <a:solidFill>
                  <a:schemeClr val="tx1"/>
                </a:solidFill>
              </a:defRPr>
            </a:lvl1pPr>
            <a:lvl2pPr>
              <a:defRPr sz="1100">
                <a:solidFill>
                  <a:schemeClr val="tx1"/>
                </a:solidFill>
              </a:defRPr>
            </a:lvl2pPr>
            <a:lvl3pPr>
              <a:defRPr sz="1050">
                <a:solidFill>
                  <a:schemeClr val="tx1"/>
                </a:solidFill>
              </a:defRPr>
            </a:lvl3pPr>
            <a:lvl4pPr>
              <a:defRPr sz="1000">
                <a:solidFill>
                  <a:schemeClr val="tx1"/>
                </a:solidFill>
              </a:defRPr>
            </a:lvl4pPr>
            <a:lvl5pP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grpSp>
        <p:nvGrpSpPr>
          <p:cNvPr id="2" name="Group 1">
            <a:extLst>
              <a:ext uri="{FF2B5EF4-FFF2-40B4-BE49-F238E27FC236}">
                <a16:creationId xmlns:a16="http://schemas.microsoft.com/office/drawing/2014/main" id="{A393E51C-2898-B838-B980-93A88F16CC35}"/>
              </a:ext>
            </a:extLst>
          </p:cNvPr>
          <p:cNvGrpSpPr/>
          <p:nvPr/>
        </p:nvGrpSpPr>
        <p:grpSpPr>
          <a:xfrm>
            <a:off x="0" y="0"/>
            <a:ext cx="12192000" cy="301809"/>
            <a:chOff x="0" y="0"/>
            <a:chExt cx="12192000" cy="301809"/>
          </a:xfrm>
        </p:grpSpPr>
        <p:sp>
          <p:nvSpPr>
            <p:cNvPr id="3" name="Rectangle 2">
              <a:extLst>
                <a:ext uri="{FF2B5EF4-FFF2-40B4-BE49-F238E27FC236}">
                  <a16:creationId xmlns:a16="http://schemas.microsoft.com/office/drawing/2014/main" id="{3A4EDF52-ABE9-BB0F-CCD2-64B964BDB4E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95903D92-E744-78B7-C71F-35DDBE8E8CE9}"/>
                </a:ext>
              </a:extLst>
            </p:cNvPr>
            <p:cNvGrpSpPr/>
            <p:nvPr userDrawn="1"/>
          </p:nvGrpSpPr>
          <p:grpSpPr>
            <a:xfrm>
              <a:off x="10687010" y="58571"/>
              <a:ext cx="1279331" cy="184666"/>
              <a:chOff x="10759355" y="58571"/>
              <a:chExt cx="1279331" cy="184666"/>
            </a:xfrm>
          </p:grpSpPr>
          <p:pic>
            <p:nvPicPr>
              <p:cNvPr id="12" name="Picture 11">
                <a:extLst>
                  <a:ext uri="{FF2B5EF4-FFF2-40B4-BE49-F238E27FC236}">
                    <a16:creationId xmlns:a16="http://schemas.microsoft.com/office/drawing/2014/main" id="{790F0431-4F11-4B89-D62E-E8C7B60ABA9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3" name="TextBox 12">
                <a:extLst>
                  <a:ext uri="{FF2B5EF4-FFF2-40B4-BE49-F238E27FC236}">
                    <a16:creationId xmlns:a16="http://schemas.microsoft.com/office/drawing/2014/main" id="{D1FE204A-8F64-1D76-412C-71BF90A82914}"/>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6" name="Straight Connector 5">
              <a:extLst>
                <a:ext uri="{FF2B5EF4-FFF2-40B4-BE49-F238E27FC236}">
                  <a16:creationId xmlns:a16="http://schemas.microsoft.com/office/drawing/2014/main" id="{81F10A75-109F-FBDA-0D88-7C343478F824}"/>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A7375C6-56D8-13FD-2713-EF3E329DB99E}"/>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itle 3">
            <a:extLst>
              <a:ext uri="{FF2B5EF4-FFF2-40B4-BE49-F238E27FC236}">
                <a16:creationId xmlns:a16="http://schemas.microsoft.com/office/drawing/2014/main" id="{C7CA1EB4-FE55-40F9-0CEA-B08D961D6EBB}"/>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350584361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Infog_24">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1685C82D-0B62-45F6-815C-40BCDA70BF95}"/>
              </a:ext>
            </a:extLst>
          </p:cNvPr>
          <p:cNvGrpSpPr/>
          <p:nvPr/>
        </p:nvGrpSpPr>
        <p:grpSpPr>
          <a:xfrm>
            <a:off x="1986996" y="2029731"/>
            <a:ext cx="8218009" cy="1800000"/>
            <a:chOff x="2063996" y="2220231"/>
            <a:chExt cx="8218009" cy="1800000"/>
          </a:xfrm>
        </p:grpSpPr>
        <p:sp>
          <p:nvSpPr>
            <p:cNvPr id="27" name="Rectangle: Rounded Corners 26">
              <a:extLst>
                <a:ext uri="{FF2B5EF4-FFF2-40B4-BE49-F238E27FC236}">
                  <a16:creationId xmlns:a16="http://schemas.microsoft.com/office/drawing/2014/main" id="{3ABA3DAC-6FAA-4AFA-95A6-89FC5454B8D7}"/>
                </a:ext>
              </a:extLst>
            </p:cNvPr>
            <p:cNvSpPr/>
            <p:nvPr/>
          </p:nvSpPr>
          <p:spPr>
            <a:xfrm>
              <a:off x="2433695" y="2593617"/>
              <a:ext cx="7848310" cy="1068614"/>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28" name="Group 27">
              <a:extLst>
                <a:ext uri="{FF2B5EF4-FFF2-40B4-BE49-F238E27FC236}">
                  <a16:creationId xmlns:a16="http://schemas.microsoft.com/office/drawing/2014/main" id="{167B07BB-8572-4D71-AA06-24E28040080C}"/>
                </a:ext>
              </a:extLst>
            </p:cNvPr>
            <p:cNvGrpSpPr/>
            <p:nvPr/>
          </p:nvGrpSpPr>
          <p:grpSpPr>
            <a:xfrm>
              <a:off x="2063996" y="2220231"/>
              <a:ext cx="1800000" cy="1800000"/>
              <a:chOff x="1909995" y="2075869"/>
              <a:chExt cx="2104115" cy="2104110"/>
            </a:xfrm>
          </p:grpSpPr>
          <p:sp>
            <p:nvSpPr>
              <p:cNvPr id="30" name="Oval 29">
                <a:extLst>
                  <a:ext uri="{FF2B5EF4-FFF2-40B4-BE49-F238E27FC236}">
                    <a16:creationId xmlns:a16="http://schemas.microsoft.com/office/drawing/2014/main" id="{8E66098C-52D3-4DFD-A2C7-064BF8140038}"/>
                  </a:ext>
                </a:extLst>
              </p:cNvPr>
              <p:cNvSpPr/>
              <p:nvPr/>
            </p:nvSpPr>
            <p:spPr>
              <a:xfrm>
                <a:off x="1909995" y="2075869"/>
                <a:ext cx="2104115" cy="2104110"/>
              </a:xfrm>
              <a:prstGeom prst="ellipse">
                <a:avLst/>
              </a:prstGeom>
              <a:solidFill>
                <a:schemeClr val="accent2">
                  <a:lumMod val="40000"/>
                  <a:lumOff val="6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CB37AF0F-2921-4C52-BD43-96FD756638E7}"/>
                  </a:ext>
                </a:extLst>
              </p:cNvPr>
              <p:cNvSpPr/>
              <p:nvPr/>
            </p:nvSpPr>
            <p:spPr>
              <a:xfrm>
                <a:off x="2161139" y="2321732"/>
                <a:ext cx="1612389" cy="1612385"/>
              </a:xfrm>
              <a:prstGeom prst="ellipse">
                <a:avLst/>
              </a:prstGeom>
              <a:solidFill>
                <a:schemeClr val="accent2">
                  <a:lumMod val="60000"/>
                  <a:lumOff val="40000"/>
                  <a:alpha val="50000"/>
                </a:schemeClr>
              </a:solidFill>
              <a:ln>
                <a:noFill/>
              </a:ln>
              <a:effectLst>
                <a:outerShdw blurRad="889000" dist="50800" dir="5400000" sx="89000" sy="89000" algn="ctr" rotWithShape="0">
                  <a:srgbClr val="000000">
                    <a:alpha val="4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0C822892-7AF0-4888-8FAF-BAF7E8C35FF8}"/>
                  </a:ext>
                </a:extLst>
              </p:cNvPr>
              <p:cNvSpPr/>
              <p:nvPr/>
            </p:nvSpPr>
            <p:spPr>
              <a:xfrm>
                <a:off x="2433694" y="2593617"/>
                <a:ext cx="1068617" cy="106861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34" name="Rectangle: Rounded Corners 33">
            <a:extLst>
              <a:ext uri="{FF2B5EF4-FFF2-40B4-BE49-F238E27FC236}">
                <a16:creationId xmlns:a16="http://schemas.microsoft.com/office/drawing/2014/main" id="{35B844D1-5D5B-4CB9-A02B-4EF842A716A6}"/>
              </a:ext>
            </a:extLst>
          </p:cNvPr>
          <p:cNvSpPr/>
          <p:nvPr/>
        </p:nvSpPr>
        <p:spPr>
          <a:xfrm>
            <a:off x="2356694" y="4565219"/>
            <a:ext cx="7848310" cy="1068614"/>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9" name="Oval 38">
            <a:extLst>
              <a:ext uri="{FF2B5EF4-FFF2-40B4-BE49-F238E27FC236}">
                <a16:creationId xmlns:a16="http://schemas.microsoft.com/office/drawing/2014/main" id="{3746AD23-466C-445A-B1AA-76458E1DEA31}"/>
              </a:ext>
            </a:extLst>
          </p:cNvPr>
          <p:cNvSpPr/>
          <p:nvPr/>
        </p:nvSpPr>
        <p:spPr>
          <a:xfrm>
            <a:off x="1986996" y="4192035"/>
            <a:ext cx="1800000" cy="180000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CB05A68F-AB21-466F-AC54-62599D535DDE}"/>
              </a:ext>
            </a:extLst>
          </p:cNvPr>
          <p:cNvSpPr/>
          <p:nvPr/>
        </p:nvSpPr>
        <p:spPr>
          <a:xfrm>
            <a:off x="2201841" y="4402362"/>
            <a:ext cx="1379345" cy="1379345"/>
          </a:xfrm>
          <a:prstGeom prst="ellipse">
            <a:avLst/>
          </a:prstGeom>
          <a:solidFill>
            <a:schemeClr val="accent1">
              <a:alpha val="50000"/>
            </a:schemeClr>
          </a:solidFill>
          <a:ln>
            <a:noFill/>
          </a:ln>
          <a:effectLst>
            <a:outerShdw blurRad="889000" dist="50800" dir="5400000" sx="89000" sy="89000" algn="ctr" rotWithShape="0">
              <a:srgbClr val="000000">
                <a:alpha val="4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D9381B64-6456-46B4-BA19-BAA021660EC8}"/>
              </a:ext>
            </a:extLst>
          </p:cNvPr>
          <p:cNvSpPr/>
          <p:nvPr/>
        </p:nvSpPr>
        <p:spPr>
          <a:xfrm>
            <a:off x="2435003" y="4637327"/>
            <a:ext cx="914166" cy="91416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 Placeholder 7">
            <a:extLst>
              <a:ext uri="{FF2B5EF4-FFF2-40B4-BE49-F238E27FC236}">
                <a16:creationId xmlns:a16="http://schemas.microsoft.com/office/drawing/2014/main" id="{0AB5038D-8631-41E2-97B0-CA6D59B16227}"/>
              </a:ext>
            </a:extLst>
          </p:cNvPr>
          <p:cNvSpPr>
            <a:spLocks noGrp="1"/>
          </p:cNvSpPr>
          <p:nvPr>
            <p:ph type="body" sz="quarter" idx="13"/>
          </p:nvPr>
        </p:nvSpPr>
        <p:spPr>
          <a:xfrm>
            <a:off x="3898900" y="2403117"/>
            <a:ext cx="5875887" cy="1068601"/>
          </a:xfrm>
        </p:spPr>
        <p:txBody>
          <a:bodyPr lIns="36000" tIns="36000" rIns="36000" bIns="36000" anchor="ctr">
            <a:noAutofit/>
          </a:bodyPr>
          <a:lstStyle>
            <a:lvl1pPr>
              <a:defRPr sz="1200">
                <a:solidFill>
                  <a:schemeClr val="bg1"/>
                </a:solidFill>
              </a:defRPr>
            </a:lvl1pPr>
            <a:lvl2pPr>
              <a:defRPr sz="11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9" name="Text Placeholder 7">
            <a:extLst>
              <a:ext uri="{FF2B5EF4-FFF2-40B4-BE49-F238E27FC236}">
                <a16:creationId xmlns:a16="http://schemas.microsoft.com/office/drawing/2014/main" id="{21E4CACD-DC93-4313-AFB5-501DA135EEE0}"/>
              </a:ext>
            </a:extLst>
          </p:cNvPr>
          <p:cNvSpPr>
            <a:spLocks noGrp="1"/>
          </p:cNvSpPr>
          <p:nvPr>
            <p:ph type="body" sz="quarter" idx="14"/>
          </p:nvPr>
        </p:nvSpPr>
        <p:spPr>
          <a:xfrm>
            <a:off x="3898900" y="4565206"/>
            <a:ext cx="5875887" cy="1068614"/>
          </a:xfrm>
        </p:spPr>
        <p:txBody>
          <a:bodyPr lIns="36000" tIns="36000" rIns="36000" bIns="36000" anchor="ctr">
            <a:noAutofit/>
          </a:bodyPr>
          <a:lstStyle>
            <a:lvl1pPr>
              <a:defRPr sz="1200">
                <a:solidFill>
                  <a:schemeClr val="bg1"/>
                </a:solidFill>
              </a:defRPr>
            </a:lvl1pPr>
            <a:lvl2pPr>
              <a:defRPr sz="11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2" name="Picture Placeholder 2">
            <a:extLst>
              <a:ext uri="{FF2B5EF4-FFF2-40B4-BE49-F238E27FC236}">
                <a16:creationId xmlns:a16="http://schemas.microsoft.com/office/drawing/2014/main" id="{095C96C2-4307-44EE-9BB6-5177AC3AB05E}"/>
              </a:ext>
            </a:extLst>
          </p:cNvPr>
          <p:cNvSpPr>
            <a:spLocks noGrp="1"/>
          </p:cNvSpPr>
          <p:nvPr>
            <p:ph type="pic" sz="quarter" idx="16"/>
          </p:nvPr>
        </p:nvSpPr>
        <p:spPr>
          <a:xfrm>
            <a:off x="2489003" y="2533731"/>
            <a:ext cx="792000" cy="792000"/>
          </a:xfrm>
          <a:prstGeom prst="ellipse">
            <a:avLst/>
          </a:prstGeom>
          <a:noFill/>
        </p:spPr>
        <p:txBody>
          <a:bodyPr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50" name="Picture Placeholder 2">
            <a:extLst>
              <a:ext uri="{FF2B5EF4-FFF2-40B4-BE49-F238E27FC236}">
                <a16:creationId xmlns:a16="http://schemas.microsoft.com/office/drawing/2014/main" id="{BEAA1BD9-9E33-461D-809B-22B7860C35BC}"/>
              </a:ext>
            </a:extLst>
          </p:cNvPr>
          <p:cNvSpPr>
            <a:spLocks noGrp="1"/>
          </p:cNvSpPr>
          <p:nvPr>
            <p:ph type="pic" sz="quarter" idx="17"/>
          </p:nvPr>
        </p:nvSpPr>
        <p:spPr>
          <a:xfrm>
            <a:off x="2489003" y="4696034"/>
            <a:ext cx="792000" cy="792000"/>
          </a:xfrm>
          <a:prstGeom prst="ellipse">
            <a:avLst/>
          </a:prstGeom>
          <a:noFill/>
        </p:spPr>
        <p:txBody>
          <a:bodyPr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grpSp>
        <p:nvGrpSpPr>
          <p:cNvPr id="2" name="Group 1">
            <a:extLst>
              <a:ext uri="{FF2B5EF4-FFF2-40B4-BE49-F238E27FC236}">
                <a16:creationId xmlns:a16="http://schemas.microsoft.com/office/drawing/2014/main" id="{7DD7FB10-3D8F-EB68-8976-69C922001D7D}"/>
              </a:ext>
            </a:extLst>
          </p:cNvPr>
          <p:cNvGrpSpPr/>
          <p:nvPr/>
        </p:nvGrpSpPr>
        <p:grpSpPr>
          <a:xfrm>
            <a:off x="0" y="0"/>
            <a:ext cx="12192000" cy="301809"/>
            <a:chOff x="0" y="0"/>
            <a:chExt cx="12192000" cy="301809"/>
          </a:xfrm>
        </p:grpSpPr>
        <p:sp>
          <p:nvSpPr>
            <p:cNvPr id="3" name="Rectangle 2">
              <a:extLst>
                <a:ext uri="{FF2B5EF4-FFF2-40B4-BE49-F238E27FC236}">
                  <a16:creationId xmlns:a16="http://schemas.microsoft.com/office/drawing/2014/main" id="{FA32E265-D413-F8B7-1AD6-0E69A9660A0B}"/>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08CC6D88-3566-575B-C448-B3102CC1ABA7}"/>
                </a:ext>
              </a:extLst>
            </p:cNvPr>
            <p:cNvGrpSpPr/>
            <p:nvPr userDrawn="1"/>
          </p:nvGrpSpPr>
          <p:grpSpPr>
            <a:xfrm>
              <a:off x="10687010" y="58571"/>
              <a:ext cx="1279331" cy="184666"/>
              <a:chOff x="10759355" y="58571"/>
              <a:chExt cx="1279331" cy="184666"/>
            </a:xfrm>
          </p:grpSpPr>
          <p:pic>
            <p:nvPicPr>
              <p:cNvPr id="10" name="Picture 9">
                <a:extLst>
                  <a:ext uri="{FF2B5EF4-FFF2-40B4-BE49-F238E27FC236}">
                    <a16:creationId xmlns:a16="http://schemas.microsoft.com/office/drawing/2014/main" id="{E701A665-4CB6-3CF0-A37D-DF137D96915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1" name="TextBox 10">
                <a:extLst>
                  <a:ext uri="{FF2B5EF4-FFF2-40B4-BE49-F238E27FC236}">
                    <a16:creationId xmlns:a16="http://schemas.microsoft.com/office/drawing/2014/main" id="{1B16E1B4-ECDC-1BD5-7517-96B44CA957EC}"/>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6" name="Straight Connector 5">
              <a:extLst>
                <a:ext uri="{FF2B5EF4-FFF2-40B4-BE49-F238E27FC236}">
                  <a16:creationId xmlns:a16="http://schemas.microsoft.com/office/drawing/2014/main" id="{33C7B9AB-4327-7ADC-AA4E-B5D79EF8E681}"/>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D959E60-478F-CA95-0396-57EC206F63BD}"/>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Title 3">
            <a:extLst>
              <a:ext uri="{FF2B5EF4-FFF2-40B4-BE49-F238E27FC236}">
                <a16:creationId xmlns:a16="http://schemas.microsoft.com/office/drawing/2014/main" id="{3C61E0ED-0824-D81D-75E3-B3A7CEC29DBD}"/>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32959949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Infog_2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Arc 1">
            <a:extLst>
              <a:ext uri="{FF2B5EF4-FFF2-40B4-BE49-F238E27FC236}">
                <a16:creationId xmlns:a16="http://schemas.microsoft.com/office/drawing/2014/main" id="{DC65E5BC-C433-AA28-F20E-0BB041FBCBFA}"/>
              </a:ext>
            </a:extLst>
          </p:cNvPr>
          <p:cNvSpPr/>
          <p:nvPr/>
        </p:nvSpPr>
        <p:spPr>
          <a:xfrm>
            <a:off x="5395437" y="3057242"/>
            <a:ext cx="1266317" cy="1266317"/>
          </a:xfrm>
          <a:prstGeom prst="arc">
            <a:avLst>
              <a:gd name="adj1" fmla="val 8133800"/>
              <a:gd name="adj2" fmla="val 2687938"/>
            </a:avLst>
          </a:prstGeom>
          <a:ln w="558800" cap="rnd">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5" name="Elbow Connector 45">
            <a:extLst>
              <a:ext uri="{FF2B5EF4-FFF2-40B4-BE49-F238E27FC236}">
                <a16:creationId xmlns:a16="http://schemas.microsoft.com/office/drawing/2014/main" id="{AD6CCE32-093E-11E7-152F-43ACAAEDAFA1}"/>
              </a:ext>
            </a:extLst>
          </p:cNvPr>
          <p:cNvCxnSpPr>
            <a:cxnSpLocks/>
            <a:stCxn id="24" idx="4"/>
          </p:cNvCxnSpPr>
          <p:nvPr/>
        </p:nvCxnSpPr>
        <p:spPr>
          <a:xfrm rot="16200000" flipH="1">
            <a:off x="7541863" y="4424717"/>
            <a:ext cx="713183" cy="1915362"/>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9" name="Elbow Connector 47">
            <a:extLst>
              <a:ext uri="{FF2B5EF4-FFF2-40B4-BE49-F238E27FC236}">
                <a16:creationId xmlns:a16="http://schemas.microsoft.com/office/drawing/2014/main" id="{8F573215-24C7-24F8-0BE6-146EDFA5B2F6}"/>
              </a:ext>
            </a:extLst>
          </p:cNvPr>
          <p:cNvCxnSpPr>
            <a:cxnSpLocks/>
            <a:stCxn id="23" idx="4"/>
          </p:cNvCxnSpPr>
          <p:nvPr/>
        </p:nvCxnSpPr>
        <p:spPr>
          <a:xfrm rot="5400000">
            <a:off x="3805725" y="4424722"/>
            <a:ext cx="713184" cy="1915355"/>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10" name="Elbow Connector 55">
            <a:extLst>
              <a:ext uri="{FF2B5EF4-FFF2-40B4-BE49-F238E27FC236}">
                <a16:creationId xmlns:a16="http://schemas.microsoft.com/office/drawing/2014/main" id="{A29EE654-CF74-2871-CFF4-F8A8CA240957}"/>
              </a:ext>
            </a:extLst>
          </p:cNvPr>
          <p:cNvCxnSpPr>
            <a:cxnSpLocks/>
            <a:stCxn id="20" idx="0"/>
          </p:cNvCxnSpPr>
          <p:nvPr/>
        </p:nvCxnSpPr>
        <p:spPr>
          <a:xfrm rot="16200000" flipV="1">
            <a:off x="3366476" y="2385219"/>
            <a:ext cx="679506" cy="1003177"/>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12" name="Elbow Connector 57">
            <a:extLst>
              <a:ext uri="{FF2B5EF4-FFF2-40B4-BE49-F238E27FC236}">
                <a16:creationId xmlns:a16="http://schemas.microsoft.com/office/drawing/2014/main" id="{2B13E2E4-B820-4C12-84B0-6F2F91C02BF7}"/>
              </a:ext>
            </a:extLst>
          </p:cNvPr>
          <p:cNvCxnSpPr>
            <a:cxnSpLocks/>
            <a:stCxn id="22" idx="0"/>
          </p:cNvCxnSpPr>
          <p:nvPr/>
        </p:nvCxnSpPr>
        <p:spPr>
          <a:xfrm rot="5400000" flipH="1" flipV="1">
            <a:off x="8014790" y="2385216"/>
            <a:ext cx="679506" cy="1003184"/>
          </a:xfrm>
          <a:prstGeom prst="bentConnector2">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9F9B2E5-7750-E439-198F-D679FE1CB04E}"/>
              </a:ext>
            </a:extLst>
          </p:cNvPr>
          <p:cNvCxnSpPr>
            <a:cxnSpLocks/>
            <a:stCxn id="21" idx="0"/>
          </p:cNvCxnSpPr>
          <p:nvPr/>
        </p:nvCxnSpPr>
        <p:spPr>
          <a:xfrm flipV="1">
            <a:off x="6028595" y="2424919"/>
            <a:ext cx="1789" cy="801642"/>
          </a:xfrm>
          <a:prstGeom prst="line">
            <a:avLst/>
          </a:prstGeom>
          <a:ln>
            <a:solidFill>
              <a:schemeClr val="bg1">
                <a:lumMod val="85000"/>
              </a:schemeClr>
            </a:solidFill>
            <a:prstDash val="dash"/>
            <a:tailEnd type="oval"/>
          </a:ln>
        </p:spPr>
        <p:style>
          <a:lnRef idx="2">
            <a:schemeClr val="accent1"/>
          </a:lnRef>
          <a:fillRef idx="0">
            <a:schemeClr val="accent1"/>
          </a:fillRef>
          <a:effectRef idx="1">
            <a:schemeClr val="accent1"/>
          </a:effectRef>
          <a:fontRef idx="minor">
            <a:schemeClr val="tx1"/>
          </a:fontRef>
        </p:style>
      </p:cxnSp>
      <p:sp>
        <p:nvSpPr>
          <p:cNvPr id="15" name="Arc 14">
            <a:extLst>
              <a:ext uri="{FF2B5EF4-FFF2-40B4-BE49-F238E27FC236}">
                <a16:creationId xmlns:a16="http://schemas.microsoft.com/office/drawing/2014/main" id="{BB6E2043-7ECC-9328-7BB5-F5119B5A1348}"/>
              </a:ext>
            </a:extLst>
          </p:cNvPr>
          <p:cNvSpPr/>
          <p:nvPr/>
        </p:nvSpPr>
        <p:spPr>
          <a:xfrm>
            <a:off x="3574658" y="3057242"/>
            <a:ext cx="1266317" cy="1266317"/>
          </a:xfrm>
          <a:prstGeom prst="arc">
            <a:avLst>
              <a:gd name="adj1" fmla="val 2920721"/>
              <a:gd name="adj2" fmla="val 2799371"/>
            </a:avLst>
          </a:prstGeom>
          <a:ln w="558800" cap="rnd">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6EFA79E0-3B31-6CF7-B828-07D633EBF7FD}"/>
              </a:ext>
            </a:extLst>
          </p:cNvPr>
          <p:cNvSpPr/>
          <p:nvPr/>
        </p:nvSpPr>
        <p:spPr>
          <a:xfrm rot="10800000">
            <a:off x="4486836" y="3937225"/>
            <a:ext cx="1266317" cy="1266317"/>
          </a:xfrm>
          <a:prstGeom prst="arc">
            <a:avLst>
              <a:gd name="adj1" fmla="val 8132668"/>
              <a:gd name="adj2" fmla="val 2621221"/>
            </a:avLst>
          </a:prstGeom>
          <a:ln w="558800" cap="rnd">
            <a:solidFill>
              <a:schemeClr val="accent5">
                <a:lumMod val="75000"/>
              </a:schemeClr>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955255BA-C64A-18CB-1C2F-7FCD88FEA110}"/>
              </a:ext>
            </a:extLst>
          </p:cNvPr>
          <p:cNvSpPr/>
          <p:nvPr/>
        </p:nvSpPr>
        <p:spPr>
          <a:xfrm>
            <a:off x="7219793" y="3057242"/>
            <a:ext cx="1266317" cy="1266317"/>
          </a:xfrm>
          <a:prstGeom prst="arc">
            <a:avLst>
              <a:gd name="adj1" fmla="val 8133800"/>
              <a:gd name="adj2" fmla="val 7937129"/>
            </a:avLst>
          </a:prstGeom>
          <a:solidFill>
            <a:schemeClr val="tx1"/>
          </a:solidFill>
          <a:ln w="558800" cap="rnd">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Arc 18">
            <a:extLst>
              <a:ext uri="{FF2B5EF4-FFF2-40B4-BE49-F238E27FC236}">
                <a16:creationId xmlns:a16="http://schemas.microsoft.com/office/drawing/2014/main" id="{6A2B9787-D339-B8C5-D526-B69B45F53BF8}"/>
              </a:ext>
            </a:extLst>
          </p:cNvPr>
          <p:cNvSpPr/>
          <p:nvPr/>
        </p:nvSpPr>
        <p:spPr>
          <a:xfrm rot="10800000">
            <a:off x="6307615" y="3937225"/>
            <a:ext cx="1266317" cy="1266317"/>
          </a:xfrm>
          <a:prstGeom prst="arc">
            <a:avLst>
              <a:gd name="adj1" fmla="val 8163320"/>
              <a:gd name="adj2" fmla="val 2621221"/>
            </a:avLst>
          </a:prstGeom>
          <a:ln w="558800" cap="rnd">
            <a:solidFill>
              <a:schemeClr val="accent1"/>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Oval 19">
            <a:extLst>
              <a:ext uri="{FF2B5EF4-FFF2-40B4-BE49-F238E27FC236}">
                <a16:creationId xmlns:a16="http://schemas.microsoft.com/office/drawing/2014/main" id="{C4FE5854-4884-A350-9C39-8A2890F8AB9B}"/>
              </a:ext>
            </a:extLst>
          </p:cNvPr>
          <p:cNvSpPr/>
          <p:nvPr/>
        </p:nvSpPr>
        <p:spPr>
          <a:xfrm>
            <a:off x="3743977" y="3226561"/>
            <a:ext cx="927680" cy="927680"/>
          </a:xfrm>
          <a:prstGeom prst="ellipse">
            <a:avLst/>
          </a:prstGeom>
          <a:solidFill>
            <a:schemeClr val="bg1"/>
          </a:solidFill>
          <a:ln w="571500">
            <a:noFill/>
          </a:ln>
          <a:effectLst>
            <a:outerShdw blurRad="3175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Oval 20">
            <a:extLst>
              <a:ext uri="{FF2B5EF4-FFF2-40B4-BE49-F238E27FC236}">
                <a16:creationId xmlns:a16="http://schemas.microsoft.com/office/drawing/2014/main" id="{324C3063-4FD1-AE15-C8F7-599CFB08ECC8}"/>
              </a:ext>
            </a:extLst>
          </p:cNvPr>
          <p:cNvSpPr/>
          <p:nvPr/>
        </p:nvSpPr>
        <p:spPr>
          <a:xfrm>
            <a:off x="5564755" y="3226561"/>
            <a:ext cx="927680" cy="927680"/>
          </a:xfrm>
          <a:prstGeom prst="ellipse">
            <a:avLst/>
          </a:prstGeom>
          <a:solidFill>
            <a:schemeClr val="bg1"/>
          </a:solidFill>
          <a:ln w="571500">
            <a:noFill/>
          </a:ln>
          <a:effectLst>
            <a:outerShdw blurRad="3175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Oval 21">
            <a:extLst>
              <a:ext uri="{FF2B5EF4-FFF2-40B4-BE49-F238E27FC236}">
                <a16:creationId xmlns:a16="http://schemas.microsoft.com/office/drawing/2014/main" id="{5460D240-5A8E-AE6B-F147-E6EE4D170D13}"/>
              </a:ext>
            </a:extLst>
          </p:cNvPr>
          <p:cNvSpPr/>
          <p:nvPr/>
        </p:nvSpPr>
        <p:spPr>
          <a:xfrm>
            <a:off x="7389111" y="3226561"/>
            <a:ext cx="927680" cy="927680"/>
          </a:xfrm>
          <a:prstGeom prst="ellipse">
            <a:avLst/>
          </a:prstGeom>
          <a:solidFill>
            <a:schemeClr val="bg1"/>
          </a:solidFill>
          <a:ln w="571500">
            <a:noFill/>
          </a:ln>
          <a:effectLst>
            <a:outerShdw blurRad="3175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Oval 22">
            <a:extLst>
              <a:ext uri="{FF2B5EF4-FFF2-40B4-BE49-F238E27FC236}">
                <a16:creationId xmlns:a16="http://schemas.microsoft.com/office/drawing/2014/main" id="{D893FAE1-EA45-4157-4D19-8168697903E3}"/>
              </a:ext>
            </a:extLst>
          </p:cNvPr>
          <p:cNvSpPr/>
          <p:nvPr/>
        </p:nvSpPr>
        <p:spPr>
          <a:xfrm>
            <a:off x="4656154" y="4098127"/>
            <a:ext cx="927680" cy="927680"/>
          </a:xfrm>
          <a:prstGeom prst="ellipse">
            <a:avLst/>
          </a:prstGeom>
          <a:solidFill>
            <a:schemeClr val="bg1"/>
          </a:solidFill>
          <a:ln w="571500">
            <a:noFill/>
          </a:ln>
          <a:effectLst>
            <a:outerShdw blurRad="3175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Oval 23">
            <a:extLst>
              <a:ext uri="{FF2B5EF4-FFF2-40B4-BE49-F238E27FC236}">
                <a16:creationId xmlns:a16="http://schemas.microsoft.com/office/drawing/2014/main" id="{8E7F0727-FAAB-51E0-F178-F6E8CEB0ABC4}"/>
              </a:ext>
            </a:extLst>
          </p:cNvPr>
          <p:cNvSpPr/>
          <p:nvPr/>
        </p:nvSpPr>
        <p:spPr>
          <a:xfrm>
            <a:off x="6476933" y="4098127"/>
            <a:ext cx="927680" cy="927680"/>
          </a:xfrm>
          <a:prstGeom prst="ellipse">
            <a:avLst/>
          </a:prstGeom>
          <a:solidFill>
            <a:schemeClr val="bg1"/>
          </a:solidFill>
          <a:ln w="571500">
            <a:noFill/>
          </a:ln>
          <a:effectLst>
            <a:outerShdw blurRad="3175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5" name="Text Placeholder 51">
            <a:extLst>
              <a:ext uri="{FF2B5EF4-FFF2-40B4-BE49-F238E27FC236}">
                <a16:creationId xmlns:a16="http://schemas.microsoft.com/office/drawing/2014/main" id="{3FB0F711-2403-76ED-4B11-B052A0498944}"/>
              </a:ext>
            </a:extLst>
          </p:cNvPr>
          <p:cNvSpPr>
            <a:spLocks noGrp="1"/>
          </p:cNvSpPr>
          <p:nvPr>
            <p:ph type="body" sz="quarter" idx="63"/>
          </p:nvPr>
        </p:nvSpPr>
        <p:spPr>
          <a:xfrm>
            <a:off x="8989094" y="2040306"/>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6" name="Text Placeholder 51">
            <a:extLst>
              <a:ext uri="{FF2B5EF4-FFF2-40B4-BE49-F238E27FC236}">
                <a16:creationId xmlns:a16="http://schemas.microsoft.com/office/drawing/2014/main" id="{1D22CE41-9E1F-5286-4183-8F47B74BE79C}"/>
              </a:ext>
            </a:extLst>
          </p:cNvPr>
          <p:cNvSpPr>
            <a:spLocks noGrp="1"/>
          </p:cNvSpPr>
          <p:nvPr>
            <p:ph type="body" sz="quarter" idx="64"/>
          </p:nvPr>
        </p:nvSpPr>
        <p:spPr>
          <a:xfrm>
            <a:off x="8989094" y="5237325"/>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7" name="Text Placeholder 51">
            <a:extLst>
              <a:ext uri="{FF2B5EF4-FFF2-40B4-BE49-F238E27FC236}">
                <a16:creationId xmlns:a16="http://schemas.microsoft.com/office/drawing/2014/main" id="{28336B8B-F235-D90D-85EE-AEEB69E810DF}"/>
              </a:ext>
            </a:extLst>
          </p:cNvPr>
          <p:cNvSpPr>
            <a:spLocks noGrp="1"/>
          </p:cNvSpPr>
          <p:nvPr>
            <p:ph type="body" sz="quarter" idx="65"/>
          </p:nvPr>
        </p:nvSpPr>
        <p:spPr>
          <a:xfrm>
            <a:off x="575902" y="5237325"/>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8" name="Text Placeholder 51">
            <a:extLst>
              <a:ext uri="{FF2B5EF4-FFF2-40B4-BE49-F238E27FC236}">
                <a16:creationId xmlns:a16="http://schemas.microsoft.com/office/drawing/2014/main" id="{97DCFF49-5DB2-6688-2B09-DC43C7B07536}"/>
              </a:ext>
            </a:extLst>
          </p:cNvPr>
          <p:cNvSpPr>
            <a:spLocks noGrp="1"/>
          </p:cNvSpPr>
          <p:nvPr>
            <p:ph type="body" sz="quarter" idx="66"/>
          </p:nvPr>
        </p:nvSpPr>
        <p:spPr>
          <a:xfrm>
            <a:off x="575902" y="2040306"/>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8FF54521-24C9-5C50-A3F1-AAB408958F98}"/>
              </a:ext>
            </a:extLst>
          </p:cNvPr>
          <p:cNvSpPr>
            <a:spLocks noGrp="1"/>
          </p:cNvSpPr>
          <p:nvPr>
            <p:ph type="body" sz="quarter" idx="67"/>
          </p:nvPr>
        </p:nvSpPr>
        <p:spPr>
          <a:xfrm>
            <a:off x="4792405" y="1297150"/>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5" name="Picture Placeholder 23">
            <a:extLst>
              <a:ext uri="{FF2B5EF4-FFF2-40B4-BE49-F238E27FC236}">
                <a16:creationId xmlns:a16="http://schemas.microsoft.com/office/drawing/2014/main" id="{20F9154A-A59B-FF3F-CB20-8FDBD4A08484}"/>
              </a:ext>
            </a:extLst>
          </p:cNvPr>
          <p:cNvSpPr>
            <a:spLocks noGrp="1" noChangeAspect="1"/>
          </p:cNvSpPr>
          <p:nvPr>
            <p:ph type="pic" sz="quarter" idx="53"/>
          </p:nvPr>
        </p:nvSpPr>
        <p:spPr>
          <a:xfrm>
            <a:off x="3824249" y="3306881"/>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6" name="Picture Placeholder 23">
            <a:extLst>
              <a:ext uri="{FF2B5EF4-FFF2-40B4-BE49-F238E27FC236}">
                <a16:creationId xmlns:a16="http://schemas.microsoft.com/office/drawing/2014/main" id="{72DDD394-4D8A-8160-2AB4-7841A6A6EF81}"/>
              </a:ext>
            </a:extLst>
          </p:cNvPr>
          <p:cNvSpPr>
            <a:spLocks noGrp="1" noChangeAspect="1"/>
          </p:cNvSpPr>
          <p:nvPr>
            <p:ph type="pic" sz="quarter" idx="68"/>
          </p:nvPr>
        </p:nvSpPr>
        <p:spPr>
          <a:xfrm>
            <a:off x="5645027" y="3306881"/>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7" name="Picture Placeholder 23">
            <a:extLst>
              <a:ext uri="{FF2B5EF4-FFF2-40B4-BE49-F238E27FC236}">
                <a16:creationId xmlns:a16="http://schemas.microsoft.com/office/drawing/2014/main" id="{82FC75E6-3B6F-7D81-0515-731C3428D812}"/>
              </a:ext>
            </a:extLst>
          </p:cNvPr>
          <p:cNvSpPr>
            <a:spLocks noGrp="1" noChangeAspect="1"/>
          </p:cNvSpPr>
          <p:nvPr>
            <p:ph type="pic" sz="quarter" idx="69"/>
          </p:nvPr>
        </p:nvSpPr>
        <p:spPr>
          <a:xfrm>
            <a:off x="7469383" y="3306881"/>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E66BDADF-217F-E411-325C-08A270A80390}"/>
              </a:ext>
            </a:extLst>
          </p:cNvPr>
          <p:cNvSpPr>
            <a:spLocks noGrp="1" noChangeAspect="1"/>
          </p:cNvSpPr>
          <p:nvPr>
            <p:ph type="pic" sz="quarter" idx="70"/>
          </p:nvPr>
        </p:nvSpPr>
        <p:spPr>
          <a:xfrm>
            <a:off x="6557205" y="4178447"/>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9" name="Picture Placeholder 23">
            <a:extLst>
              <a:ext uri="{FF2B5EF4-FFF2-40B4-BE49-F238E27FC236}">
                <a16:creationId xmlns:a16="http://schemas.microsoft.com/office/drawing/2014/main" id="{C1795521-44F9-A204-52FA-B2933525432C}"/>
              </a:ext>
            </a:extLst>
          </p:cNvPr>
          <p:cNvSpPr>
            <a:spLocks noGrp="1" noChangeAspect="1"/>
          </p:cNvSpPr>
          <p:nvPr>
            <p:ph type="pic" sz="quarter" idx="71"/>
          </p:nvPr>
        </p:nvSpPr>
        <p:spPr>
          <a:xfrm>
            <a:off x="4736426" y="4178447"/>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1563184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Infog_26">
    <p:spTree>
      <p:nvGrpSpPr>
        <p:cNvPr id="1" name=""/>
        <p:cNvGrpSpPr/>
        <p:nvPr/>
      </p:nvGrpSpPr>
      <p:grpSpPr>
        <a:xfrm>
          <a:off x="0" y="0"/>
          <a:ext cx="0" cy="0"/>
          <a:chOff x="0" y="0"/>
          <a:chExt cx="0" cy="0"/>
        </a:xfrm>
      </p:grpSpPr>
      <p:sp>
        <p:nvSpPr>
          <p:cNvPr id="15" name="Text Placeholder 51">
            <a:extLst>
              <a:ext uri="{FF2B5EF4-FFF2-40B4-BE49-F238E27FC236}">
                <a16:creationId xmlns:a16="http://schemas.microsoft.com/office/drawing/2014/main" id="{585D18E9-1E61-4187-9255-DFCF025D17BA}"/>
              </a:ext>
            </a:extLst>
          </p:cNvPr>
          <p:cNvSpPr>
            <a:spLocks noGrp="1"/>
          </p:cNvSpPr>
          <p:nvPr>
            <p:ph type="body" sz="quarter" idx="20"/>
          </p:nvPr>
        </p:nvSpPr>
        <p:spPr>
          <a:xfrm>
            <a:off x="2365316" y="1634508"/>
            <a:ext cx="8660035" cy="960910"/>
          </a:xfrm>
          <a:prstGeom prst="rect">
            <a:avLst/>
          </a:prstGeom>
          <a:noFill/>
        </p:spPr>
        <p:txBody>
          <a:bodyPr lIns="72000" tIns="36000" rIns="72000" bIns="36000" anchor="ctr">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19" name="Picture Placeholder 22">
            <a:extLst>
              <a:ext uri="{FF2B5EF4-FFF2-40B4-BE49-F238E27FC236}">
                <a16:creationId xmlns:a16="http://schemas.microsoft.com/office/drawing/2014/main" id="{D693E459-7DEB-49EE-92CE-CFC38C1478A9}"/>
              </a:ext>
            </a:extLst>
          </p:cNvPr>
          <p:cNvSpPr>
            <a:spLocks noGrp="1"/>
          </p:cNvSpPr>
          <p:nvPr>
            <p:ph type="pic" sz="quarter" idx="13"/>
          </p:nvPr>
        </p:nvSpPr>
        <p:spPr>
          <a:xfrm>
            <a:off x="1174667" y="1606094"/>
            <a:ext cx="1017742" cy="1017738"/>
          </a:xfrm>
          <a:prstGeom prst="rect">
            <a:avLst/>
          </a:prstGeom>
          <a:solidFill>
            <a:schemeClr val="accent1"/>
          </a:solidFill>
          <a:ln>
            <a:noFill/>
          </a:ln>
        </p:spPr>
        <p:txBody>
          <a:bodyPr anchor="ctr">
            <a:normAutofit/>
          </a:bodyPr>
          <a:lstStyle>
            <a:lvl1pPr marL="0" indent="0" algn="ctr">
              <a:buNone/>
              <a:defRPr sz="1100">
                <a:solidFill>
                  <a:schemeClr val="bg1"/>
                </a:solidFill>
              </a:defRPr>
            </a:lvl1pPr>
          </a:lstStyle>
          <a:p>
            <a:r>
              <a:rPr lang="en-US"/>
              <a:t>Click icon to add picture</a:t>
            </a:r>
            <a:endParaRPr lang="en-IN" dirty="0"/>
          </a:p>
        </p:txBody>
      </p:sp>
      <p:sp>
        <p:nvSpPr>
          <p:cNvPr id="25" name="Text Placeholder 51">
            <a:extLst>
              <a:ext uri="{FF2B5EF4-FFF2-40B4-BE49-F238E27FC236}">
                <a16:creationId xmlns:a16="http://schemas.microsoft.com/office/drawing/2014/main" id="{082C3E44-8236-47A0-AD37-066CD534B671}"/>
              </a:ext>
            </a:extLst>
          </p:cNvPr>
          <p:cNvSpPr>
            <a:spLocks noGrp="1"/>
          </p:cNvSpPr>
          <p:nvPr>
            <p:ph type="body" sz="quarter" idx="21"/>
          </p:nvPr>
        </p:nvSpPr>
        <p:spPr>
          <a:xfrm>
            <a:off x="2365316" y="2844471"/>
            <a:ext cx="8660035" cy="960910"/>
          </a:xfrm>
          <a:prstGeom prst="rect">
            <a:avLst/>
          </a:prstGeom>
          <a:noFill/>
        </p:spPr>
        <p:txBody>
          <a:bodyPr lIns="72000" tIns="36000" rIns="72000" bIns="36000" anchor="ctr">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6" name="Picture Placeholder 22">
            <a:extLst>
              <a:ext uri="{FF2B5EF4-FFF2-40B4-BE49-F238E27FC236}">
                <a16:creationId xmlns:a16="http://schemas.microsoft.com/office/drawing/2014/main" id="{43544852-3DE9-4BB5-8D38-2F7A029761F7}"/>
              </a:ext>
            </a:extLst>
          </p:cNvPr>
          <p:cNvSpPr>
            <a:spLocks noGrp="1"/>
          </p:cNvSpPr>
          <p:nvPr>
            <p:ph type="pic" sz="quarter" idx="22"/>
          </p:nvPr>
        </p:nvSpPr>
        <p:spPr>
          <a:xfrm>
            <a:off x="1174667" y="2816057"/>
            <a:ext cx="1017742" cy="1017738"/>
          </a:xfrm>
          <a:prstGeom prst="rect">
            <a:avLst/>
          </a:prstGeom>
          <a:solidFill>
            <a:schemeClr val="tx1"/>
          </a:solidFill>
          <a:ln>
            <a:noFill/>
          </a:ln>
        </p:spPr>
        <p:txBody>
          <a:bodyPr anchor="ctr">
            <a:normAutofit/>
          </a:bodyPr>
          <a:lstStyle>
            <a:lvl1pPr marL="0" indent="0" algn="ctr">
              <a:buNone/>
              <a:defRPr sz="1100">
                <a:solidFill>
                  <a:schemeClr val="bg1"/>
                </a:solidFill>
              </a:defRPr>
            </a:lvl1pPr>
          </a:lstStyle>
          <a:p>
            <a:r>
              <a:rPr lang="en-US"/>
              <a:t>Click icon to add picture</a:t>
            </a:r>
            <a:endParaRPr lang="en-IN" dirty="0"/>
          </a:p>
        </p:txBody>
      </p:sp>
      <p:sp>
        <p:nvSpPr>
          <p:cNvPr id="29" name="Text Placeholder 51">
            <a:extLst>
              <a:ext uri="{FF2B5EF4-FFF2-40B4-BE49-F238E27FC236}">
                <a16:creationId xmlns:a16="http://schemas.microsoft.com/office/drawing/2014/main" id="{4F4BAC1D-7206-439A-B49D-7645B6767468}"/>
              </a:ext>
            </a:extLst>
          </p:cNvPr>
          <p:cNvSpPr>
            <a:spLocks noGrp="1"/>
          </p:cNvSpPr>
          <p:nvPr>
            <p:ph type="body" sz="quarter" idx="23"/>
          </p:nvPr>
        </p:nvSpPr>
        <p:spPr>
          <a:xfrm>
            <a:off x="2365316" y="4054434"/>
            <a:ext cx="8660035" cy="960910"/>
          </a:xfrm>
          <a:prstGeom prst="rect">
            <a:avLst/>
          </a:prstGeom>
          <a:noFill/>
        </p:spPr>
        <p:txBody>
          <a:bodyPr lIns="72000" tIns="36000" rIns="72000" bIns="36000" anchor="ctr">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0" name="Picture Placeholder 22">
            <a:extLst>
              <a:ext uri="{FF2B5EF4-FFF2-40B4-BE49-F238E27FC236}">
                <a16:creationId xmlns:a16="http://schemas.microsoft.com/office/drawing/2014/main" id="{7FAA15D7-2368-4362-B2F3-FE74CEBDE713}"/>
              </a:ext>
            </a:extLst>
          </p:cNvPr>
          <p:cNvSpPr>
            <a:spLocks noGrp="1"/>
          </p:cNvSpPr>
          <p:nvPr>
            <p:ph type="pic" sz="quarter" idx="24"/>
          </p:nvPr>
        </p:nvSpPr>
        <p:spPr>
          <a:xfrm>
            <a:off x="1174667" y="4026020"/>
            <a:ext cx="1017742" cy="1017738"/>
          </a:xfrm>
          <a:prstGeom prst="rect">
            <a:avLst/>
          </a:prstGeom>
          <a:solidFill>
            <a:schemeClr val="accent1"/>
          </a:solidFill>
          <a:ln>
            <a:noFill/>
          </a:ln>
        </p:spPr>
        <p:txBody>
          <a:bodyPr anchor="ctr">
            <a:normAutofit/>
          </a:bodyPr>
          <a:lstStyle>
            <a:lvl1pPr marL="0" indent="0" algn="ctr">
              <a:buNone/>
              <a:defRPr sz="1100">
                <a:solidFill>
                  <a:schemeClr val="bg1"/>
                </a:solidFill>
              </a:defRPr>
            </a:lvl1pPr>
          </a:lstStyle>
          <a:p>
            <a:r>
              <a:rPr lang="en-US"/>
              <a:t>Click icon to add picture</a:t>
            </a:r>
            <a:endParaRPr lang="en-IN" dirty="0"/>
          </a:p>
        </p:txBody>
      </p:sp>
      <p:sp>
        <p:nvSpPr>
          <p:cNvPr id="33" name="Text Placeholder 51">
            <a:extLst>
              <a:ext uri="{FF2B5EF4-FFF2-40B4-BE49-F238E27FC236}">
                <a16:creationId xmlns:a16="http://schemas.microsoft.com/office/drawing/2014/main" id="{78F9B04C-A258-4605-A698-8BA352F46797}"/>
              </a:ext>
            </a:extLst>
          </p:cNvPr>
          <p:cNvSpPr>
            <a:spLocks noGrp="1"/>
          </p:cNvSpPr>
          <p:nvPr>
            <p:ph type="body" sz="quarter" idx="25"/>
          </p:nvPr>
        </p:nvSpPr>
        <p:spPr>
          <a:xfrm>
            <a:off x="2365316" y="5264397"/>
            <a:ext cx="8660035" cy="960910"/>
          </a:xfrm>
          <a:prstGeom prst="rect">
            <a:avLst/>
          </a:prstGeom>
          <a:noFill/>
        </p:spPr>
        <p:txBody>
          <a:bodyPr lIns="72000" tIns="36000" rIns="72000" bIns="36000" anchor="ctr">
            <a:no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4" name="Picture Placeholder 22">
            <a:extLst>
              <a:ext uri="{FF2B5EF4-FFF2-40B4-BE49-F238E27FC236}">
                <a16:creationId xmlns:a16="http://schemas.microsoft.com/office/drawing/2014/main" id="{932C4A85-2472-4504-93DE-046A29C0BA6F}"/>
              </a:ext>
            </a:extLst>
          </p:cNvPr>
          <p:cNvSpPr>
            <a:spLocks noGrp="1"/>
          </p:cNvSpPr>
          <p:nvPr>
            <p:ph type="pic" sz="quarter" idx="26"/>
          </p:nvPr>
        </p:nvSpPr>
        <p:spPr>
          <a:xfrm>
            <a:off x="1174667" y="5235983"/>
            <a:ext cx="1017742" cy="1017738"/>
          </a:xfrm>
          <a:prstGeom prst="rect">
            <a:avLst/>
          </a:prstGeom>
          <a:solidFill>
            <a:schemeClr val="tx1"/>
          </a:solidFill>
          <a:ln>
            <a:noFill/>
          </a:ln>
        </p:spPr>
        <p:txBody>
          <a:bodyPr anchor="ctr">
            <a:normAutofit/>
          </a:bodyPr>
          <a:lstStyle>
            <a:lvl1pPr marL="0" indent="0" algn="ctr">
              <a:buNone/>
              <a:defRPr sz="1100">
                <a:solidFill>
                  <a:schemeClr val="bg1"/>
                </a:solidFill>
              </a:defRPr>
            </a:lvl1pPr>
          </a:lstStyle>
          <a:p>
            <a:r>
              <a:rPr lang="en-US"/>
              <a:t>Click icon to add picture</a:t>
            </a:r>
            <a:endParaRPr lang="en-IN" dirty="0"/>
          </a:p>
        </p:txBody>
      </p:sp>
      <p:grpSp>
        <p:nvGrpSpPr>
          <p:cNvPr id="2" name="Group 1">
            <a:extLst>
              <a:ext uri="{FF2B5EF4-FFF2-40B4-BE49-F238E27FC236}">
                <a16:creationId xmlns:a16="http://schemas.microsoft.com/office/drawing/2014/main" id="{AC929837-E73F-C814-5E63-92E6D419926D}"/>
              </a:ext>
            </a:extLst>
          </p:cNvPr>
          <p:cNvGrpSpPr/>
          <p:nvPr/>
        </p:nvGrpSpPr>
        <p:grpSpPr>
          <a:xfrm>
            <a:off x="0" y="0"/>
            <a:ext cx="12192000" cy="301809"/>
            <a:chOff x="0" y="0"/>
            <a:chExt cx="12192000" cy="301809"/>
          </a:xfrm>
        </p:grpSpPr>
        <p:sp>
          <p:nvSpPr>
            <p:cNvPr id="3" name="Rectangle 2">
              <a:extLst>
                <a:ext uri="{FF2B5EF4-FFF2-40B4-BE49-F238E27FC236}">
                  <a16:creationId xmlns:a16="http://schemas.microsoft.com/office/drawing/2014/main" id="{37358A66-8888-F2C4-BCB5-90CF15E03CB4}"/>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C1D8C148-17BE-31BF-666E-942781981A2E}"/>
                </a:ext>
              </a:extLst>
            </p:cNvPr>
            <p:cNvGrpSpPr/>
            <p:nvPr userDrawn="1"/>
          </p:nvGrpSpPr>
          <p:grpSpPr>
            <a:xfrm>
              <a:off x="10687010" y="58571"/>
              <a:ext cx="1279331" cy="184666"/>
              <a:chOff x="10759355" y="58571"/>
              <a:chExt cx="1279331" cy="184666"/>
            </a:xfrm>
          </p:grpSpPr>
          <p:pic>
            <p:nvPicPr>
              <p:cNvPr id="8" name="Picture 7">
                <a:extLst>
                  <a:ext uri="{FF2B5EF4-FFF2-40B4-BE49-F238E27FC236}">
                    <a16:creationId xmlns:a16="http://schemas.microsoft.com/office/drawing/2014/main" id="{7223A66B-BEE6-3C9A-C9E5-A68FA85D1C0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9" name="TextBox 8">
                <a:extLst>
                  <a:ext uri="{FF2B5EF4-FFF2-40B4-BE49-F238E27FC236}">
                    <a16:creationId xmlns:a16="http://schemas.microsoft.com/office/drawing/2014/main" id="{653B3BE0-304A-F011-500D-B46EE71AD4E6}"/>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6" name="Straight Connector 5">
              <a:extLst>
                <a:ext uri="{FF2B5EF4-FFF2-40B4-BE49-F238E27FC236}">
                  <a16:creationId xmlns:a16="http://schemas.microsoft.com/office/drawing/2014/main" id="{940C9CF5-3AB2-6F18-C95B-E60EBA3D4449}"/>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8C90F52-DAFA-5190-282F-06753A35E511}"/>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Title 3">
            <a:extLst>
              <a:ext uri="{FF2B5EF4-FFF2-40B4-BE49-F238E27FC236}">
                <a16:creationId xmlns:a16="http://schemas.microsoft.com/office/drawing/2014/main" id="{20166092-88F1-82CB-5903-B8857D5775E5}"/>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62955084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Infog_2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Arc 1">
            <a:extLst>
              <a:ext uri="{FF2B5EF4-FFF2-40B4-BE49-F238E27FC236}">
                <a16:creationId xmlns:a16="http://schemas.microsoft.com/office/drawing/2014/main" id="{3B1C5307-99FB-A7E1-A4A5-D6E6711DC75B}"/>
              </a:ext>
            </a:extLst>
          </p:cNvPr>
          <p:cNvSpPr/>
          <p:nvPr/>
        </p:nvSpPr>
        <p:spPr>
          <a:xfrm>
            <a:off x="6582993" y="1655707"/>
            <a:ext cx="728076" cy="728076"/>
          </a:xfrm>
          <a:prstGeom prst="arc">
            <a:avLst>
              <a:gd name="adj1" fmla="val 12864483"/>
              <a:gd name="adj2" fmla="val 5246529"/>
            </a:avLst>
          </a:prstGeom>
          <a:ln w="152400" cap="rnd" cmpd="sng">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Oval 4">
            <a:extLst>
              <a:ext uri="{FF2B5EF4-FFF2-40B4-BE49-F238E27FC236}">
                <a16:creationId xmlns:a16="http://schemas.microsoft.com/office/drawing/2014/main" id="{45C36022-4D35-69F4-A8B2-9CF07D18627A}"/>
              </a:ext>
            </a:extLst>
          </p:cNvPr>
          <p:cNvSpPr/>
          <p:nvPr/>
        </p:nvSpPr>
        <p:spPr>
          <a:xfrm>
            <a:off x="7350554" y="4432876"/>
            <a:ext cx="990957" cy="990957"/>
          </a:xfrm>
          <a:prstGeom prst="ellipse">
            <a:avLst/>
          </a:prstGeom>
          <a:solidFill>
            <a:schemeClr val="accent4"/>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Oval 8">
            <a:extLst>
              <a:ext uri="{FF2B5EF4-FFF2-40B4-BE49-F238E27FC236}">
                <a16:creationId xmlns:a16="http://schemas.microsoft.com/office/drawing/2014/main" id="{0E195F41-27E9-35C8-8B80-5F1754B65237}"/>
              </a:ext>
            </a:extLst>
          </p:cNvPr>
          <p:cNvSpPr/>
          <p:nvPr/>
        </p:nvSpPr>
        <p:spPr>
          <a:xfrm>
            <a:off x="6500198" y="3409378"/>
            <a:ext cx="960266" cy="960265"/>
          </a:xfrm>
          <a:prstGeom prst="ellipse">
            <a:avLst/>
          </a:prstGeom>
          <a:solidFill>
            <a:schemeClr val="accent2"/>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Oval 9">
            <a:extLst>
              <a:ext uri="{FF2B5EF4-FFF2-40B4-BE49-F238E27FC236}">
                <a16:creationId xmlns:a16="http://schemas.microsoft.com/office/drawing/2014/main" id="{15FC5DD6-AD76-7A2F-EBFC-7E1258728A0B}"/>
              </a:ext>
            </a:extLst>
          </p:cNvPr>
          <p:cNvSpPr/>
          <p:nvPr/>
        </p:nvSpPr>
        <p:spPr>
          <a:xfrm>
            <a:off x="6737876" y="2547543"/>
            <a:ext cx="502659" cy="502659"/>
          </a:xfrm>
          <a:prstGeom prst="ellipse">
            <a:avLst/>
          </a:prstGeom>
          <a:solidFill>
            <a:schemeClr val="accent3"/>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Oval 11">
            <a:extLst>
              <a:ext uri="{FF2B5EF4-FFF2-40B4-BE49-F238E27FC236}">
                <a16:creationId xmlns:a16="http://schemas.microsoft.com/office/drawing/2014/main" id="{190ACA39-5371-B887-5B02-65CDB1EBC9F4}"/>
              </a:ext>
            </a:extLst>
          </p:cNvPr>
          <p:cNvSpPr/>
          <p:nvPr/>
        </p:nvSpPr>
        <p:spPr>
          <a:xfrm>
            <a:off x="6729689" y="1802403"/>
            <a:ext cx="434684" cy="434684"/>
          </a:xfrm>
          <a:prstGeom prst="ellipse">
            <a:avLst/>
          </a:prstGeom>
          <a:solidFill>
            <a:schemeClr val="accent1"/>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Oval 12">
            <a:extLst>
              <a:ext uri="{FF2B5EF4-FFF2-40B4-BE49-F238E27FC236}">
                <a16:creationId xmlns:a16="http://schemas.microsoft.com/office/drawing/2014/main" id="{06AFF8B9-09F5-4F01-9D37-77F1E70B665B}"/>
              </a:ext>
            </a:extLst>
          </p:cNvPr>
          <p:cNvSpPr/>
          <p:nvPr/>
        </p:nvSpPr>
        <p:spPr>
          <a:xfrm>
            <a:off x="8678172" y="3749402"/>
            <a:ext cx="1585434" cy="1585434"/>
          </a:xfrm>
          <a:prstGeom prst="ellipse">
            <a:avLst/>
          </a:prstGeom>
          <a:solidFill>
            <a:schemeClr val="accent2"/>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Oval 14">
            <a:extLst>
              <a:ext uri="{FF2B5EF4-FFF2-40B4-BE49-F238E27FC236}">
                <a16:creationId xmlns:a16="http://schemas.microsoft.com/office/drawing/2014/main" id="{B7BCCBC5-BB70-AC80-41F0-FDD6E0F8A828}"/>
              </a:ext>
            </a:extLst>
          </p:cNvPr>
          <p:cNvSpPr/>
          <p:nvPr/>
        </p:nvSpPr>
        <p:spPr>
          <a:xfrm>
            <a:off x="9671820" y="1786345"/>
            <a:ext cx="1859026" cy="1859026"/>
          </a:xfrm>
          <a:prstGeom prst="ellipse">
            <a:avLst/>
          </a:prstGeom>
          <a:solidFill>
            <a:schemeClr val="accent5"/>
          </a:solidFill>
          <a:ln w="571500">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8545154D-D3C9-3D00-7BAD-EF0A027A0DA0}"/>
              </a:ext>
            </a:extLst>
          </p:cNvPr>
          <p:cNvSpPr/>
          <p:nvPr/>
        </p:nvSpPr>
        <p:spPr>
          <a:xfrm flipH="1" flipV="1">
            <a:off x="6574115" y="2383783"/>
            <a:ext cx="830183" cy="830181"/>
          </a:xfrm>
          <a:prstGeom prst="arc">
            <a:avLst>
              <a:gd name="adj1" fmla="val 16219746"/>
              <a:gd name="adj2" fmla="val 5246529"/>
            </a:avLst>
          </a:prstGeom>
          <a:ln w="152400" cap="rnd"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735407"/>
              </a:solidFill>
            </a:endParaRPr>
          </a:p>
        </p:txBody>
      </p:sp>
      <p:sp>
        <p:nvSpPr>
          <p:cNvPr id="18" name="Arc 17">
            <a:extLst>
              <a:ext uri="{FF2B5EF4-FFF2-40B4-BE49-F238E27FC236}">
                <a16:creationId xmlns:a16="http://schemas.microsoft.com/office/drawing/2014/main" id="{772CE50C-2EDD-9E60-5F3A-1754DEC74EC9}"/>
              </a:ext>
            </a:extLst>
          </p:cNvPr>
          <p:cNvSpPr/>
          <p:nvPr/>
        </p:nvSpPr>
        <p:spPr>
          <a:xfrm>
            <a:off x="6304786" y="3213968"/>
            <a:ext cx="1351089" cy="1351088"/>
          </a:xfrm>
          <a:prstGeom prst="arc">
            <a:avLst>
              <a:gd name="adj1" fmla="val 16219746"/>
              <a:gd name="adj2" fmla="val 3033311"/>
            </a:avLst>
          </a:prstGeom>
          <a:ln w="152400" cap="rnd"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Arc 18">
            <a:extLst>
              <a:ext uri="{FF2B5EF4-FFF2-40B4-BE49-F238E27FC236}">
                <a16:creationId xmlns:a16="http://schemas.microsoft.com/office/drawing/2014/main" id="{FF76C4C0-90D7-9E56-B421-63D1E46292B8}"/>
              </a:ext>
            </a:extLst>
          </p:cNvPr>
          <p:cNvSpPr/>
          <p:nvPr/>
        </p:nvSpPr>
        <p:spPr>
          <a:xfrm flipH="1" flipV="1">
            <a:off x="7170489" y="4252810"/>
            <a:ext cx="1351089" cy="1351088"/>
          </a:xfrm>
          <a:prstGeom prst="arc">
            <a:avLst>
              <a:gd name="adj1" fmla="val 9994711"/>
              <a:gd name="adj2" fmla="val 3033311"/>
            </a:avLst>
          </a:prstGeom>
          <a:ln w="152400" cap="rnd" cmpd="sng">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0" name="Arc 19">
            <a:extLst>
              <a:ext uri="{FF2B5EF4-FFF2-40B4-BE49-F238E27FC236}">
                <a16:creationId xmlns:a16="http://schemas.microsoft.com/office/drawing/2014/main" id="{82DC2B92-80CD-E834-86CF-085A70496D2C}"/>
              </a:ext>
            </a:extLst>
          </p:cNvPr>
          <p:cNvSpPr/>
          <p:nvPr/>
        </p:nvSpPr>
        <p:spPr>
          <a:xfrm>
            <a:off x="8475702" y="3546933"/>
            <a:ext cx="1990375" cy="1990374"/>
          </a:xfrm>
          <a:prstGeom prst="arc">
            <a:avLst>
              <a:gd name="adj1" fmla="val 9994711"/>
              <a:gd name="adj2" fmla="val 18121124"/>
            </a:avLst>
          </a:prstGeom>
          <a:ln w="152400" cap="rnd" cmpd="sng">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Arc 20">
            <a:extLst>
              <a:ext uri="{FF2B5EF4-FFF2-40B4-BE49-F238E27FC236}">
                <a16:creationId xmlns:a16="http://schemas.microsoft.com/office/drawing/2014/main" id="{80E455F0-972A-2711-CF3A-CBFB676B561F}"/>
              </a:ext>
            </a:extLst>
          </p:cNvPr>
          <p:cNvSpPr/>
          <p:nvPr/>
        </p:nvSpPr>
        <p:spPr>
          <a:xfrm flipH="1" flipV="1">
            <a:off x="9449135" y="1563658"/>
            <a:ext cx="2304399" cy="2304398"/>
          </a:xfrm>
          <a:prstGeom prst="arc">
            <a:avLst>
              <a:gd name="adj1" fmla="val 6670775"/>
              <a:gd name="adj2" fmla="val 18121124"/>
            </a:avLst>
          </a:prstGeom>
          <a:ln w="152400" cap="rnd" cmpd="sng">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Picture Placeholder 23">
            <a:extLst>
              <a:ext uri="{FF2B5EF4-FFF2-40B4-BE49-F238E27FC236}">
                <a16:creationId xmlns:a16="http://schemas.microsoft.com/office/drawing/2014/main" id="{2AEF0AFE-B4C7-06AD-E7E1-4ADF1B1A2CF7}"/>
              </a:ext>
            </a:extLst>
          </p:cNvPr>
          <p:cNvSpPr>
            <a:spLocks noGrp="1" noChangeAspect="1"/>
          </p:cNvSpPr>
          <p:nvPr>
            <p:ph type="pic" sz="quarter" idx="50"/>
          </p:nvPr>
        </p:nvSpPr>
        <p:spPr>
          <a:xfrm>
            <a:off x="9849996" y="1964616"/>
            <a:ext cx="1502674" cy="150248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1B30683E-1B2F-E247-96F2-D4AF63B7CE1F}"/>
              </a:ext>
            </a:extLst>
          </p:cNvPr>
          <p:cNvSpPr>
            <a:spLocks noGrp="1" noChangeAspect="1"/>
          </p:cNvSpPr>
          <p:nvPr>
            <p:ph type="pic" sz="quarter" idx="51"/>
          </p:nvPr>
        </p:nvSpPr>
        <p:spPr>
          <a:xfrm>
            <a:off x="8875605" y="3946910"/>
            <a:ext cx="1190568" cy="119041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1" name="Picture Placeholder 23">
            <a:extLst>
              <a:ext uri="{FF2B5EF4-FFF2-40B4-BE49-F238E27FC236}">
                <a16:creationId xmlns:a16="http://schemas.microsoft.com/office/drawing/2014/main" id="{448D2CA8-3564-5637-F89B-650B078AFAEF}"/>
              </a:ext>
            </a:extLst>
          </p:cNvPr>
          <p:cNvSpPr>
            <a:spLocks noGrp="1" noChangeAspect="1"/>
          </p:cNvSpPr>
          <p:nvPr>
            <p:ph type="pic" sz="quarter" idx="52"/>
          </p:nvPr>
        </p:nvSpPr>
        <p:spPr>
          <a:xfrm>
            <a:off x="7462464" y="4544834"/>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2" name="Picture Placeholder 23">
            <a:extLst>
              <a:ext uri="{FF2B5EF4-FFF2-40B4-BE49-F238E27FC236}">
                <a16:creationId xmlns:a16="http://schemas.microsoft.com/office/drawing/2014/main" id="{56939097-6200-D7FF-F998-10DA68BC328C}"/>
              </a:ext>
            </a:extLst>
          </p:cNvPr>
          <p:cNvSpPr>
            <a:spLocks noGrp="1" noChangeAspect="1"/>
          </p:cNvSpPr>
          <p:nvPr>
            <p:ph type="pic" sz="quarter" idx="53"/>
          </p:nvPr>
        </p:nvSpPr>
        <p:spPr>
          <a:xfrm>
            <a:off x="6596763" y="3505990"/>
            <a:ext cx="767136" cy="76704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3" name="Picture Placeholder 23">
            <a:extLst>
              <a:ext uri="{FF2B5EF4-FFF2-40B4-BE49-F238E27FC236}">
                <a16:creationId xmlns:a16="http://schemas.microsoft.com/office/drawing/2014/main" id="{92413C26-1EDF-7C48-3592-05B84596FD74}"/>
              </a:ext>
            </a:extLst>
          </p:cNvPr>
          <p:cNvSpPr>
            <a:spLocks noGrp="1" noChangeAspect="1"/>
          </p:cNvSpPr>
          <p:nvPr>
            <p:ph type="pic" sz="quarter" idx="54"/>
          </p:nvPr>
        </p:nvSpPr>
        <p:spPr>
          <a:xfrm>
            <a:off x="6764562" y="1837299"/>
            <a:ext cx="364938" cy="3648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4" name="Text Placeholder 51">
            <a:extLst>
              <a:ext uri="{FF2B5EF4-FFF2-40B4-BE49-F238E27FC236}">
                <a16:creationId xmlns:a16="http://schemas.microsoft.com/office/drawing/2014/main" id="{7D075F70-E7B7-17B0-24E1-69B865F9282C}"/>
              </a:ext>
            </a:extLst>
          </p:cNvPr>
          <p:cNvSpPr>
            <a:spLocks noGrp="1"/>
          </p:cNvSpPr>
          <p:nvPr>
            <p:ph type="body" sz="quarter" idx="63"/>
          </p:nvPr>
        </p:nvSpPr>
        <p:spPr>
          <a:xfrm>
            <a:off x="661154" y="2057425"/>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5" name="Text Placeholder 51">
            <a:extLst>
              <a:ext uri="{FF2B5EF4-FFF2-40B4-BE49-F238E27FC236}">
                <a16:creationId xmlns:a16="http://schemas.microsoft.com/office/drawing/2014/main" id="{AB4E1DEC-94C1-DADB-3FB1-E36B94FC8D0C}"/>
              </a:ext>
            </a:extLst>
          </p:cNvPr>
          <p:cNvSpPr>
            <a:spLocks noGrp="1"/>
          </p:cNvSpPr>
          <p:nvPr>
            <p:ph type="body" sz="quarter" idx="64"/>
          </p:nvPr>
        </p:nvSpPr>
        <p:spPr>
          <a:xfrm>
            <a:off x="3434828" y="2057425"/>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6" name="Text Placeholder 51">
            <a:extLst>
              <a:ext uri="{FF2B5EF4-FFF2-40B4-BE49-F238E27FC236}">
                <a16:creationId xmlns:a16="http://schemas.microsoft.com/office/drawing/2014/main" id="{23371802-6C3A-84B3-027A-E2C1472E9F4F}"/>
              </a:ext>
            </a:extLst>
          </p:cNvPr>
          <p:cNvSpPr>
            <a:spLocks noGrp="1"/>
          </p:cNvSpPr>
          <p:nvPr>
            <p:ph type="body" sz="quarter" idx="65"/>
          </p:nvPr>
        </p:nvSpPr>
        <p:spPr>
          <a:xfrm>
            <a:off x="661154" y="3376751"/>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7" name="Text Placeholder 51">
            <a:extLst>
              <a:ext uri="{FF2B5EF4-FFF2-40B4-BE49-F238E27FC236}">
                <a16:creationId xmlns:a16="http://schemas.microsoft.com/office/drawing/2014/main" id="{1F07EDFC-93A7-361D-62A2-29B7BCBF873C}"/>
              </a:ext>
            </a:extLst>
          </p:cNvPr>
          <p:cNvSpPr>
            <a:spLocks noGrp="1"/>
          </p:cNvSpPr>
          <p:nvPr>
            <p:ph type="body" sz="quarter" idx="66"/>
          </p:nvPr>
        </p:nvSpPr>
        <p:spPr>
          <a:xfrm>
            <a:off x="3434828" y="3376751"/>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8" name="Text Placeholder 51">
            <a:extLst>
              <a:ext uri="{FF2B5EF4-FFF2-40B4-BE49-F238E27FC236}">
                <a16:creationId xmlns:a16="http://schemas.microsoft.com/office/drawing/2014/main" id="{4287AACE-C13C-D4ED-AA9A-F2471D687213}"/>
              </a:ext>
            </a:extLst>
          </p:cNvPr>
          <p:cNvSpPr>
            <a:spLocks noGrp="1"/>
          </p:cNvSpPr>
          <p:nvPr>
            <p:ph type="body" sz="quarter" idx="67"/>
          </p:nvPr>
        </p:nvSpPr>
        <p:spPr>
          <a:xfrm>
            <a:off x="661154" y="4696077"/>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D193351A-9DAE-781D-4D65-5135AFC78967}"/>
              </a:ext>
            </a:extLst>
          </p:cNvPr>
          <p:cNvSpPr>
            <a:spLocks noGrp="1"/>
          </p:cNvSpPr>
          <p:nvPr>
            <p:ph type="body" sz="quarter" idx="68"/>
          </p:nvPr>
        </p:nvSpPr>
        <p:spPr>
          <a:xfrm>
            <a:off x="3434828" y="4696077"/>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2" name="Picture Placeholder 23">
            <a:extLst>
              <a:ext uri="{FF2B5EF4-FFF2-40B4-BE49-F238E27FC236}">
                <a16:creationId xmlns:a16="http://schemas.microsoft.com/office/drawing/2014/main" id="{F4C609BD-1B44-41F0-205E-DA57776CD912}"/>
              </a:ext>
            </a:extLst>
          </p:cNvPr>
          <p:cNvSpPr>
            <a:spLocks noGrp="1" noChangeAspect="1"/>
          </p:cNvSpPr>
          <p:nvPr>
            <p:ph type="pic" sz="quarter" idx="69"/>
          </p:nvPr>
        </p:nvSpPr>
        <p:spPr>
          <a:xfrm>
            <a:off x="6815610" y="2625299"/>
            <a:ext cx="347190" cy="34714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36025512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Infog_2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cxnSp>
        <p:nvCxnSpPr>
          <p:cNvPr id="2" name="Straight Connector 1">
            <a:extLst>
              <a:ext uri="{FF2B5EF4-FFF2-40B4-BE49-F238E27FC236}">
                <a16:creationId xmlns:a16="http://schemas.microsoft.com/office/drawing/2014/main" id="{6D45D941-5977-2B73-7EDF-B69B432675D8}"/>
              </a:ext>
            </a:extLst>
          </p:cNvPr>
          <p:cNvCxnSpPr>
            <a:cxnSpLocks/>
            <a:stCxn id="28" idx="4"/>
          </p:cNvCxnSpPr>
          <p:nvPr/>
        </p:nvCxnSpPr>
        <p:spPr>
          <a:xfrm>
            <a:off x="7782628" y="2722928"/>
            <a:ext cx="0" cy="2187373"/>
          </a:xfrm>
          <a:prstGeom prst="line">
            <a:avLst/>
          </a:prstGeom>
          <a:ln cap="rnd">
            <a:solidFill>
              <a:schemeClr val="tx1"/>
            </a:solidFill>
            <a:tailEnd type="ova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0DD1CFFA-199C-7EE3-630C-1DC245001FB5}"/>
              </a:ext>
            </a:extLst>
          </p:cNvPr>
          <p:cNvCxnSpPr>
            <a:cxnSpLocks/>
            <a:stCxn id="29" idx="4"/>
          </p:cNvCxnSpPr>
          <p:nvPr/>
        </p:nvCxnSpPr>
        <p:spPr>
          <a:xfrm>
            <a:off x="9469258" y="2722928"/>
            <a:ext cx="0" cy="678947"/>
          </a:xfrm>
          <a:prstGeom prst="line">
            <a:avLst/>
          </a:prstGeom>
          <a:ln cap="rnd">
            <a:solidFill>
              <a:schemeClr val="accent1"/>
            </a:solidFill>
            <a:tailEnd type="ova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55FF653-3972-66FC-946C-63C4E43F1C30}"/>
              </a:ext>
            </a:extLst>
          </p:cNvPr>
          <p:cNvCxnSpPr>
            <a:cxnSpLocks/>
            <a:stCxn id="27" idx="4"/>
          </p:cNvCxnSpPr>
          <p:nvPr/>
        </p:nvCxnSpPr>
        <p:spPr>
          <a:xfrm>
            <a:off x="6095999" y="2722928"/>
            <a:ext cx="0" cy="832101"/>
          </a:xfrm>
          <a:prstGeom prst="line">
            <a:avLst/>
          </a:prstGeom>
          <a:ln cap="rnd">
            <a:solidFill>
              <a:schemeClr val="accent1"/>
            </a:solidFill>
            <a:tailEnd type="ova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3CEED301-54FC-E02E-12EC-3505E8ED64EB}"/>
              </a:ext>
            </a:extLst>
          </p:cNvPr>
          <p:cNvCxnSpPr>
            <a:cxnSpLocks/>
            <a:stCxn id="26" idx="4"/>
          </p:cNvCxnSpPr>
          <p:nvPr/>
        </p:nvCxnSpPr>
        <p:spPr>
          <a:xfrm>
            <a:off x="4409371" y="2722928"/>
            <a:ext cx="0" cy="2626277"/>
          </a:xfrm>
          <a:prstGeom prst="line">
            <a:avLst/>
          </a:prstGeom>
          <a:ln cap="rnd">
            <a:solidFill>
              <a:schemeClr val="tx1"/>
            </a:solidFill>
            <a:tailEnd type="ova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FB39746-E172-625A-A392-A1BD66F72D84}"/>
              </a:ext>
            </a:extLst>
          </p:cNvPr>
          <p:cNvCxnSpPr>
            <a:cxnSpLocks/>
            <a:stCxn id="25" idx="4"/>
          </p:cNvCxnSpPr>
          <p:nvPr/>
        </p:nvCxnSpPr>
        <p:spPr>
          <a:xfrm>
            <a:off x="2722742" y="2722928"/>
            <a:ext cx="0" cy="1131026"/>
          </a:xfrm>
          <a:prstGeom prst="line">
            <a:avLst/>
          </a:prstGeom>
          <a:ln cap="rnd">
            <a:solidFill>
              <a:schemeClr val="accent1"/>
            </a:solidFill>
            <a:tailEnd type="ova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9F42E71D-9D72-5051-98FA-D0BC8AE4E1A6}"/>
              </a:ext>
            </a:extLst>
          </p:cNvPr>
          <p:cNvSpPr/>
          <p:nvPr/>
        </p:nvSpPr>
        <p:spPr>
          <a:xfrm>
            <a:off x="1946764" y="1453932"/>
            <a:ext cx="1551956" cy="1551957"/>
          </a:xfrm>
          <a:prstGeom prst="ellipse">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36FDF61-0ACD-4A04-3775-78E66734435A}"/>
              </a:ext>
            </a:extLst>
          </p:cNvPr>
          <p:cNvSpPr/>
          <p:nvPr/>
        </p:nvSpPr>
        <p:spPr>
          <a:xfrm>
            <a:off x="3633392" y="1453932"/>
            <a:ext cx="1551956" cy="1551957"/>
          </a:xfrm>
          <a:prstGeom prst="ellipse">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E95E48B-8462-9182-E695-35E3600618F7}"/>
              </a:ext>
            </a:extLst>
          </p:cNvPr>
          <p:cNvSpPr/>
          <p:nvPr/>
        </p:nvSpPr>
        <p:spPr>
          <a:xfrm>
            <a:off x="5320021" y="1453932"/>
            <a:ext cx="1551956" cy="1551957"/>
          </a:xfrm>
          <a:prstGeom prst="ellipse">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87C8604-A664-7061-B679-CEBAEF4CD2C5}"/>
              </a:ext>
            </a:extLst>
          </p:cNvPr>
          <p:cNvSpPr/>
          <p:nvPr/>
        </p:nvSpPr>
        <p:spPr>
          <a:xfrm>
            <a:off x="7006649" y="1453932"/>
            <a:ext cx="1551956" cy="1551957"/>
          </a:xfrm>
          <a:prstGeom prst="ellipse">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404DF91-ADDE-7386-6F1B-ADC5E5D50CBB}"/>
              </a:ext>
            </a:extLst>
          </p:cNvPr>
          <p:cNvSpPr/>
          <p:nvPr/>
        </p:nvSpPr>
        <p:spPr>
          <a:xfrm>
            <a:off x="8693280" y="1453932"/>
            <a:ext cx="1551956" cy="1551957"/>
          </a:xfrm>
          <a:prstGeom prst="ellipse">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ounded Rectangle 5">
            <a:extLst>
              <a:ext uri="{FF2B5EF4-FFF2-40B4-BE49-F238E27FC236}">
                <a16:creationId xmlns:a16="http://schemas.microsoft.com/office/drawing/2014/main" id="{C90ED892-EEC1-035B-A612-4F41325ABEAC}"/>
              </a:ext>
            </a:extLst>
          </p:cNvPr>
          <p:cNvSpPr/>
          <p:nvPr/>
        </p:nvSpPr>
        <p:spPr>
          <a:xfrm rot="18872894">
            <a:off x="3409594" y="1453865"/>
            <a:ext cx="360198" cy="1595756"/>
          </a:xfrm>
          <a:prstGeom prst="roundRect">
            <a:avLst>
              <a:gd name="adj" fmla="val 50000"/>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ounded Rectangle 12">
            <a:extLst>
              <a:ext uri="{FF2B5EF4-FFF2-40B4-BE49-F238E27FC236}">
                <a16:creationId xmlns:a16="http://schemas.microsoft.com/office/drawing/2014/main" id="{20EFAA4E-F929-C73F-784A-E57C4BA2DD1E}"/>
              </a:ext>
            </a:extLst>
          </p:cNvPr>
          <p:cNvSpPr/>
          <p:nvPr/>
        </p:nvSpPr>
        <p:spPr>
          <a:xfrm rot="18872894">
            <a:off x="5096222" y="1453865"/>
            <a:ext cx="360198" cy="1595756"/>
          </a:xfrm>
          <a:prstGeom prst="roundRect">
            <a:avLst>
              <a:gd name="adj" fmla="val 50000"/>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A1B45E5A-0847-CAEE-039A-8F78D82EF93C}"/>
              </a:ext>
            </a:extLst>
          </p:cNvPr>
          <p:cNvSpPr/>
          <p:nvPr/>
        </p:nvSpPr>
        <p:spPr>
          <a:xfrm rot="18872894">
            <a:off x="6782850" y="1453865"/>
            <a:ext cx="360198" cy="1595756"/>
          </a:xfrm>
          <a:prstGeom prst="roundRect">
            <a:avLst>
              <a:gd name="adj" fmla="val 50000"/>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ounded Rectangle 19">
            <a:extLst>
              <a:ext uri="{FF2B5EF4-FFF2-40B4-BE49-F238E27FC236}">
                <a16:creationId xmlns:a16="http://schemas.microsoft.com/office/drawing/2014/main" id="{EB784DF0-ACA2-1B9D-1E1D-BACA812D5EF5}"/>
              </a:ext>
            </a:extLst>
          </p:cNvPr>
          <p:cNvSpPr/>
          <p:nvPr/>
        </p:nvSpPr>
        <p:spPr>
          <a:xfrm rot="18872894">
            <a:off x="8469479" y="1453865"/>
            <a:ext cx="360198" cy="1595756"/>
          </a:xfrm>
          <a:prstGeom prst="roundRect">
            <a:avLst>
              <a:gd name="adj" fmla="val 50000"/>
            </a:avLst>
          </a:prstGeom>
          <a:solidFill>
            <a:schemeClr val="accent3">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5B566DE-DD3C-0494-C84C-BC89887F961C}"/>
              </a:ext>
            </a:extLst>
          </p:cNvPr>
          <p:cNvSpPr/>
          <p:nvPr/>
        </p:nvSpPr>
        <p:spPr>
          <a:xfrm>
            <a:off x="2229724" y="1736892"/>
            <a:ext cx="986036" cy="986036"/>
          </a:xfrm>
          <a:prstGeom prst="ellipse">
            <a:avLst/>
          </a:prstGeom>
          <a:solidFill>
            <a:schemeClr val="accent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9D70296-F806-24BE-AC60-EA78C3F12D5B}"/>
              </a:ext>
            </a:extLst>
          </p:cNvPr>
          <p:cNvSpPr/>
          <p:nvPr/>
        </p:nvSpPr>
        <p:spPr>
          <a:xfrm>
            <a:off x="3916353" y="1736892"/>
            <a:ext cx="986036" cy="986036"/>
          </a:xfrm>
          <a:prstGeom prst="ellipse">
            <a:avLst/>
          </a:prstGeom>
          <a:solidFill>
            <a:schemeClr val="tx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275A763-EF22-76DF-A8B0-63FE14204FF1}"/>
              </a:ext>
            </a:extLst>
          </p:cNvPr>
          <p:cNvSpPr/>
          <p:nvPr/>
        </p:nvSpPr>
        <p:spPr>
          <a:xfrm>
            <a:off x="5602981" y="1736892"/>
            <a:ext cx="986036" cy="986036"/>
          </a:xfrm>
          <a:prstGeom prst="ellipse">
            <a:avLst/>
          </a:prstGeom>
          <a:solidFill>
            <a:schemeClr val="accent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A1B203E-959B-7E74-A55A-906532FE4C0D}"/>
              </a:ext>
            </a:extLst>
          </p:cNvPr>
          <p:cNvSpPr/>
          <p:nvPr/>
        </p:nvSpPr>
        <p:spPr>
          <a:xfrm>
            <a:off x="7289610" y="1736892"/>
            <a:ext cx="986036" cy="986036"/>
          </a:xfrm>
          <a:prstGeom prst="ellipse">
            <a:avLst/>
          </a:prstGeom>
          <a:solidFill>
            <a:schemeClr val="tx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CB98B51-DEE0-03AC-C3F6-4F65C867885E}"/>
              </a:ext>
            </a:extLst>
          </p:cNvPr>
          <p:cNvSpPr/>
          <p:nvPr/>
        </p:nvSpPr>
        <p:spPr>
          <a:xfrm>
            <a:off x="8976240" y="1736892"/>
            <a:ext cx="986036" cy="986036"/>
          </a:xfrm>
          <a:prstGeom prst="ellipse">
            <a:avLst/>
          </a:prstGeom>
          <a:solidFill>
            <a:schemeClr val="accent1"/>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Picture Placeholder 23">
            <a:extLst>
              <a:ext uri="{FF2B5EF4-FFF2-40B4-BE49-F238E27FC236}">
                <a16:creationId xmlns:a16="http://schemas.microsoft.com/office/drawing/2014/main" id="{D763899C-23D1-9E57-42EA-0A0866ACAFE6}"/>
              </a:ext>
            </a:extLst>
          </p:cNvPr>
          <p:cNvSpPr>
            <a:spLocks noGrp="1" noChangeAspect="1"/>
          </p:cNvSpPr>
          <p:nvPr>
            <p:ph type="pic" sz="quarter" idx="50"/>
          </p:nvPr>
        </p:nvSpPr>
        <p:spPr>
          <a:xfrm>
            <a:off x="2428871" y="1936076"/>
            <a:ext cx="587742" cy="58766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3" name="Picture Placeholder 23">
            <a:extLst>
              <a:ext uri="{FF2B5EF4-FFF2-40B4-BE49-F238E27FC236}">
                <a16:creationId xmlns:a16="http://schemas.microsoft.com/office/drawing/2014/main" id="{AA957A12-F18C-8CCB-66BB-5DAC4F602277}"/>
              </a:ext>
            </a:extLst>
          </p:cNvPr>
          <p:cNvSpPr>
            <a:spLocks noGrp="1" noChangeAspect="1"/>
          </p:cNvSpPr>
          <p:nvPr>
            <p:ph type="pic" sz="quarter" idx="51"/>
          </p:nvPr>
        </p:nvSpPr>
        <p:spPr>
          <a:xfrm>
            <a:off x="4115499" y="1936076"/>
            <a:ext cx="587742" cy="58766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4" name="Picture Placeholder 23">
            <a:extLst>
              <a:ext uri="{FF2B5EF4-FFF2-40B4-BE49-F238E27FC236}">
                <a16:creationId xmlns:a16="http://schemas.microsoft.com/office/drawing/2014/main" id="{2A44B563-6C93-40CF-849D-2405D34440C8}"/>
              </a:ext>
            </a:extLst>
          </p:cNvPr>
          <p:cNvSpPr>
            <a:spLocks noGrp="1" noChangeAspect="1"/>
          </p:cNvSpPr>
          <p:nvPr>
            <p:ph type="pic" sz="quarter" idx="52"/>
          </p:nvPr>
        </p:nvSpPr>
        <p:spPr>
          <a:xfrm>
            <a:off x="5802128" y="1936076"/>
            <a:ext cx="587742" cy="58766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5" name="Picture Placeholder 23">
            <a:extLst>
              <a:ext uri="{FF2B5EF4-FFF2-40B4-BE49-F238E27FC236}">
                <a16:creationId xmlns:a16="http://schemas.microsoft.com/office/drawing/2014/main" id="{7C24C701-6A05-8A87-7E74-5715E11BD0C1}"/>
              </a:ext>
            </a:extLst>
          </p:cNvPr>
          <p:cNvSpPr>
            <a:spLocks noGrp="1" noChangeAspect="1"/>
          </p:cNvSpPr>
          <p:nvPr>
            <p:ph type="pic" sz="quarter" idx="53"/>
          </p:nvPr>
        </p:nvSpPr>
        <p:spPr>
          <a:xfrm>
            <a:off x="7488756" y="1936076"/>
            <a:ext cx="587742" cy="58766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6" name="Picture Placeholder 23">
            <a:extLst>
              <a:ext uri="{FF2B5EF4-FFF2-40B4-BE49-F238E27FC236}">
                <a16:creationId xmlns:a16="http://schemas.microsoft.com/office/drawing/2014/main" id="{F1BB9DDF-EB49-2FD4-99BB-FC951ADBE68C}"/>
              </a:ext>
            </a:extLst>
          </p:cNvPr>
          <p:cNvSpPr>
            <a:spLocks noGrp="1" noChangeAspect="1"/>
          </p:cNvSpPr>
          <p:nvPr>
            <p:ph type="pic" sz="quarter" idx="54"/>
          </p:nvPr>
        </p:nvSpPr>
        <p:spPr>
          <a:xfrm>
            <a:off x="9175387" y="1936076"/>
            <a:ext cx="587742" cy="58766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9" name="Text Placeholder 51">
            <a:extLst>
              <a:ext uri="{FF2B5EF4-FFF2-40B4-BE49-F238E27FC236}">
                <a16:creationId xmlns:a16="http://schemas.microsoft.com/office/drawing/2014/main" id="{43C4702D-7911-5FA4-913C-370B2AE1EFF1}"/>
              </a:ext>
            </a:extLst>
          </p:cNvPr>
          <p:cNvSpPr>
            <a:spLocks noGrp="1"/>
          </p:cNvSpPr>
          <p:nvPr>
            <p:ph type="body" sz="quarter" idx="61"/>
          </p:nvPr>
        </p:nvSpPr>
        <p:spPr>
          <a:xfrm>
            <a:off x="1491209" y="3997681"/>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0" name="Text Placeholder 51">
            <a:extLst>
              <a:ext uri="{FF2B5EF4-FFF2-40B4-BE49-F238E27FC236}">
                <a16:creationId xmlns:a16="http://schemas.microsoft.com/office/drawing/2014/main" id="{A19DC9E7-2568-D802-F746-F338C913811F}"/>
              </a:ext>
            </a:extLst>
          </p:cNvPr>
          <p:cNvSpPr>
            <a:spLocks noGrp="1"/>
          </p:cNvSpPr>
          <p:nvPr>
            <p:ph type="body" sz="quarter" idx="62"/>
          </p:nvPr>
        </p:nvSpPr>
        <p:spPr>
          <a:xfrm>
            <a:off x="4864464" y="3691290"/>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1" name="Text Placeholder 51">
            <a:extLst>
              <a:ext uri="{FF2B5EF4-FFF2-40B4-BE49-F238E27FC236}">
                <a16:creationId xmlns:a16="http://schemas.microsoft.com/office/drawing/2014/main" id="{4C2840FB-27DC-03BC-D89D-4C9AF545C26D}"/>
              </a:ext>
            </a:extLst>
          </p:cNvPr>
          <p:cNvSpPr>
            <a:spLocks noGrp="1"/>
          </p:cNvSpPr>
          <p:nvPr>
            <p:ph type="body" sz="quarter" idx="63"/>
          </p:nvPr>
        </p:nvSpPr>
        <p:spPr>
          <a:xfrm>
            <a:off x="8234548" y="3538726"/>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4" name="Text Placeholder 51">
            <a:extLst>
              <a:ext uri="{FF2B5EF4-FFF2-40B4-BE49-F238E27FC236}">
                <a16:creationId xmlns:a16="http://schemas.microsoft.com/office/drawing/2014/main" id="{7ACF6913-7B0B-278A-321D-6C55A55D5171}"/>
              </a:ext>
            </a:extLst>
          </p:cNvPr>
          <p:cNvSpPr>
            <a:spLocks noGrp="1"/>
          </p:cNvSpPr>
          <p:nvPr>
            <p:ph type="body" sz="quarter" idx="64"/>
          </p:nvPr>
        </p:nvSpPr>
        <p:spPr>
          <a:xfrm>
            <a:off x="3172000" y="5485466"/>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5" name="Text Placeholder 51">
            <a:extLst>
              <a:ext uri="{FF2B5EF4-FFF2-40B4-BE49-F238E27FC236}">
                <a16:creationId xmlns:a16="http://schemas.microsoft.com/office/drawing/2014/main" id="{E7C3873E-4418-ADD0-4552-57F514147F86}"/>
              </a:ext>
            </a:extLst>
          </p:cNvPr>
          <p:cNvSpPr>
            <a:spLocks noGrp="1"/>
          </p:cNvSpPr>
          <p:nvPr>
            <p:ph type="body" sz="quarter" idx="65"/>
          </p:nvPr>
        </p:nvSpPr>
        <p:spPr>
          <a:xfrm>
            <a:off x="6545263" y="5031782"/>
            <a:ext cx="2474739" cy="1003332"/>
          </a:xfrm>
          <a:prstGeom prst="rect">
            <a:avLst/>
          </a:prstGeom>
          <a:no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5858847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Infog_29">
    <p:spTree>
      <p:nvGrpSpPr>
        <p:cNvPr id="1" name=""/>
        <p:cNvGrpSpPr/>
        <p:nvPr/>
      </p:nvGrpSpPr>
      <p:grpSpPr>
        <a:xfrm>
          <a:off x="0" y="0"/>
          <a:ext cx="0" cy="0"/>
          <a:chOff x="0" y="0"/>
          <a:chExt cx="0" cy="0"/>
        </a:xfrm>
      </p:grpSpPr>
      <p:sp>
        <p:nvSpPr>
          <p:cNvPr id="13" name="Text Placeholder 2">
            <a:extLst>
              <a:ext uri="{FF2B5EF4-FFF2-40B4-BE49-F238E27FC236}">
                <a16:creationId xmlns:a16="http://schemas.microsoft.com/office/drawing/2014/main" id="{17DCAB2D-AD7C-4A4D-95C5-5CF86328F89A}"/>
              </a:ext>
            </a:extLst>
          </p:cNvPr>
          <p:cNvSpPr>
            <a:spLocks noGrp="1"/>
          </p:cNvSpPr>
          <p:nvPr>
            <p:ph type="body" sz="quarter" idx="13"/>
          </p:nvPr>
        </p:nvSpPr>
        <p:spPr>
          <a:xfrm>
            <a:off x="1055191" y="1681045"/>
            <a:ext cx="2160240" cy="360036"/>
          </a:xfrm>
          <a:prstGeom prst="rect">
            <a:avLst/>
          </a:prstGeom>
          <a:solidFill>
            <a:schemeClr val="accent1"/>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18" name="Text Placeholder 20">
            <a:extLst>
              <a:ext uri="{FF2B5EF4-FFF2-40B4-BE49-F238E27FC236}">
                <a16:creationId xmlns:a16="http://schemas.microsoft.com/office/drawing/2014/main" id="{C8480DFC-5519-4B0B-8FEA-7829FB90213C}"/>
              </a:ext>
            </a:extLst>
          </p:cNvPr>
          <p:cNvSpPr>
            <a:spLocks noGrp="1"/>
          </p:cNvSpPr>
          <p:nvPr>
            <p:ph type="body" sz="quarter" idx="22"/>
          </p:nvPr>
        </p:nvSpPr>
        <p:spPr>
          <a:xfrm>
            <a:off x="1258297" y="3309440"/>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19" name="Text Placeholder 20">
            <a:extLst>
              <a:ext uri="{FF2B5EF4-FFF2-40B4-BE49-F238E27FC236}">
                <a16:creationId xmlns:a16="http://schemas.microsoft.com/office/drawing/2014/main" id="{1BEDAE13-BF05-43AF-B6C7-8C402DDB11D9}"/>
              </a:ext>
            </a:extLst>
          </p:cNvPr>
          <p:cNvSpPr>
            <a:spLocks noGrp="1"/>
          </p:cNvSpPr>
          <p:nvPr>
            <p:ph type="body" sz="quarter" idx="23"/>
          </p:nvPr>
        </p:nvSpPr>
        <p:spPr>
          <a:xfrm>
            <a:off x="9179178" y="3309440"/>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0" name="Text Placeholder 20">
            <a:extLst>
              <a:ext uri="{FF2B5EF4-FFF2-40B4-BE49-F238E27FC236}">
                <a16:creationId xmlns:a16="http://schemas.microsoft.com/office/drawing/2014/main" id="{2EB215C3-16E1-4A97-836D-7DB5E4690EAB}"/>
              </a:ext>
            </a:extLst>
          </p:cNvPr>
          <p:cNvSpPr>
            <a:spLocks noGrp="1"/>
          </p:cNvSpPr>
          <p:nvPr>
            <p:ph type="body" sz="quarter" idx="24"/>
          </p:nvPr>
        </p:nvSpPr>
        <p:spPr>
          <a:xfrm>
            <a:off x="6538885" y="3309440"/>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1" name="Text Placeholder 20">
            <a:extLst>
              <a:ext uri="{FF2B5EF4-FFF2-40B4-BE49-F238E27FC236}">
                <a16:creationId xmlns:a16="http://schemas.microsoft.com/office/drawing/2014/main" id="{84AC064E-4DCE-41F9-B29F-173BFBB0C339}"/>
              </a:ext>
            </a:extLst>
          </p:cNvPr>
          <p:cNvSpPr>
            <a:spLocks noGrp="1"/>
          </p:cNvSpPr>
          <p:nvPr>
            <p:ph type="body" sz="quarter" idx="25"/>
          </p:nvPr>
        </p:nvSpPr>
        <p:spPr>
          <a:xfrm>
            <a:off x="3898591" y="3309440"/>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6" name="Text Placeholder 20">
            <a:extLst>
              <a:ext uri="{FF2B5EF4-FFF2-40B4-BE49-F238E27FC236}">
                <a16:creationId xmlns:a16="http://schemas.microsoft.com/office/drawing/2014/main" id="{A870D4BC-09EE-46A6-8F4A-C7213EB32254}"/>
              </a:ext>
            </a:extLst>
          </p:cNvPr>
          <p:cNvSpPr>
            <a:spLocks noGrp="1"/>
          </p:cNvSpPr>
          <p:nvPr>
            <p:ph type="body" sz="quarter" idx="30"/>
          </p:nvPr>
        </p:nvSpPr>
        <p:spPr>
          <a:xfrm>
            <a:off x="1258297" y="5813529"/>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7" name="Text Placeholder 20">
            <a:extLst>
              <a:ext uri="{FF2B5EF4-FFF2-40B4-BE49-F238E27FC236}">
                <a16:creationId xmlns:a16="http://schemas.microsoft.com/office/drawing/2014/main" id="{451AD0B5-48A9-4E24-B4BE-47054525EEB6}"/>
              </a:ext>
            </a:extLst>
          </p:cNvPr>
          <p:cNvSpPr>
            <a:spLocks noGrp="1"/>
          </p:cNvSpPr>
          <p:nvPr>
            <p:ph type="body" sz="quarter" idx="31"/>
          </p:nvPr>
        </p:nvSpPr>
        <p:spPr>
          <a:xfrm>
            <a:off x="9179178" y="5813529"/>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8" name="Text Placeholder 20">
            <a:extLst>
              <a:ext uri="{FF2B5EF4-FFF2-40B4-BE49-F238E27FC236}">
                <a16:creationId xmlns:a16="http://schemas.microsoft.com/office/drawing/2014/main" id="{9E4EDA8F-6058-449A-96B2-C5928790C25C}"/>
              </a:ext>
            </a:extLst>
          </p:cNvPr>
          <p:cNvSpPr>
            <a:spLocks noGrp="1"/>
          </p:cNvSpPr>
          <p:nvPr>
            <p:ph type="body" sz="quarter" idx="32"/>
          </p:nvPr>
        </p:nvSpPr>
        <p:spPr>
          <a:xfrm>
            <a:off x="6538885" y="5813529"/>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29" name="Text Placeholder 20">
            <a:extLst>
              <a:ext uri="{FF2B5EF4-FFF2-40B4-BE49-F238E27FC236}">
                <a16:creationId xmlns:a16="http://schemas.microsoft.com/office/drawing/2014/main" id="{C321E49D-565B-4068-A170-10990D41F73C}"/>
              </a:ext>
            </a:extLst>
          </p:cNvPr>
          <p:cNvSpPr>
            <a:spLocks noGrp="1"/>
          </p:cNvSpPr>
          <p:nvPr>
            <p:ph type="body" sz="quarter" idx="33"/>
          </p:nvPr>
        </p:nvSpPr>
        <p:spPr>
          <a:xfrm>
            <a:off x="3898591" y="5813529"/>
            <a:ext cx="1754525" cy="387246"/>
          </a:xfrm>
          <a:prstGeom prst="rect">
            <a:avLst/>
          </a:prstGeom>
          <a:solidFill>
            <a:schemeClr val="accent3">
              <a:lumMod val="20000"/>
              <a:lumOff val="80000"/>
            </a:schemeClr>
          </a:solidFill>
        </p:spPr>
        <p:txBody>
          <a:bodyPr lIns="36000" rIns="36000" anchor="ctr">
            <a:noAutofit/>
          </a:bodyPr>
          <a:lstStyle>
            <a:lvl1pPr marL="0" indent="0" algn="ctr">
              <a:buNone/>
              <a:defRPr sz="1100" b="1">
                <a:solidFill>
                  <a:schemeClr val="tx1"/>
                </a:solidFill>
              </a:defRPr>
            </a:lvl1pPr>
            <a:lvl2pPr>
              <a:defRPr sz="900">
                <a:solidFill>
                  <a:schemeClr val="accent3">
                    <a:lumMod val="50000"/>
                  </a:schemeClr>
                </a:solidFill>
              </a:defRPr>
            </a:lvl2pPr>
            <a:lvl3pPr>
              <a:defRPr sz="800">
                <a:solidFill>
                  <a:schemeClr val="accent3">
                    <a:lumMod val="50000"/>
                  </a:schemeClr>
                </a:solidFill>
              </a:defRPr>
            </a:lvl3pPr>
            <a:lvl4pPr>
              <a:defRPr sz="700">
                <a:solidFill>
                  <a:schemeClr val="accent3">
                    <a:lumMod val="50000"/>
                  </a:schemeClr>
                </a:solidFill>
              </a:defRPr>
            </a:lvl4pPr>
            <a:lvl5pPr>
              <a:defRPr sz="700">
                <a:solidFill>
                  <a:schemeClr val="accent3">
                    <a:lumMod val="50000"/>
                  </a:schemeClr>
                </a:solidFill>
              </a:defRPr>
            </a:lvl5pPr>
          </a:lstStyle>
          <a:p>
            <a:pPr lvl="0"/>
            <a:r>
              <a:rPr lang="en-US"/>
              <a:t>Click to edit Master text styles</a:t>
            </a:r>
          </a:p>
        </p:txBody>
      </p:sp>
      <p:sp>
        <p:nvSpPr>
          <p:cNvPr id="30" name="Text Placeholder 2">
            <a:extLst>
              <a:ext uri="{FF2B5EF4-FFF2-40B4-BE49-F238E27FC236}">
                <a16:creationId xmlns:a16="http://schemas.microsoft.com/office/drawing/2014/main" id="{35F5DE54-B752-42C7-840B-663932BD3E99}"/>
              </a:ext>
            </a:extLst>
          </p:cNvPr>
          <p:cNvSpPr>
            <a:spLocks noGrp="1"/>
          </p:cNvSpPr>
          <p:nvPr>
            <p:ph type="body" sz="quarter" idx="34"/>
          </p:nvPr>
        </p:nvSpPr>
        <p:spPr>
          <a:xfrm>
            <a:off x="8976320" y="4173245"/>
            <a:ext cx="2160240" cy="360036"/>
          </a:xfrm>
          <a:prstGeom prst="rect">
            <a:avLst/>
          </a:prstGeom>
          <a:solidFill>
            <a:schemeClr val="accent2">
              <a:lumMod val="75000"/>
            </a:schemeClr>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31" name="Picture Placeholder 30">
            <a:extLst>
              <a:ext uri="{FF2B5EF4-FFF2-40B4-BE49-F238E27FC236}">
                <a16:creationId xmlns:a16="http://schemas.microsoft.com/office/drawing/2014/main" id="{D3719A77-0BA2-48C9-9714-3E908CCCFFC0}"/>
              </a:ext>
            </a:extLst>
          </p:cNvPr>
          <p:cNvSpPr>
            <a:spLocks noGrp="1"/>
          </p:cNvSpPr>
          <p:nvPr>
            <p:ph type="pic" sz="quarter" idx="35"/>
          </p:nvPr>
        </p:nvSpPr>
        <p:spPr>
          <a:xfrm>
            <a:off x="1703510" y="2243211"/>
            <a:ext cx="864098" cy="864098"/>
          </a:xfrm>
          <a:prstGeom prst="rect">
            <a:avLst/>
          </a:prstGeom>
          <a:solidFill>
            <a:schemeClr val="accent1"/>
          </a:solidFill>
        </p:spPr>
        <p:txBody>
          <a:bodyPr anchor="ctr">
            <a:noAutofit/>
          </a:bodyPr>
          <a:lstStyle>
            <a:lvl1pPr marL="0" indent="0" algn="ctr">
              <a:buNone/>
              <a:defRPr sz="500"/>
            </a:lvl1pPr>
          </a:lstStyle>
          <a:p>
            <a:r>
              <a:rPr lang="en-US"/>
              <a:t>Click icon to add picture</a:t>
            </a:r>
            <a:endParaRPr lang="en-IN"/>
          </a:p>
        </p:txBody>
      </p:sp>
      <p:sp>
        <p:nvSpPr>
          <p:cNvPr id="46" name="Picture Placeholder 30">
            <a:extLst>
              <a:ext uri="{FF2B5EF4-FFF2-40B4-BE49-F238E27FC236}">
                <a16:creationId xmlns:a16="http://schemas.microsoft.com/office/drawing/2014/main" id="{F0D30408-783C-4CBC-9CE5-3066077B1072}"/>
              </a:ext>
            </a:extLst>
          </p:cNvPr>
          <p:cNvSpPr>
            <a:spLocks noGrp="1"/>
          </p:cNvSpPr>
          <p:nvPr>
            <p:ph type="pic" sz="quarter" idx="36"/>
          </p:nvPr>
        </p:nvSpPr>
        <p:spPr>
          <a:xfrm>
            <a:off x="4343804" y="2243211"/>
            <a:ext cx="864098" cy="864098"/>
          </a:xfrm>
          <a:prstGeom prst="rect">
            <a:avLst/>
          </a:prstGeom>
          <a:solidFill>
            <a:schemeClr val="accent1"/>
          </a:solidFill>
        </p:spPr>
        <p:txBody>
          <a:bodyPr anchor="ctr">
            <a:noAutofit/>
          </a:bodyPr>
          <a:lstStyle>
            <a:lvl1pPr marL="0" indent="0" algn="ctr">
              <a:buNone/>
              <a:defRPr sz="500"/>
            </a:lvl1pPr>
          </a:lstStyle>
          <a:p>
            <a:r>
              <a:rPr lang="en-US"/>
              <a:t>Click icon to add picture</a:t>
            </a:r>
            <a:endParaRPr lang="en-IN"/>
          </a:p>
        </p:txBody>
      </p:sp>
      <p:sp>
        <p:nvSpPr>
          <p:cNvPr id="47" name="Picture Placeholder 30">
            <a:extLst>
              <a:ext uri="{FF2B5EF4-FFF2-40B4-BE49-F238E27FC236}">
                <a16:creationId xmlns:a16="http://schemas.microsoft.com/office/drawing/2014/main" id="{E10C2EB0-657D-453D-A908-B7B19C6687EB}"/>
              </a:ext>
            </a:extLst>
          </p:cNvPr>
          <p:cNvSpPr>
            <a:spLocks noGrp="1"/>
          </p:cNvSpPr>
          <p:nvPr>
            <p:ph type="pic" sz="quarter" idx="37"/>
          </p:nvPr>
        </p:nvSpPr>
        <p:spPr>
          <a:xfrm>
            <a:off x="6981825" y="2243211"/>
            <a:ext cx="864098" cy="864098"/>
          </a:xfrm>
          <a:prstGeom prst="rect">
            <a:avLst/>
          </a:prstGeom>
          <a:solidFill>
            <a:schemeClr val="accent1"/>
          </a:solidFill>
        </p:spPr>
        <p:txBody>
          <a:bodyPr anchor="ctr">
            <a:noAutofit/>
          </a:bodyPr>
          <a:lstStyle>
            <a:lvl1pPr marL="0" indent="0" algn="ctr">
              <a:buNone/>
              <a:defRPr sz="500"/>
            </a:lvl1pPr>
          </a:lstStyle>
          <a:p>
            <a:r>
              <a:rPr lang="en-US"/>
              <a:t>Click icon to add picture</a:t>
            </a:r>
            <a:endParaRPr lang="en-IN"/>
          </a:p>
        </p:txBody>
      </p:sp>
      <p:sp>
        <p:nvSpPr>
          <p:cNvPr id="48" name="Picture Placeholder 30">
            <a:extLst>
              <a:ext uri="{FF2B5EF4-FFF2-40B4-BE49-F238E27FC236}">
                <a16:creationId xmlns:a16="http://schemas.microsoft.com/office/drawing/2014/main" id="{DD838444-1508-413E-802D-8CB74D40AE91}"/>
              </a:ext>
            </a:extLst>
          </p:cNvPr>
          <p:cNvSpPr>
            <a:spLocks noGrp="1"/>
          </p:cNvSpPr>
          <p:nvPr>
            <p:ph type="pic" sz="quarter" idx="38"/>
          </p:nvPr>
        </p:nvSpPr>
        <p:spPr>
          <a:xfrm>
            <a:off x="9624392" y="2243211"/>
            <a:ext cx="864098" cy="864098"/>
          </a:xfrm>
          <a:prstGeom prst="rect">
            <a:avLst/>
          </a:prstGeom>
          <a:solidFill>
            <a:schemeClr val="accent1"/>
          </a:solidFill>
        </p:spPr>
        <p:txBody>
          <a:bodyPr anchor="ctr">
            <a:noAutofit/>
          </a:bodyPr>
          <a:lstStyle>
            <a:lvl1pPr marL="0" indent="0" algn="ctr">
              <a:buNone/>
              <a:defRPr sz="500"/>
            </a:lvl1pPr>
          </a:lstStyle>
          <a:p>
            <a:r>
              <a:rPr lang="en-US"/>
              <a:t>Click icon to add picture</a:t>
            </a:r>
            <a:endParaRPr lang="en-IN"/>
          </a:p>
        </p:txBody>
      </p:sp>
      <p:sp>
        <p:nvSpPr>
          <p:cNvPr id="49" name="Picture Placeholder 30">
            <a:extLst>
              <a:ext uri="{FF2B5EF4-FFF2-40B4-BE49-F238E27FC236}">
                <a16:creationId xmlns:a16="http://schemas.microsoft.com/office/drawing/2014/main" id="{E95A5A6E-9E54-4E65-B047-C2EF66B18276}"/>
              </a:ext>
            </a:extLst>
          </p:cNvPr>
          <p:cNvSpPr>
            <a:spLocks noGrp="1"/>
          </p:cNvSpPr>
          <p:nvPr>
            <p:ph type="pic" sz="quarter" idx="39"/>
          </p:nvPr>
        </p:nvSpPr>
        <p:spPr>
          <a:xfrm>
            <a:off x="1703510" y="4741356"/>
            <a:ext cx="864098" cy="864098"/>
          </a:xfrm>
          <a:prstGeom prst="rect">
            <a:avLst/>
          </a:prstGeom>
          <a:solidFill>
            <a:schemeClr val="accent2"/>
          </a:solidFill>
        </p:spPr>
        <p:txBody>
          <a:bodyPr anchor="ctr">
            <a:noAutofit/>
          </a:bodyPr>
          <a:lstStyle>
            <a:lvl1pPr marL="0" indent="0" algn="ctr">
              <a:buNone/>
              <a:defRPr sz="500"/>
            </a:lvl1pPr>
          </a:lstStyle>
          <a:p>
            <a:r>
              <a:rPr lang="en-US"/>
              <a:t>Click icon to add picture</a:t>
            </a:r>
            <a:endParaRPr lang="en-IN"/>
          </a:p>
        </p:txBody>
      </p:sp>
      <p:sp>
        <p:nvSpPr>
          <p:cNvPr id="50" name="Picture Placeholder 30">
            <a:extLst>
              <a:ext uri="{FF2B5EF4-FFF2-40B4-BE49-F238E27FC236}">
                <a16:creationId xmlns:a16="http://schemas.microsoft.com/office/drawing/2014/main" id="{36E85329-A4E2-4E02-B052-CC906ED97197}"/>
              </a:ext>
            </a:extLst>
          </p:cNvPr>
          <p:cNvSpPr>
            <a:spLocks noGrp="1"/>
          </p:cNvSpPr>
          <p:nvPr>
            <p:ph type="pic" sz="quarter" idx="40"/>
          </p:nvPr>
        </p:nvSpPr>
        <p:spPr>
          <a:xfrm>
            <a:off x="4343804" y="4741356"/>
            <a:ext cx="864098" cy="864098"/>
          </a:xfrm>
          <a:prstGeom prst="rect">
            <a:avLst/>
          </a:prstGeom>
          <a:solidFill>
            <a:schemeClr val="accent2"/>
          </a:solidFill>
        </p:spPr>
        <p:txBody>
          <a:bodyPr anchor="ctr">
            <a:noAutofit/>
          </a:bodyPr>
          <a:lstStyle>
            <a:lvl1pPr marL="0" indent="0" algn="ctr">
              <a:buNone/>
              <a:defRPr sz="500"/>
            </a:lvl1pPr>
          </a:lstStyle>
          <a:p>
            <a:r>
              <a:rPr lang="en-US"/>
              <a:t>Click icon to add picture</a:t>
            </a:r>
            <a:endParaRPr lang="en-IN"/>
          </a:p>
        </p:txBody>
      </p:sp>
      <p:sp>
        <p:nvSpPr>
          <p:cNvPr id="51" name="Picture Placeholder 30">
            <a:extLst>
              <a:ext uri="{FF2B5EF4-FFF2-40B4-BE49-F238E27FC236}">
                <a16:creationId xmlns:a16="http://schemas.microsoft.com/office/drawing/2014/main" id="{3AF05CDE-D39E-452E-8762-EA3A5C174D6B}"/>
              </a:ext>
            </a:extLst>
          </p:cNvPr>
          <p:cNvSpPr>
            <a:spLocks noGrp="1"/>
          </p:cNvSpPr>
          <p:nvPr>
            <p:ph type="pic" sz="quarter" idx="41"/>
          </p:nvPr>
        </p:nvSpPr>
        <p:spPr>
          <a:xfrm>
            <a:off x="6981825" y="4741356"/>
            <a:ext cx="864098" cy="864098"/>
          </a:xfrm>
          <a:prstGeom prst="rect">
            <a:avLst/>
          </a:prstGeom>
          <a:solidFill>
            <a:schemeClr val="accent2"/>
          </a:solidFill>
        </p:spPr>
        <p:txBody>
          <a:bodyPr anchor="ctr">
            <a:noAutofit/>
          </a:bodyPr>
          <a:lstStyle>
            <a:lvl1pPr marL="0" indent="0" algn="ctr">
              <a:buNone/>
              <a:defRPr sz="500"/>
            </a:lvl1pPr>
          </a:lstStyle>
          <a:p>
            <a:r>
              <a:rPr lang="en-US"/>
              <a:t>Click icon to add picture</a:t>
            </a:r>
            <a:endParaRPr lang="en-IN"/>
          </a:p>
        </p:txBody>
      </p:sp>
      <p:sp>
        <p:nvSpPr>
          <p:cNvPr id="52" name="Picture Placeholder 30">
            <a:extLst>
              <a:ext uri="{FF2B5EF4-FFF2-40B4-BE49-F238E27FC236}">
                <a16:creationId xmlns:a16="http://schemas.microsoft.com/office/drawing/2014/main" id="{0F3051F8-0130-4685-AF1B-FD42E15700D6}"/>
              </a:ext>
            </a:extLst>
          </p:cNvPr>
          <p:cNvSpPr>
            <a:spLocks noGrp="1"/>
          </p:cNvSpPr>
          <p:nvPr>
            <p:ph type="pic" sz="quarter" idx="42"/>
          </p:nvPr>
        </p:nvSpPr>
        <p:spPr>
          <a:xfrm>
            <a:off x="9624392" y="4741356"/>
            <a:ext cx="864098" cy="864098"/>
          </a:xfrm>
          <a:prstGeom prst="rect">
            <a:avLst/>
          </a:prstGeom>
          <a:solidFill>
            <a:schemeClr val="accent2"/>
          </a:solidFill>
        </p:spPr>
        <p:txBody>
          <a:bodyPr anchor="ctr">
            <a:noAutofit/>
          </a:bodyPr>
          <a:lstStyle>
            <a:lvl1pPr marL="0" indent="0" algn="ctr">
              <a:buNone/>
              <a:defRPr sz="500"/>
            </a:lvl1pPr>
          </a:lstStyle>
          <a:p>
            <a:r>
              <a:rPr lang="en-US"/>
              <a:t>Click icon to add picture</a:t>
            </a:r>
            <a:endParaRPr lang="en-IN"/>
          </a:p>
        </p:txBody>
      </p:sp>
      <p:sp>
        <p:nvSpPr>
          <p:cNvPr id="24" name="Text Placeholder 2">
            <a:extLst>
              <a:ext uri="{FF2B5EF4-FFF2-40B4-BE49-F238E27FC236}">
                <a16:creationId xmlns:a16="http://schemas.microsoft.com/office/drawing/2014/main" id="{F40A018E-BCAD-42CA-96FA-B9C27FFE5700}"/>
              </a:ext>
            </a:extLst>
          </p:cNvPr>
          <p:cNvSpPr>
            <a:spLocks noGrp="1"/>
          </p:cNvSpPr>
          <p:nvPr>
            <p:ph type="body" sz="quarter" idx="43"/>
          </p:nvPr>
        </p:nvSpPr>
        <p:spPr>
          <a:xfrm>
            <a:off x="6333754" y="4173245"/>
            <a:ext cx="2160240" cy="360036"/>
          </a:xfrm>
          <a:prstGeom prst="rect">
            <a:avLst/>
          </a:prstGeom>
          <a:solidFill>
            <a:schemeClr val="accent2">
              <a:lumMod val="75000"/>
            </a:schemeClr>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25" name="Text Placeholder 2">
            <a:extLst>
              <a:ext uri="{FF2B5EF4-FFF2-40B4-BE49-F238E27FC236}">
                <a16:creationId xmlns:a16="http://schemas.microsoft.com/office/drawing/2014/main" id="{8F37FFE8-66E5-4A0D-8811-3A14EBE88E84}"/>
              </a:ext>
            </a:extLst>
          </p:cNvPr>
          <p:cNvSpPr>
            <a:spLocks noGrp="1"/>
          </p:cNvSpPr>
          <p:nvPr>
            <p:ph type="body" sz="quarter" idx="44"/>
          </p:nvPr>
        </p:nvSpPr>
        <p:spPr>
          <a:xfrm>
            <a:off x="3698007" y="4173245"/>
            <a:ext cx="2160240" cy="360036"/>
          </a:xfrm>
          <a:prstGeom prst="rect">
            <a:avLst/>
          </a:prstGeom>
          <a:solidFill>
            <a:schemeClr val="accent2">
              <a:lumMod val="75000"/>
            </a:schemeClr>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32" name="Text Placeholder 2">
            <a:extLst>
              <a:ext uri="{FF2B5EF4-FFF2-40B4-BE49-F238E27FC236}">
                <a16:creationId xmlns:a16="http://schemas.microsoft.com/office/drawing/2014/main" id="{31622093-FAEB-4BEF-B1BB-23ED04D12AFF}"/>
              </a:ext>
            </a:extLst>
          </p:cNvPr>
          <p:cNvSpPr>
            <a:spLocks noGrp="1"/>
          </p:cNvSpPr>
          <p:nvPr>
            <p:ph type="body" sz="quarter" idx="45"/>
          </p:nvPr>
        </p:nvSpPr>
        <p:spPr>
          <a:xfrm>
            <a:off x="1055441" y="4173245"/>
            <a:ext cx="2160240" cy="360036"/>
          </a:xfrm>
          <a:prstGeom prst="rect">
            <a:avLst/>
          </a:prstGeom>
          <a:solidFill>
            <a:schemeClr val="accent2">
              <a:lumMod val="75000"/>
            </a:schemeClr>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33" name="Text Placeholder 2">
            <a:extLst>
              <a:ext uri="{FF2B5EF4-FFF2-40B4-BE49-F238E27FC236}">
                <a16:creationId xmlns:a16="http://schemas.microsoft.com/office/drawing/2014/main" id="{5D560A55-3D2C-44A1-A69B-BD3086C2B38D}"/>
              </a:ext>
            </a:extLst>
          </p:cNvPr>
          <p:cNvSpPr>
            <a:spLocks noGrp="1"/>
          </p:cNvSpPr>
          <p:nvPr>
            <p:ph type="body" sz="quarter" idx="46"/>
          </p:nvPr>
        </p:nvSpPr>
        <p:spPr>
          <a:xfrm>
            <a:off x="3695733" y="1681045"/>
            <a:ext cx="2160240" cy="360036"/>
          </a:xfrm>
          <a:prstGeom prst="rect">
            <a:avLst/>
          </a:prstGeom>
          <a:solidFill>
            <a:schemeClr val="accent1"/>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34" name="Text Placeholder 2">
            <a:extLst>
              <a:ext uri="{FF2B5EF4-FFF2-40B4-BE49-F238E27FC236}">
                <a16:creationId xmlns:a16="http://schemas.microsoft.com/office/drawing/2014/main" id="{9F5C2BBA-2EA2-426D-9D9F-8C45F6249A6C}"/>
              </a:ext>
            </a:extLst>
          </p:cNvPr>
          <p:cNvSpPr>
            <a:spLocks noGrp="1"/>
          </p:cNvSpPr>
          <p:nvPr>
            <p:ph type="body" sz="quarter" idx="47"/>
          </p:nvPr>
        </p:nvSpPr>
        <p:spPr>
          <a:xfrm>
            <a:off x="6333754" y="1681045"/>
            <a:ext cx="2160240" cy="360036"/>
          </a:xfrm>
          <a:prstGeom prst="rect">
            <a:avLst/>
          </a:prstGeom>
          <a:solidFill>
            <a:schemeClr val="accent1"/>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sp>
        <p:nvSpPr>
          <p:cNvPr id="35" name="Text Placeholder 2">
            <a:extLst>
              <a:ext uri="{FF2B5EF4-FFF2-40B4-BE49-F238E27FC236}">
                <a16:creationId xmlns:a16="http://schemas.microsoft.com/office/drawing/2014/main" id="{A0700F4D-58A1-4C5B-B410-F597C6788D81}"/>
              </a:ext>
            </a:extLst>
          </p:cNvPr>
          <p:cNvSpPr>
            <a:spLocks noGrp="1"/>
          </p:cNvSpPr>
          <p:nvPr>
            <p:ph type="body" sz="quarter" idx="48"/>
          </p:nvPr>
        </p:nvSpPr>
        <p:spPr>
          <a:xfrm>
            <a:off x="8976320" y="1681045"/>
            <a:ext cx="2160240" cy="360036"/>
          </a:xfrm>
          <a:prstGeom prst="rect">
            <a:avLst/>
          </a:prstGeom>
          <a:solidFill>
            <a:schemeClr val="accent1"/>
          </a:solidFill>
        </p:spPr>
        <p:txBody>
          <a:bodyPr lIns="144000" rIns="144000" anchor="ctr">
            <a:noAutofit/>
          </a:bodyPr>
          <a:lstStyle>
            <a:lvl1pPr marL="0" indent="0" algn="ctr">
              <a:lnSpc>
                <a:spcPct val="100000"/>
              </a:lnSpc>
              <a:buNone/>
              <a:defRPr sz="1200" b="1">
                <a:solidFill>
                  <a:schemeClr val="bg1"/>
                </a:solidFill>
              </a:defRPr>
            </a:lvl1pPr>
            <a:lvl2pPr marL="180000" indent="0" algn="ctr">
              <a:buNone/>
              <a:defRPr sz="1200">
                <a:solidFill>
                  <a:schemeClr val="bg1"/>
                </a:solidFill>
              </a:defRPr>
            </a:lvl2pPr>
            <a:lvl3pPr algn="ctr">
              <a:defRPr sz="1100">
                <a:solidFill>
                  <a:schemeClr val="bg1"/>
                </a:solidFill>
              </a:defRPr>
            </a:lvl3pPr>
            <a:lvl4pPr algn="ctr">
              <a:defRPr sz="1050">
                <a:solidFill>
                  <a:schemeClr val="bg1"/>
                </a:solidFill>
              </a:defRPr>
            </a:lvl4pPr>
            <a:lvl5pPr algn="ctr">
              <a:defRPr sz="1050">
                <a:solidFill>
                  <a:schemeClr val="bg1"/>
                </a:solidFill>
              </a:defRPr>
            </a:lvl5pPr>
          </a:lstStyle>
          <a:p>
            <a:pPr lvl="0"/>
            <a:r>
              <a:rPr lang="en-US"/>
              <a:t>Click to edit Master text styles</a:t>
            </a:r>
          </a:p>
        </p:txBody>
      </p:sp>
      <p:grpSp>
        <p:nvGrpSpPr>
          <p:cNvPr id="2" name="Group 1">
            <a:extLst>
              <a:ext uri="{FF2B5EF4-FFF2-40B4-BE49-F238E27FC236}">
                <a16:creationId xmlns:a16="http://schemas.microsoft.com/office/drawing/2014/main" id="{00DCA397-D465-9B2E-C5B3-E6469C4327F4}"/>
              </a:ext>
            </a:extLst>
          </p:cNvPr>
          <p:cNvGrpSpPr/>
          <p:nvPr/>
        </p:nvGrpSpPr>
        <p:grpSpPr>
          <a:xfrm>
            <a:off x="0" y="0"/>
            <a:ext cx="12192000" cy="301809"/>
            <a:chOff x="0" y="0"/>
            <a:chExt cx="12192000" cy="301809"/>
          </a:xfrm>
        </p:grpSpPr>
        <p:sp>
          <p:nvSpPr>
            <p:cNvPr id="3" name="Rectangle 2">
              <a:extLst>
                <a:ext uri="{FF2B5EF4-FFF2-40B4-BE49-F238E27FC236}">
                  <a16:creationId xmlns:a16="http://schemas.microsoft.com/office/drawing/2014/main" id="{AEA9FC7A-9BA0-ECF4-E743-4E857FBE7E9C}"/>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2CDB1498-2C89-3F5F-FC6E-60017FD030EB}"/>
                </a:ext>
              </a:extLst>
            </p:cNvPr>
            <p:cNvGrpSpPr/>
            <p:nvPr userDrawn="1"/>
          </p:nvGrpSpPr>
          <p:grpSpPr>
            <a:xfrm>
              <a:off x="10687010" y="58571"/>
              <a:ext cx="1279331" cy="184666"/>
              <a:chOff x="10759355" y="58571"/>
              <a:chExt cx="1279331" cy="184666"/>
            </a:xfrm>
          </p:grpSpPr>
          <p:pic>
            <p:nvPicPr>
              <p:cNvPr id="8" name="Picture 7">
                <a:extLst>
                  <a:ext uri="{FF2B5EF4-FFF2-40B4-BE49-F238E27FC236}">
                    <a16:creationId xmlns:a16="http://schemas.microsoft.com/office/drawing/2014/main" id="{AB4A0F7D-90A0-C354-0C48-A4EB8DFD789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9" name="TextBox 8">
                <a:extLst>
                  <a:ext uri="{FF2B5EF4-FFF2-40B4-BE49-F238E27FC236}">
                    <a16:creationId xmlns:a16="http://schemas.microsoft.com/office/drawing/2014/main" id="{005DF4FA-8417-289D-3015-3A7C50A44DFF}"/>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6" name="Straight Connector 5">
              <a:extLst>
                <a:ext uri="{FF2B5EF4-FFF2-40B4-BE49-F238E27FC236}">
                  <a16:creationId xmlns:a16="http://schemas.microsoft.com/office/drawing/2014/main" id="{B3DFDB2F-F53A-8048-7A7A-2712D032EF62}"/>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BBED167-AFBB-8A9E-7FCC-65AA285CCE89}"/>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Title 3">
            <a:extLst>
              <a:ext uri="{FF2B5EF4-FFF2-40B4-BE49-F238E27FC236}">
                <a16:creationId xmlns:a16="http://schemas.microsoft.com/office/drawing/2014/main" id="{8F5FC282-F01C-16AA-6CE7-2CBCC6572165}"/>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42778916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Infog_30">
    <p:spTree>
      <p:nvGrpSpPr>
        <p:cNvPr id="1" name=""/>
        <p:cNvGrpSpPr/>
        <p:nvPr/>
      </p:nvGrpSpPr>
      <p:grpSpPr>
        <a:xfrm>
          <a:off x="0" y="0"/>
          <a:ext cx="0" cy="0"/>
          <a:chOff x="0" y="0"/>
          <a:chExt cx="0" cy="0"/>
        </a:xfrm>
      </p:grpSpPr>
      <p:sp>
        <p:nvSpPr>
          <p:cNvPr id="16" name="Text Placeholder 51">
            <a:extLst>
              <a:ext uri="{FF2B5EF4-FFF2-40B4-BE49-F238E27FC236}">
                <a16:creationId xmlns:a16="http://schemas.microsoft.com/office/drawing/2014/main" id="{79A1D068-6E2E-47C6-B7BF-2067EFB8D63C}"/>
              </a:ext>
            </a:extLst>
          </p:cNvPr>
          <p:cNvSpPr>
            <a:spLocks noGrp="1"/>
          </p:cNvSpPr>
          <p:nvPr>
            <p:ph type="body" sz="quarter" idx="21"/>
          </p:nvPr>
        </p:nvSpPr>
        <p:spPr>
          <a:xfrm>
            <a:off x="2132152" y="1813489"/>
            <a:ext cx="2388304" cy="700931"/>
          </a:xfrm>
          <a:prstGeom prst="rect">
            <a:avLst/>
          </a:prstGeom>
          <a:solidFill>
            <a:schemeClr val="accent3">
              <a:lumMod val="95000"/>
            </a:schemeClr>
          </a:solidFill>
          <a:ln>
            <a:noFill/>
          </a:ln>
        </p:spPr>
        <p:txBody>
          <a:bodyPr lIns="180000" tIns="36000" rIns="72000" bIns="36000" anchor="ctr">
            <a:noAutofit/>
          </a:bodyPr>
          <a:lstStyle>
            <a:lvl1pPr marL="0" indent="0">
              <a:buNone/>
              <a:defRPr sz="1050" b="1">
                <a:solidFill>
                  <a:schemeClr val="tx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17" name="Text Placeholder 51">
            <a:extLst>
              <a:ext uri="{FF2B5EF4-FFF2-40B4-BE49-F238E27FC236}">
                <a16:creationId xmlns:a16="http://schemas.microsoft.com/office/drawing/2014/main" id="{FA3C7E64-F9A9-40F9-9D7F-696FE50BA66B}"/>
              </a:ext>
            </a:extLst>
          </p:cNvPr>
          <p:cNvSpPr>
            <a:spLocks noGrp="1"/>
          </p:cNvSpPr>
          <p:nvPr>
            <p:ph type="body" sz="quarter" idx="23"/>
          </p:nvPr>
        </p:nvSpPr>
        <p:spPr>
          <a:xfrm>
            <a:off x="8519815" y="1885497"/>
            <a:ext cx="2388304" cy="700931"/>
          </a:xfrm>
          <a:prstGeom prst="rect">
            <a:avLst/>
          </a:prstGeom>
          <a:solidFill>
            <a:schemeClr val="accent1">
              <a:lumMod val="20000"/>
              <a:lumOff val="80000"/>
            </a:schemeClr>
          </a:solidFill>
          <a:ln>
            <a:noFill/>
          </a:ln>
        </p:spPr>
        <p:txBody>
          <a:bodyPr lIns="180000" tIns="36000" rIns="72000" bIns="36000" anchor="ctr">
            <a:noAutofit/>
          </a:bodyPr>
          <a:lstStyle>
            <a:lvl1pPr marL="0" indent="0">
              <a:buNone/>
              <a:defRPr sz="1050" b="1">
                <a:solidFill>
                  <a:schemeClr val="tx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18" name="Text Placeholder 51">
            <a:extLst>
              <a:ext uri="{FF2B5EF4-FFF2-40B4-BE49-F238E27FC236}">
                <a16:creationId xmlns:a16="http://schemas.microsoft.com/office/drawing/2014/main" id="{4B857A29-2B49-486F-B7A4-CA14068CFF62}"/>
              </a:ext>
            </a:extLst>
          </p:cNvPr>
          <p:cNvSpPr>
            <a:spLocks noGrp="1"/>
          </p:cNvSpPr>
          <p:nvPr>
            <p:ph type="body" sz="quarter" idx="27"/>
          </p:nvPr>
        </p:nvSpPr>
        <p:spPr>
          <a:xfrm>
            <a:off x="1268056" y="4077072"/>
            <a:ext cx="2388304" cy="700931"/>
          </a:xfrm>
          <a:prstGeom prst="rect">
            <a:avLst/>
          </a:prstGeom>
          <a:solidFill>
            <a:schemeClr val="accent1">
              <a:lumMod val="20000"/>
              <a:lumOff val="80000"/>
            </a:schemeClr>
          </a:solidFill>
          <a:ln>
            <a:noFill/>
          </a:ln>
        </p:spPr>
        <p:txBody>
          <a:bodyPr lIns="180000" tIns="36000" rIns="72000" bIns="36000" anchor="ctr">
            <a:noAutofit/>
          </a:bodyPr>
          <a:lstStyle>
            <a:lvl1pPr marL="0" indent="0">
              <a:buNone/>
              <a:defRPr sz="1050" b="1">
                <a:solidFill>
                  <a:schemeClr val="tx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22" name="Text Placeholder 51">
            <a:extLst>
              <a:ext uri="{FF2B5EF4-FFF2-40B4-BE49-F238E27FC236}">
                <a16:creationId xmlns:a16="http://schemas.microsoft.com/office/drawing/2014/main" id="{E90AA99D-ABD3-4B3D-A481-CF9088316AD9}"/>
              </a:ext>
            </a:extLst>
          </p:cNvPr>
          <p:cNvSpPr>
            <a:spLocks noGrp="1"/>
          </p:cNvSpPr>
          <p:nvPr>
            <p:ph type="body" sz="quarter" idx="31"/>
          </p:nvPr>
        </p:nvSpPr>
        <p:spPr>
          <a:xfrm>
            <a:off x="9202908" y="4077072"/>
            <a:ext cx="2388304" cy="700931"/>
          </a:xfrm>
          <a:prstGeom prst="rect">
            <a:avLst/>
          </a:prstGeom>
          <a:solidFill>
            <a:schemeClr val="accent3">
              <a:lumMod val="95000"/>
            </a:schemeClr>
          </a:solidFill>
          <a:ln>
            <a:noFill/>
          </a:ln>
        </p:spPr>
        <p:txBody>
          <a:bodyPr lIns="180000" tIns="36000" rIns="72000" bIns="36000" anchor="ctr">
            <a:noAutofit/>
          </a:bodyPr>
          <a:lstStyle>
            <a:lvl1pPr marL="0" indent="0">
              <a:buNone/>
              <a:defRPr sz="1050" b="1">
                <a:solidFill>
                  <a:schemeClr val="tx1"/>
                </a:solidFill>
              </a:defRPr>
            </a:lvl1pPr>
            <a:lvl2pPr marL="252000" indent="0">
              <a:buNone/>
              <a:defRPr sz="1100"/>
            </a:lvl2pPr>
            <a:lvl3pPr marL="504000" indent="0">
              <a:buNone/>
              <a:defRPr sz="1050"/>
            </a:lvl3pPr>
            <a:lvl4pPr marL="756000" indent="0">
              <a:buNone/>
              <a:defRPr sz="1000"/>
            </a:lvl4pPr>
            <a:lvl5pPr marL="1008000" indent="0">
              <a:buNone/>
              <a:defRPr sz="1000"/>
            </a:lvl5pPr>
          </a:lstStyle>
          <a:p>
            <a:pPr lvl="0"/>
            <a:r>
              <a:rPr lang="en-US"/>
              <a:t>Click to edit Master text styles</a:t>
            </a:r>
          </a:p>
        </p:txBody>
      </p:sp>
      <p:sp>
        <p:nvSpPr>
          <p:cNvPr id="24" name="Picture Placeholder 23">
            <a:extLst>
              <a:ext uri="{FF2B5EF4-FFF2-40B4-BE49-F238E27FC236}">
                <a16:creationId xmlns:a16="http://schemas.microsoft.com/office/drawing/2014/main" id="{08B89E47-616D-46F9-A661-A0129444E936}"/>
              </a:ext>
            </a:extLst>
          </p:cNvPr>
          <p:cNvSpPr>
            <a:spLocks noGrp="1"/>
          </p:cNvSpPr>
          <p:nvPr>
            <p:ph type="pic" sz="quarter" idx="17"/>
          </p:nvPr>
        </p:nvSpPr>
        <p:spPr>
          <a:xfrm>
            <a:off x="8615700" y="3896623"/>
            <a:ext cx="687600" cy="687600"/>
          </a:xfrm>
          <a:prstGeom prst="ellipse">
            <a:avLst/>
          </a:prstGeom>
          <a:solidFill>
            <a:schemeClr val="tx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25" name="Picture Placeholder 23">
            <a:extLst>
              <a:ext uri="{FF2B5EF4-FFF2-40B4-BE49-F238E27FC236}">
                <a16:creationId xmlns:a16="http://schemas.microsoft.com/office/drawing/2014/main" id="{070F61CC-7A5A-4582-9144-4DF2A78A1B13}"/>
              </a:ext>
            </a:extLst>
          </p:cNvPr>
          <p:cNvSpPr>
            <a:spLocks noGrp="1"/>
          </p:cNvSpPr>
          <p:nvPr>
            <p:ph type="pic" sz="quarter" idx="33"/>
          </p:nvPr>
        </p:nvSpPr>
        <p:spPr>
          <a:xfrm>
            <a:off x="7932607" y="1705048"/>
            <a:ext cx="687600" cy="687600"/>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26" name="Picture Placeholder 23">
            <a:extLst>
              <a:ext uri="{FF2B5EF4-FFF2-40B4-BE49-F238E27FC236}">
                <a16:creationId xmlns:a16="http://schemas.microsoft.com/office/drawing/2014/main" id="{D39E4A7A-9661-4B32-A4FE-9F0B6CDA9F8A}"/>
              </a:ext>
            </a:extLst>
          </p:cNvPr>
          <p:cNvSpPr>
            <a:spLocks noGrp="1"/>
          </p:cNvSpPr>
          <p:nvPr>
            <p:ph type="pic" sz="quarter" idx="34"/>
          </p:nvPr>
        </p:nvSpPr>
        <p:spPr>
          <a:xfrm>
            <a:off x="1531186" y="1633039"/>
            <a:ext cx="687600" cy="687600"/>
          </a:xfrm>
          <a:prstGeom prst="ellipse">
            <a:avLst/>
          </a:prstGeom>
          <a:solidFill>
            <a:schemeClr val="tx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27" name="Picture Placeholder 23">
            <a:extLst>
              <a:ext uri="{FF2B5EF4-FFF2-40B4-BE49-F238E27FC236}">
                <a16:creationId xmlns:a16="http://schemas.microsoft.com/office/drawing/2014/main" id="{F8C4517C-44BA-4CC9-A6AA-D0100A2460AD}"/>
              </a:ext>
            </a:extLst>
          </p:cNvPr>
          <p:cNvSpPr>
            <a:spLocks noGrp="1"/>
          </p:cNvSpPr>
          <p:nvPr>
            <p:ph type="pic" sz="quarter" idx="35"/>
          </p:nvPr>
        </p:nvSpPr>
        <p:spPr>
          <a:xfrm>
            <a:off x="677628" y="3904984"/>
            <a:ext cx="687600" cy="687600"/>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29" name="Freeform: Shape 28">
            <a:extLst>
              <a:ext uri="{FF2B5EF4-FFF2-40B4-BE49-F238E27FC236}">
                <a16:creationId xmlns:a16="http://schemas.microsoft.com/office/drawing/2014/main" id="{9427F460-3427-4545-8AE7-9F1A0F4D1578}"/>
              </a:ext>
            </a:extLst>
          </p:cNvPr>
          <p:cNvSpPr/>
          <p:nvPr/>
        </p:nvSpPr>
        <p:spPr>
          <a:xfrm>
            <a:off x="3097191" y="1956443"/>
            <a:ext cx="5232268" cy="4901557"/>
          </a:xfrm>
          <a:custGeom>
            <a:avLst/>
            <a:gdLst>
              <a:gd name="connsiteX0" fmla="*/ 1317641 w 5232268"/>
              <a:gd name="connsiteY0" fmla="*/ 3172838 h 4901557"/>
              <a:gd name="connsiteX1" fmla="*/ 1628673 w 5232268"/>
              <a:gd name="connsiteY1" fmla="*/ 3584118 h 4901557"/>
              <a:gd name="connsiteX2" fmla="*/ 1628673 w 5232268"/>
              <a:gd name="connsiteY2" fmla="*/ 3584120 h 4901557"/>
              <a:gd name="connsiteX3" fmla="*/ 1526678 w 5232268"/>
              <a:gd name="connsiteY3" fmla="*/ 3584120 h 4901557"/>
              <a:gd name="connsiteX4" fmla="*/ 1526678 w 5232268"/>
              <a:gd name="connsiteY4" fmla="*/ 4098222 h 4901557"/>
              <a:gd name="connsiteX5" fmla="*/ 713635 w 5232268"/>
              <a:gd name="connsiteY5" fmla="*/ 4901557 h 4901557"/>
              <a:gd name="connsiteX6" fmla="*/ 0 w 5232268"/>
              <a:gd name="connsiteY6" fmla="*/ 4901557 h 4901557"/>
              <a:gd name="connsiteX7" fmla="*/ 1109164 w 5232268"/>
              <a:gd name="connsiteY7" fmla="*/ 4098222 h 4901557"/>
              <a:gd name="connsiteX8" fmla="*/ 1109164 w 5232268"/>
              <a:gd name="connsiteY8" fmla="*/ 3584120 h 4901557"/>
              <a:gd name="connsiteX9" fmla="*/ 1007168 w 5232268"/>
              <a:gd name="connsiteY9" fmla="*/ 3584120 h 4901557"/>
              <a:gd name="connsiteX10" fmla="*/ 1837149 w 5232268"/>
              <a:gd name="connsiteY10" fmla="*/ 1836171 h 4901557"/>
              <a:gd name="connsiteX11" fmla="*/ 2148184 w 5232268"/>
              <a:gd name="connsiteY11" fmla="*/ 2248090 h 4901557"/>
              <a:gd name="connsiteX12" fmla="*/ 2046186 w 5232268"/>
              <a:gd name="connsiteY12" fmla="*/ 2248090 h 4901557"/>
              <a:gd name="connsiteX13" fmla="*/ 2046186 w 5232268"/>
              <a:gd name="connsiteY13" fmla="*/ 4098222 h 4901557"/>
              <a:gd name="connsiteX14" fmla="*/ 1617644 w 5232268"/>
              <a:gd name="connsiteY14" fmla="*/ 4901557 h 4901557"/>
              <a:gd name="connsiteX15" fmla="*/ 903860 w 5232268"/>
              <a:gd name="connsiteY15" fmla="*/ 4901557 h 4901557"/>
              <a:gd name="connsiteX16" fmla="*/ 1628673 w 5232268"/>
              <a:gd name="connsiteY16" fmla="*/ 4098222 h 4901557"/>
              <a:gd name="connsiteX17" fmla="*/ 1628673 w 5232268"/>
              <a:gd name="connsiteY17" fmla="*/ 3584120 h 4901557"/>
              <a:gd name="connsiteX18" fmla="*/ 1628675 w 5232268"/>
              <a:gd name="connsiteY18" fmla="*/ 3584120 h 4901557"/>
              <a:gd name="connsiteX19" fmla="*/ 1628673 w 5232268"/>
              <a:gd name="connsiteY19" fmla="*/ 3584118 h 4901557"/>
              <a:gd name="connsiteX20" fmla="*/ 1628673 w 5232268"/>
              <a:gd name="connsiteY20" fmla="*/ 2248090 h 4901557"/>
              <a:gd name="connsiteX21" fmla="*/ 1526677 w 5232268"/>
              <a:gd name="connsiteY21" fmla="*/ 2248090 h 4901557"/>
              <a:gd name="connsiteX22" fmla="*/ 3395679 w 5232268"/>
              <a:gd name="connsiteY22" fmla="*/ 0 h 4901557"/>
              <a:gd name="connsiteX23" fmla="*/ 3706712 w 5232268"/>
              <a:gd name="connsiteY23" fmla="*/ 411917 h 4901557"/>
              <a:gd name="connsiteX24" fmla="*/ 3604154 w 5232268"/>
              <a:gd name="connsiteY24" fmla="*/ 411917 h 4901557"/>
              <a:gd name="connsiteX25" fmla="*/ 3604154 w 5232268"/>
              <a:gd name="connsiteY25" fmla="*/ 1153875 h 4901557"/>
              <a:gd name="connsiteX26" fmla="*/ 3914628 w 5232268"/>
              <a:gd name="connsiteY26" fmla="*/ 742593 h 4901557"/>
              <a:gd name="connsiteX27" fmla="*/ 4225661 w 5232268"/>
              <a:gd name="connsiteY27" fmla="*/ 1154510 h 4901557"/>
              <a:gd name="connsiteX28" fmla="*/ 4123103 w 5232268"/>
              <a:gd name="connsiteY28" fmla="*/ 1154510 h 4901557"/>
              <a:gd name="connsiteX29" fmla="*/ 4123103 w 5232268"/>
              <a:gd name="connsiteY29" fmla="*/ 4098224 h 4901557"/>
              <a:gd name="connsiteX30" fmla="*/ 5232268 w 5232268"/>
              <a:gd name="connsiteY30" fmla="*/ 4901557 h 4901557"/>
              <a:gd name="connsiteX31" fmla="*/ 4519043 w 5232268"/>
              <a:gd name="connsiteY31" fmla="*/ 4901557 h 4901557"/>
              <a:gd name="connsiteX32" fmla="*/ 3706153 w 5232268"/>
              <a:gd name="connsiteY32" fmla="*/ 4098224 h 4901557"/>
              <a:gd name="connsiteX33" fmla="*/ 3706153 w 5232268"/>
              <a:gd name="connsiteY33" fmla="*/ 1154510 h 4901557"/>
              <a:gd name="connsiteX34" fmla="*/ 3604154 w 5232268"/>
              <a:gd name="connsiteY34" fmla="*/ 1154510 h 4901557"/>
              <a:gd name="connsiteX35" fmla="*/ 3604154 w 5232268"/>
              <a:gd name="connsiteY35" fmla="*/ 4098224 h 4901557"/>
              <a:gd name="connsiteX36" fmla="*/ 4328817 w 5232268"/>
              <a:gd name="connsiteY36" fmla="*/ 4901557 h 4901557"/>
              <a:gd name="connsiteX37" fmla="*/ 3615592 w 5232268"/>
              <a:gd name="connsiteY37" fmla="*/ 4901557 h 4901557"/>
              <a:gd name="connsiteX38" fmla="*/ 3187202 w 5232268"/>
              <a:gd name="connsiteY38" fmla="*/ 4098224 h 4901557"/>
              <a:gd name="connsiteX39" fmla="*/ 3187202 w 5232268"/>
              <a:gd name="connsiteY39" fmla="*/ 3307393 h 4901557"/>
              <a:gd name="connsiteX40" fmla="*/ 3085206 w 5232268"/>
              <a:gd name="connsiteY40" fmla="*/ 3307393 h 4901557"/>
              <a:gd name="connsiteX41" fmla="*/ 3085206 w 5232268"/>
              <a:gd name="connsiteY41" fmla="*/ 4098224 h 4901557"/>
              <a:gd name="connsiteX42" fmla="*/ 3425365 w 5232268"/>
              <a:gd name="connsiteY42" fmla="*/ 4901557 h 4901557"/>
              <a:gd name="connsiteX43" fmla="*/ 2724744 w 5232268"/>
              <a:gd name="connsiteY43" fmla="*/ 4901557 h 4901557"/>
              <a:gd name="connsiteX44" fmla="*/ 2668253 w 5232268"/>
              <a:gd name="connsiteY44" fmla="*/ 4098224 h 4901557"/>
              <a:gd name="connsiteX45" fmla="*/ 2668253 w 5232268"/>
              <a:gd name="connsiteY45" fmla="*/ 3307393 h 4901557"/>
              <a:gd name="connsiteX46" fmla="*/ 2566258 w 5232268"/>
              <a:gd name="connsiteY46" fmla="*/ 3307393 h 4901557"/>
              <a:gd name="connsiteX47" fmla="*/ 2566258 w 5232268"/>
              <a:gd name="connsiteY47" fmla="*/ 4098224 h 4901557"/>
              <a:gd name="connsiteX48" fmla="*/ 2521917 w 5232268"/>
              <a:gd name="connsiteY48" fmla="*/ 4901557 h 4901557"/>
              <a:gd name="connsiteX49" fmla="*/ 1808537 w 5232268"/>
              <a:gd name="connsiteY49" fmla="*/ 4901557 h 4901557"/>
              <a:gd name="connsiteX50" fmla="*/ 2149304 w 5232268"/>
              <a:gd name="connsiteY50" fmla="*/ 4098224 h 4901557"/>
              <a:gd name="connsiteX51" fmla="*/ 2149304 w 5232268"/>
              <a:gd name="connsiteY51" fmla="*/ 971718 h 4901557"/>
              <a:gd name="connsiteX52" fmla="*/ 2046748 w 5232268"/>
              <a:gd name="connsiteY52" fmla="*/ 971718 h 4901557"/>
              <a:gd name="connsiteX53" fmla="*/ 2357781 w 5232268"/>
              <a:gd name="connsiteY53" fmla="*/ 560436 h 4901557"/>
              <a:gd name="connsiteX54" fmla="*/ 2668814 w 5232268"/>
              <a:gd name="connsiteY54" fmla="*/ 971718 h 4901557"/>
              <a:gd name="connsiteX55" fmla="*/ 2566258 w 5232268"/>
              <a:gd name="connsiteY55" fmla="*/ 971718 h 4901557"/>
              <a:gd name="connsiteX56" fmla="*/ 2566258 w 5232268"/>
              <a:gd name="connsiteY56" fmla="*/ 3306759 h 4901557"/>
              <a:gd name="connsiteX57" fmla="*/ 2876730 w 5232268"/>
              <a:gd name="connsiteY57" fmla="*/ 2896112 h 4901557"/>
              <a:gd name="connsiteX58" fmla="*/ 3187202 w 5232268"/>
              <a:gd name="connsiteY58" fmla="*/ 3306759 h 4901557"/>
              <a:gd name="connsiteX59" fmla="*/ 3187202 w 5232268"/>
              <a:gd name="connsiteY59" fmla="*/ 411917 h 4901557"/>
              <a:gd name="connsiteX60" fmla="*/ 3084646 w 5232268"/>
              <a:gd name="connsiteY60" fmla="*/ 411917 h 490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2268" h="4901557">
                <a:moveTo>
                  <a:pt x="1317641" y="3172838"/>
                </a:moveTo>
                <a:lnTo>
                  <a:pt x="1628673" y="3584118"/>
                </a:lnTo>
                <a:lnTo>
                  <a:pt x="1628673" y="3584120"/>
                </a:lnTo>
                <a:lnTo>
                  <a:pt x="1526678" y="3584120"/>
                </a:lnTo>
                <a:lnTo>
                  <a:pt x="1526678" y="4098222"/>
                </a:lnTo>
                <a:lnTo>
                  <a:pt x="713635" y="4901557"/>
                </a:lnTo>
                <a:lnTo>
                  <a:pt x="0" y="4901557"/>
                </a:lnTo>
                <a:lnTo>
                  <a:pt x="1109164" y="4098222"/>
                </a:lnTo>
                <a:lnTo>
                  <a:pt x="1109164" y="3584120"/>
                </a:lnTo>
                <a:lnTo>
                  <a:pt x="1007168" y="3584120"/>
                </a:lnTo>
                <a:close/>
                <a:moveTo>
                  <a:pt x="1837149" y="1836171"/>
                </a:moveTo>
                <a:lnTo>
                  <a:pt x="2148184" y="2248090"/>
                </a:lnTo>
                <a:lnTo>
                  <a:pt x="2046186" y="2248090"/>
                </a:lnTo>
                <a:lnTo>
                  <a:pt x="2046186" y="4098222"/>
                </a:lnTo>
                <a:lnTo>
                  <a:pt x="1617644" y="4901557"/>
                </a:lnTo>
                <a:lnTo>
                  <a:pt x="903860" y="4901557"/>
                </a:lnTo>
                <a:lnTo>
                  <a:pt x="1628673" y="4098222"/>
                </a:lnTo>
                <a:lnTo>
                  <a:pt x="1628673" y="3584120"/>
                </a:lnTo>
                <a:lnTo>
                  <a:pt x="1628675" y="3584120"/>
                </a:lnTo>
                <a:lnTo>
                  <a:pt x="1628673" y="3584118"/>
                </a:lnTo>
                <a:lnTo>
                  <a:pt x="1628673" y="2248090"/>
                </a:lnTo>
                <a:lnTo>
                  <a:pt x="1526677" y="2248090"/>
                </a:lnTo>
                <a:close/>
                <a:moveTo>
                  <a:pt x="3395679" y="0"/>
                </a:moveTo>
                <a:lnTo>
                  <a:pt x="3706712" y="411917"/>
                </a:lnTo>
                <a:lnTo>
                  <a:pt x="3604154" y="411917"/>
                </a:lnTo>
                <a:lnTo>
                  <a:pt x="3604154" y="1153875"/>
                </a:lnTo>
                <a:lnTo>
                  <a:pt x="3914628" y="742593"/>
                </a:lnTo>
                <a:lnTo>
                  <a:pt x="4225661" y="1154510"/>
                </a:lnTo>
                <a:lnTo>
                  <a:pt x="4123103" y="1154510"/>
                </a:lnTo>
                <a:lnTo>
                  <a:pt x="4123103" y="4098224"/>
                </a:lnTo>
                <a:lnTo>
                  <a:pt x="5232268" y="4901557"/>
                </a:lnTo>
                <a:lnTo>
                  <a:pt x="4519043" y="4901557"/>
                </a:lnTo>
                <a:lnTo>
                  <a:pt x="3706153" y="4098224"/>
                </a:lnTo>
                <a:lnTo>
                  <a:pt x="3706153" y="1154510"/>
                </a:lnTo>
                <a:lnTo>
                  <a:pt x="3604154" y="1154510"/>
                </a:lnTo>
                <a:lnTo>
                  <a:pt x="3604154" y="4098224"/>
                </a:lnTo>
                <a:lnTo>
                  <a:pt x="4328817" y="4901557"/>
                </a:lnTo>
                <a:lnTo>
                  <a:pt x="3615592" y="4901557"/>
                </a:lnTo>
                <a:lnTo>
                  <a:pt x="3187202" y="4098224"/>
                </a:lnTo>
                <a:lnTo>
                  <a:pt x="3187202" y="3307393"/>
                </a:lnTo>
                <a:lnTo>
                  <a:pt x="3085206" y="3307393"/>
                </a:lnTo>
                <a:lnTo>
                  <a:pt x="3085206" y="4098224"/>
                </a:lnTo>
                <a:lnTo>
                  <a:pt x="3425365" y="4901557"/>
                </a:lnTo>
                <a:lnTo>
                  <a:pt x="2724744" y="4901557"/>
                </a:lnTo>
                <a:lnTo>
                  <a:pt x="2668253" y="4098224"/>
                </a:lnTo>
                <a:lnTo>
                  <a:pt x="2668253" y="3307393"/>
                </a:lnTo>
                <a:lnTo>
                  <a:pt x="2566258" y="3307393"/>
                </a:lnTo>
                <a:lnTo>
                  <a:pt x="2566258" y="4098224"/>
                </a:lnTo>
                <a:lnTo>
                  <a:pt x="2521917" y="4901557"/>
                </a:lnTo>
                <a:lnTo>
                  <a:pt x="1808537" y="4901557"/>
                </a:lnTo>
                <a:lnTo>
                  <a:pt x="2149304" y="4098224"/>
                </a:lnTo>
                <a:lnTo>
                  <a:pt x="2149304" y="971718"/>
                </a:lnTo>
                <a:lnTo>
                  <a:pt x="2046748" y="971718"/>
                </a:lnTo>
                <a:lnTo>
                  <a:pt x="2357781" y="560436"/>
                </a:lnTo>
                <a:lnTo>
                  <a:pt x="2668814" y="971718"/>
                </a:lnTo>
                <a:lnTo>
                  <a:pt x="2566258" y="971718"/>
                </a:lnTo>
                <a:lnTo>
                  <a:pt x="2566258" y="3306759"/>
                </a:lnTo>
                <a:lnTo>
                  <a:pt x="2876730" y="2896112"/>
                </a:lnTo>
                <a:lnTo>
                  <a:pt x="3187202" y="3306759"/>
                </a:lnTo>
                <a:lnTo>
                  <a:pt x="3187202" y="411917"/>
                </a:lnTo>
                <a:lnTo>
                  <a:pt x="3084646" y="411917"/>
                </a:lnTo>
                <a:close/>
              </a:path>
            </a:pathLst>
          </a:custGeom>
          <a:gradFill>
            <a:gsLst>
              <a:gs pos="82000">
                <a:srgbClr val="6E540F"/>
              </a:gs>
              <a:gs pos="100000">
                <a:schemeClr val="tx1"/>
              </a:gs>
              <a:gs pos="15000">
                <a:schemeClr val="accent1"/>
              </a:gs>
            </a:gsLst>
            <a:lin ang="5400000" scaled="1"/>
          </a:gradFill>
          <a:ln w="4022" cap="flat">
            <a:noFill/>
            <a:prstDash val="solid"/>
            <a:miter/>
          </a:ln>
        </p:spPr>
        <p:txBody>
          <a:bodyPr wrap="square" rtlCol="0" anchor="ctr">
            <a:noAutofit/>
          </a:bodyPr>
          <a:lstStyle/>
          <a:p>
            <a:endParaRPr lang="en-IN"/>
          </a:p>
        </p:txBody>
      </p:sp>
      <p:sp>
        <p:nvSpPr>
          <p:cNvPr id="19" name="Text Placeholder 20">
            <a:extLst>
              <a:ext uri="{FF2B5EF4-FFF2-40B4-BE49-F238E27FC236}">
                <a16:creationId xmlns:a16="http://schemas.microsoft.com/office/drawing/2014/main" id="{4B241576-939D-4D98-85F2-2273B4AEC8EA}"/>
              </a:ext>
            </a:extLst>
          </p:cNvPr>
          <p:cNvSpPr>
            <a:spLocks noGrp="1"/>
          </p:cNvSpPr>
          <p:nvPr>
            <p:ph type="body" sz="quarter" idx="14"/>
          </p:nvPr>
        </p:nvSpPr>
        <p:spPr>
          <a:xfrm>
            <a:off x="2132152" y="2564904"/>
            <a:ext cx="2395710" cy="1152128"/>
          </a:xfrm>
          <a:prstGeom prst="rect">
            <a:avLst/>
          </a:prstGeom>
          <a:solidFill>
            <a:schemeClr val="accent3">
              <a:lumMod val="20000"/>
              <a:lumOff val="80000"/>
            </a:schemeClr>
          </a:solidFill>
        </p:spPr>
        <p:txBody>
          <a:bodyPr>
            <a:norm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0" name="Text Placeholder 20">
            <a:extLst>
              <a:ext uri="{FF2B5EF4-FFF2-40B4-BE49-F238E27FC236}">
                <a16:creationId xmlns:a16="http://schemas.microsoft.com/office/drawing/2014/main" id="{2A580F0E-6E67-4984-8F4B-83C87698176A}"/>
              </a:ext>
            </a:extLst>
          </p:cNvPr>
          <p:cNvSpPr>
            <a:spLocks noGrp="1"/>
          </p:cNvSpPr>
          <p:nvPr>
            <p:ph type="body" sz="quarter" idx="36"/>
          </p:nvPr>
        </p:nvSpPr>
        <p:spPr>
          <a:xfrm>
            <a:off x="1268056" y="4833600"/>
            <a:ext cx="2395710" cy="1152128"/>
          </a:xfrm>
          <a:prstGeom prst="rect">
            <a:avLst/>
          </a:prstGeom>
          <a:solidFill>
            <a:schemeClr val="accent3">
              <a:lumMod val="20000"/>
              <a:lumOff val="80000"/>
            </a:schemeClr>
          </a:solidFill>
        </p:spPr>
        <p:txBody>
          <a:bodyPr>
            <a:norm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20">
            <a:extLst>
              <a:ext uri="{FF2B5EF4-FFF2-40B4-BE49-F238E27FC236}">
                <a16:creationId xmlns:a16="http://schemas.microsoft.com/office/drawing/2014/main" id="{773E373E-EC4E-4F30-BE42-A5F87ABED284}"/>
              </a:ext>
            </a:extLst>
          </p:cNvPr>
          <p:cNvSpPr>
            <a:spLocks noGrp="1"/>
          </p:cNvSpPr>
          <p:nvPr>
            <p:ph type="body" sz="quarter" idx="37"/>
          </p:nvPr>
        </p:nvSpPr>
        <p:spPr>
          <a:xfrm>
            <a:off x="9202908" y="4833600"/>
            <a:ext cx="2395710" cy="1152128"/>
          </a:xfrm>
          <a:prstGeom prst="rect">
            <a:avLst/>
          </a:prstGeom>
          <a:solidFill>
            <a:schemeClr val="accent3">
              <a:lumMod val="20000"/>
              <a:lumOff val="80000"/>
            </a:schemeClr>
          </a:solidFill>
        </p:spPr>
        <p:txBody>
          <a:bodyPr>
            <a:norm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3" name="Text Placeholder 20">
            <a:extLst>
              <a:ext uri="{FF2B5EF4-FFF2-40B4-BE49-F238E27FC236}">
                <a16:creationId xmlns:a16="http://schemas.microsoft.com/office/drawing/2014/main" id="{A4A4435D-DFDB-403E-84B8-585BFDF717BE}"/>
              </a:ext>
            </a:extLst>
          </p:cNvPr>
          <p:cNvSpPr>
            <a:spLocks noGrp="1"/>
          </p:cNvSpPr>
          <p:nvPr>
            <p:ph type="body" sz="quarter" idx="38"/>
          </p:nvPr>
        </p:nvSpPr>
        <p:spPr>
          <a:xfrm>
            <a:off x="8519815" y="2628404"/>
            <a:ext cx="2395710" cy="1152128"/>
          </a:xfrm>
          <a:prstGeom prst="rect">
            <a:avLst/>
          </a:prstGeom>
          <a:solidFill>
            <a:schemeClr val="accent3">
              <a:lumMod val="20000"/>
              <a:lumOff val="80000"/>
            </a:schemeClr>
          </a:solidFill>
        </p:spPr>
        <p:txBody>
          <a:bodyPr>
            <a:normAutofit/>
          </a:bodyPr>
          <a:lstStyle>
            <a:lvl1pPr>
              <a:defRPr sz="1000">
                <a:solidFill>
                  <a:schemeClr val="tx1"/>
                </a:solidFill>
              </a:defRPr>
            </a:lvl1pPr>
            <a:lvl2pPr>
              <a:defRPr sz="900">
                <a:solidFill>
                  <a:schemeClr val="tx1"/>
                </a:solidFill>
              </a:defRPr>
            </a:lvl2pPr>
            <a:lvl3pPr>
              <a:defRPr sz="800">
                <a:solidFill>
                  <a:schemeClr val="tx1"/>
                </a:solidFill>
              </a:defRPr>
            </a:lvl3pPr>
            <a:lvl4pPr>
              <a:defRPr sz="700">
                <a:solidFill>
                  <a:schemeClr val="tx1"/>
                </a:solidFill>
              </a:defRPr>
            </a:lvl4pPr>
            <a:lvl5pPr>
              <a:defRPr sz="7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grpSp>
        <p:nvGrpSpPr>
          <p:cNvPr id="2" name="Group 1">
            <a:extLst>
              <a:ext uri="{FF2B5EF4-FFF2-40B4-BE49-F238E27FC236}">
                <a16:creationId xmlns:a16="http://schemas.microsoft.com/office/drawing/2014/main" id="{1021D050-3739-28E6-2118-371221FF4B73}"/>
              </a:ext>
            </a:extLst>
          </p:cNvPr>
          <p:cNvGrpSpPr/>
          <p:nvPr/>
        </p:nvGrpSpPr>
        <p:grpSpPr>
          <a:xfrm>
            <a:off x="0" y="0"/>
            <a:ext cx="12192000" cy="301809"/>
            <a:chOff x="0" y="0"/>
            <a:chExt cx="12192000" cy="301809"/>
          </a:xfrm>
        </p:grpSpPr>
        <p:sp>
          <p:nvSpPr>
            <p:cNvPr id="3" name="Rectangle 2">
              <a:extLst>
                <a:ext uri="{FF2B5EF4-FFF2-40B4-BE49-F238E27FC236}">
                  <a16:creationId xmlns:a16="http://schemas.microsoft.com/office/drawing/2014/main" id="{F8CFB5E1-0CCA-A198-09CD-859DB8C1665C}"/>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36108308-B698-D5D1-0AAC-FBE185BB4AD8}"/>
                </a:ext>
              </a:extLst>
            </p:cNvPr>
            <p:cNvGrpSpPr/>
            <p:nvPr userDrawn="1"/>
          </p:nvGrpSpPr>
          <p:grpSpPr>
            <a:xfrm>
              <a:off x="10687010" y="58571"/>
              <a:ext cx="1279331" cy="184666"/>
              <a:chOff x="10759355" y="58571"/>
              <a:chExt cx="1279331" cy="184666"/>
            </a:xfrm>
          </p:grpSpPr>
          <p:pic>
            <p:nvPicPr>
              <p:cNvPr id="8" name="Picture 7">
                <a:extLst>
                  <a:ext uri="{FF2B5EF4-FFF2-40B4-BE49-F238E27FC236}">
                    <a16:creationId xmlns:a16="http://schemas.microsoft.com/office/drawing/2014/main" id="{ECFD71D2-91A3-1B31-ABE3-E38EA4A8C4D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9" name="TextBox 8">
                <a:extLst>
                  <a:ext uri="{FF2B5EF4-FFF2-40B4-BE49-F238E27FC236}">
                    <a16:creationId xmlns:a16="http://schemas.microsoft.com/office/drawing/2014/main" id="{FBEE0005-97FA-DA15-D78D-A834C92CB07E}"/>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6" name="Straight Connector 5">
              <a:extLst>
                <a:ext uri="{FF2B5EF4-FFF2-40B4-BE49-F238E27FC236}">
                  <a16:creationId xmlns:a16="http://schemas.microsoft.com/office/drawing/2014/main" id="{6654DACC-C967-772A-AF01-2D9C07014FD2}"/>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117CF76-89AC-E0C7-89C2-81F78C092238}"/>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Title 3">
            <a:extLst>
              <a:ext uri="{FF2B5EF4-FFF2-40B4-BE49-F238E27FC236}">
                <a16:creationId xmlns:a16="http://schemas.microsoft.com/office/drawing/2014/main" id="{F6635AA1-729E-D1A1-4027-4C1D206D6C52}"/>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5707431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Infog_31">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6BDEA104-A7E5-487A-94ED-7D9AF42A1FC6}"/>
              </a:ext>
            </a:extLst>
          </p:cNvPr>
          <p:cNvSpPr>
            <a:spLocks noGrp="1"/>
          </p:cNvSpPr>
          <p:nvPr>
            <p:ph type="pic" sz="quarter" idx="13"/>
          </p:nvPr>
        </p:nvSpPr>
        <p:spPr>
          <a:xfrm>
            <a:off x="1177925" y="2801919"/>
            <a:ext cx="1003300" cy="1003166"/>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25" name="Picture Placeholder 23">
            <a:extLst>
              <a:ext uri="{FF2B5EF4-FFF2-40B4-BE49-F238E27FC236}">
                <a16:creationId xmlns:a16="http://schemas.microsoft.com/office/drawing/2014/main" id="{C6BDF21A-7493-4C9C-A3D1-31DFCFD57E81}"/>
              </a:ext>
            </a:extLst>
          </p:cNvPr>
          <p:cNvSpPr>
            <a:spLocks noGrp="1"/>
          </p:cNvSpPr>
          <p:nvPr>
            <p:ph type="pic" sz="quarter" idx="14"/>
          </p:nvPr>
        </p:nvSpPr>
        <p:spPr>
          <a:xfrm>
            <a:off x="3386477" y="2801919"/>
            <a:ext cx="1003300" cy="1003166"/>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26" name="Picture Placeholder 23">
            <a:extLst>
              <a:ext uri="{FF2B5EF4-FFF2-40B4-BE49-F238E27FC236}">
                <a16:creationId xmlns:a16="http://schemas.microsoft.com/office/drawing/2014/main" id="{6CBC7AAC-1123-4D70-8494-549A445E3547}"/>
              </a:ext>
            </a:extLst>
          </p:cNvPr>
          <p:cNvSpPr>
            <a:spLocks noGrp="1"/>
          </p:cNvSpPr>
          <p:nvPr>
            <p:ph type="pic" sz="quarter" idx="15"/>
          </p:nvPr>
        </p:nvSpPr>
        <p:spPr>
          <a:xfrm>
            <a:off x="5594350" y="2801919"/>
            <a:ext cx="1003300" cy="1003166"/>
          </a:xfrm>
          <a:prstGeom prst="ellipse">
            <a:avLst/>
          </a:prstGeom>
          <a:solidFill>
            <a:schemeClr val="accent3">
              <a:lumMod val="50000"/>
            </a:schemeClr>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27" name="Picture Placeholder 23">
            <a:extLst>
              <a:ext uri="{FF2B5EF4-FFF2-40B4-BE49-F238E27FC236}">
                <a16:creationId xmlns:a16="http://schemas.microsoft.com/office/drawing/2014/main" id="{39A3644F-5E3B-45A9-8D84-6C651A83396A}"/>
              </a:ext>
            </a:extLst>
          </p:cNvPr>
          <p:cNvSpPr>
            <a:spLocks noGrp="1"/>
          </p:cNvSpPr>
          <p:nvPr>
            <p:ph type="pic" sz="quarter" idx="16"/>
          </p:nvPr>
        </p:nvSpPr>
        <p:spPr>
          <a:xfrm>
            <a:off x="7802222" y="2801919"/>
            <a:ext cx="1003300" cy="1003166"/>
          </a:xfrm>
          <a:prstGeom prst="ellipse">
            <a:avLst/>
          </a:prstGeom>
          <a:solidFill>
            <a:schemeClr val="accent4"/>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7D9E28E0-7AE5-4D00-BC26-7CEB7F326BFC}"/>
              </a:ext>
            </a:extLst>
          </p:cNvPr>
          <p:cNvSpPr>
            <a:spLocks noGrp="1"/>
          </p:cNvSpPr>
          <p:nvPr>
            <p:ph type="pic" sz="quarter" idx="17"/>
          </p:nvPr>
        </p:nvSpPr>
        <p:spPr>
          <a:xfrm>
            <a:off x="10010775" y="2801919"/>
            <a:ext cx="1003300" cy="1003166"/>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31" name="Text Placeholder 30">
            <a:extLst>
              <a:ext uri="{FF2B5EF4-FFF2-40B4-BE49-F238E27FC236}">
                <a16:creationId xmlns:a16="http://schemas.microsoft.com/office/drawing/2014/main" id="{3AAF47CA-FF55-4690-93EA-D74535CBC9AE}"/>
              </a:ext>
            </a:extLst>
          </p:cNvPr>
          <p:cNvSpPr>
            <a:spLocks noGrp="1"/>
          </p:cNvSpPr>
          <p:nvPr>
            <p:ph type="body" sz="quarter" idx="18"/>
          </p:nvPr>
        </p:nvSpPr>
        <p:spPr>
          <a:xfrm>
            <a:off x="9871075" y="1924061"/>
            <a:ext cx="1282700" cy="658802"/>
          </a:xfr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3" name="Text Placeholder 30">
            <a:extLst>
              <a:ext uri="{FF2B5EF4-FFF2-40B4-BE49-F238E27FC236}">
                <a16:creationId xmlns:a16="http://schemas.microsoft.com/office/drawing/2014/main" id="{22308CFF-67A1-4E20-88F2-85084C58CA6A}"/>
              </a:ext>
            </a:extLst>
          </p:cNvPr>
          <p:cNvSpPr>
            <a:spLocks noGrp="1"/>
          </p:cNvSpPr>
          <p:nvPr>
            <p:ph type="body" sz="quarter" idx="19"/>
          </p:nvPr>
        </p:nvSpPr>
        <p:spPr>
          <a:xfrm>
            <a:off x="7661728" y="1924061"/>
            <a:ext cx="1282700" cy="658802"/>
          </a:xfrm>
          <a:solidFill>
            <a:schemeClr val="accent4"/>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4" name="Text Placeholder 30">
            <a:extLst>
              <a:ext uri="{FF2B5EF4-FFF2-40B4-BE49-F238E27FC236}">
                <a16:creationId xmlns:a16="http://schemas.microsoft.com/office/drawing/2014/main" id="{389DA534-B498-42CB-AD37-66A96A8BF995}"/>
              </a:ext>
            </a:extLst>
          </p:cNvPr>
          <p:cNvSpPr>
            <a:spLocks noGrp="1"/>
          </p:cNvSpPr>
          <p:nvPr>
            <p:ph type="body" sz="quarter" idx="20"/>
          </p:nvPr>
        </p:nvSpPr>
        <p:spPr>
          <a:xfrm>
            <a:off x="5452381" y="1924061"/>
            <a:ext cx="1282700" cy="658802"/>
          </a:xfrm>
          <a:solidFill>
            <a:schemeClr val="accent3">
              <a:lumMod val="50000"/>
            </a:schemeClr>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5" name="Text Placeholder 30">
            <a:extLst>
              <a:ext uri="{FF2B5EF4-FFF2-40B4-BE49-F238E27FC236}">
                <a16:creationId xmlns:a16="http://schemas.microsoft.com/office/drawing/2014/main" id="{38131E9D-495A-4E5E-9211-EAF97D6ACB03}"/>
              </a:ext>
            </a:extLst>
          </p:cNvPr>
          <p:cNvSpPr>
            <a:spLocks noGrp="1"/>
          </p:cNvSpPr>
          <p:nvPr>
            <p:ph type="body" sz="quarter" idx="21"/>
          </p:nvPr>
        </p:nvSpPr>
        <p:spPr>
          <a:xfrm>
            <a:off x="3243034" y="1924061"/>
            <a:ext cx="1282700" cy="658802"/>
          </a:xfr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36" name="Text Placeholder 30">
            <a:extLst>
              <a:ext uri="{FF2B5EF4-FFF2-40B4-BE49-F238E27FC236}">
                <a16:creationId xmlns:a16="http://schemas.microsoft.com/office/drawing/2014/main" id="{165141B3-A8C9-4142-AF95-1BA3F14A3D90}"/>
              </a:ext>
            </a:extLst>
          </p:cNvPr>
          <p:cNvSpPr>
            <a:spLocks noGrp="1"/>
          </p:cNvSpPr>
          <p:nvPr>
            <p:ph type="body" sz="quarter" idx="22"/>
          </p:nvPr>
        </p:nvSpPr>
        <p:spPr>
          <a:xfrm>
            <a:off x="1040493" y="1924061"/>
            <a:ext cx="1282700" cy="658802"/>
          </a:xfrm>
          <a:solidFill>
            <a:schemeClr val="accent2"/>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43" name="Text Placeholder 51">
            <a:extLst>
              <a:ext uri="{FF2B5EF4-FFF2-40B4-BE49-F238E27FC236}">
                <a16:creationId xmlns:a16="http://schemas.microsoft.com/office/drawing/2014/main" id="{AE3005A6-98DB-494E-A2D5-0D7A8CCC522B}"/>
              </a:ext>
            </a:extLst>
          </p:cNvPr>
          <p:cNvSpPr>
            <a:spLocks noGrp="1"/>
          </p:cNvSpPr>
          <p:nvPr>
            <p:ph type="body" sz="quarter" idx="28"/>
          </p:nvPr>
        </p:nvSpPr>
        <p:spPr>
          <a:xfrm>
            <a:off x="815750" y="4155060"/>
            <a:ext cx="1727652" cy="1836164"/>
          </a:xfrm>
          <a:solidFill>
            <a:schemeClr val="accent3">
              <a:lumMod val="20000"/>
              <a:lumOff val="80000"/>
            </a:schemeClr>
          </a:solidFill>
        </p:spPr>
        <p:txBody>
          <a:bodyPr lIns="72000" tIns="36000" rIns="36000" bIns="36000" anchor="t">
            <a:noAutofit/>
          </a:bodyPr>
          <a:lstStyle>
            <a:lvl1pPr>
              <a:defRPr sz="1200"/>
            </a:lvl1pPr>
            <a:lvl2pPr>
              <a:defRPr sz="11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4" name="Text Placeholder 51">
            <a:extLst>
              <a:ext uri="{FF2B5EF4-FFF2-40B4-BE49-F238E27FC236}">
                <a16:creationId xmlns:a16="http://schemas.microsoft.com/office/drawing/2014/main" id="{48BC8A08-81EE-4A60-AFD5-ABD62B4E4861}"/>
              </a:ext>
            </a:extLst>
          </p:cNvPr>
          <p:cNvSpPr>
            <a:spLocks noGrp="1"/>
          </p:cNvSpPr>
          <p:nvPr>
            <p:ph type="body" sz="quarter" idx="29"/>
          </p:nvPr>
        </p:nvSpPr>
        <p:spPr>
          <a:xfrm>
            <a:off x="3011482" y="4155060"/>
            <a:ext cx="1727652" cy="1836164"/>
          </a:xfrm>
          <a:solidFill>
            <a:schemeClr val="accent3">
              <a:lumMod val="20000"/>
              <a:lumOff val="80000"/>
            </a:schemeClr>
          </a:solidFill>
        </p:spPr>
        <p:txBody>
          <a:bodyPr lIns="72000" tIns="36000" rIns="36000" bIns="36000" anchor="t">
            <a:noAutofit/>
          </a:bodyPr>
          <a:lstStyle>
            <a:lvl1pPr>
              <a:defRPr sz="1200"/>
            </a:lvl1pPr>
            <a:lvl2pPr>
              <a:defRPr sz="11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5" name="Text Placeholder 51">
            <a:extLst>
              <a:ext uri="{FF2B5EF4-FFF2-40B4-BE49-F238E27FC236}">
                <a16:creationId xmlns:a16="http://schemas.microsoft.com/office/drawing/2014/main" id="{DD05A97C-A8C9-469C-B702-922696F41507}"/>
              </a:ext>
            </a:extLst>
          </p:cNvPr>
          <p:cNvSpPr>
            <a:spLocks noGrp="1"/>
          </p:cNvSpPr>
          <p:nvPr>
            <p:ph type="body" sz="quarter" idx="30"/>
          </p:nvPr>
        </p:nvSpPr>
        <p:spPr>
          <a:xfrm>
            <a:off x="5225366" y="4155060"/>
            <a:ext cx="1727652" cy="1836164"/>
          </a:xfrm>
          <a:solidFill>
            <a:schemeClr val="accent3">
              <a:lumMod val="20000"/>
              <a:lumOff val="80000"/>
            </a:schemeClr>
          </a:solidFill>
        </p:spPr>
        <p:txBody>
          <a:bodyPr lIns="72000" tIns="36000" rIns="36000" bIns="36000" anchor="t">
            <a:noAutofit/>
          </a:bodyPr>
          <a:lstStyle>
            <a:lvl1pPr>
              <a:defRPr sz="1200"/>
            </a:lvl1pPr>
            <a:lvl2pPr>
              <a:defRPr sz="11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6" name="Text Placeholder 51">
            <a:extLst>
              <a:ext uri="{FF2B5EF4-FFF2-40B4-BE49-F238E27FC236}">
                <a16:creationId xmlns:a16="http://schemas.microsoft.com/office/drawing/2014/main" id="{A7D3BC38-3921-4287-8349-7C53C2A94704}"/>
              </a:ext>
            </a:extLst>
          </p:cNvPr>
          <p:cNvSpPr>
            <a:spLocks noGrp="1"/>
          </p:cNvSpPr>
          <p:nvPr>
            <p:ph type="body" sz="quarter" idx="31"/>
          </p:nvPr>
        </p:nvSpPr>
        <p:spPr>
          <a:xfrm>
            <a:off x="7439252" y="4155060"/>
            <a:ext cx="1727652" cy="1836164"/>
          </a:xfrm>
          <a:solidFill>
            <a:schemeClr val="accent3">
              <a:lumMod val="20000"/>
              <a:lumOff val="80000"/>
            </a:schemeClr>
          </a:solidFill>
        </p:spPr>
        <p:txBody>
          <a:bodyPr lIns="72000" tIns="36000" rIns="36000" bIns="36000" anchor="t">
            <a:noAutofit/>
          </a:bodyPr>
          <a:lstStyle>
            <a:lvl1pPr>
              <a:defRPr sz="1200"/>
            </a:lvl1pPr>
            <a:lvl2pPr>
              <a:defRPr sz="11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7" name="Text Placeholder 51">
            <a:extLst>
              <a:ext uri="{FF2B5EF4-FFF2-40B4-BE49-F238E27FC236}">
                <a16:creationId xmlns:a16="http://schemas.microsoft.com/office/drawing/2014/main" id="{9A0BB577-305B-47A2-8CCC-7B21CC93F956}"/>
              </a:ext>
            </a:extLst>
          </p:cNvPr>
          <p:cNvSpPr>
            <a:spLocks noGrp="1"/>
          </p:cNvSpPr>
          <p:nvPr>
            <p:ph type="body" sz="quarter" idx="32"/>
          </p:nvPr>
        </p:nvSpPr>
        <p:spPr>
          <a:xfrm>
            <a:off x="9647919" y="4155060"/>
            <a:ext cx="1727652" cy="1836164"/>
          </a:xfrm>
          <a:solidFill>
            <a:schemeClr val="accent3">
              <a:lumMod val="20000"/>
              <a:lumOff val="80000"/>
            </a:schemeClr>
          </a:solidFill>
        </p:spPr>
        <p:txBody>
          <a:bodyPr lIns="72000" tIns="36000" rIns="36000" bIns="36000" anchor="t">
            <a:noAutofit/>
          </a:bodyPr>
          <a:lstStyle>
            <a:lvl1pPr>
              <a:defRPr sz="1200"/>
            </a:lvl1pPr>
            <a:lvl2pPr>
              <a:defRPr sz="11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grpSp>
        <p:nvGrpSpPr>
          <p:cNvPr id="2" name="Group 1">
            <a:extLst>
              <a:ext uri="{FF2B5EF4-FFF2-40B4-BE49-F238E27FC236}">
                <a16:creationId xmlns:a16="http://schemas.microsoft.com/office/drawing/2014/main" id="{7159CE80-7265-C388-6AF4-F8A368EA4A4A}"/>
              </a:ext>
            </a:extLst>
          </p:cNvPr>
          <p:cNvGrpSpPr/>
          <p:nvPr/>
        </p:nvGrpSpPr>
        <p:grpSpPr>
          <a:xfrm>
            <a:off x="0" y="0"/>
            <a:ext cx="12192000" cy="301809"/>
            <a:chOff x="0" y="0"/>
            <a:chExt cx="12192000" cy="301809"/>
          </a:xfrm>
        </p:grpSpPr>
        <p:sp>
          <p:nvSpPr>
            <p:cNvPr id="3" name="Rectangle 2">
              <a:extLst>
                <a:ext uri="{FF2B5EF4-FFF2-40B4-BE49-F238E27FC236}">
                  <a16:creationId xmlns:a16="http://schemas.microsoft.com/office/drawing/2014/main" id="{D818C80E-673B-C588-CB68-CA982C8723E8}"/>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1CA87EF4-A5CA-5D04-A32A-5FB86C3405B7}"/>
                </a:ext>
              </a:extLst>
            </p:cNvPr>
            <p:cNvGrpSpPr/>
            <p:nvPr userDrawn="1"/>
          </p:nvGrpSpPr>
          <p:grpSpPr>
            <a:xfrm>
              <a:off x="10687010" y="58571"/>
              <a:ext cx="1279331" cy="184666"/>
              <a:chOff x="10759355" y="58571"/>
              <a:chExt cx="1279331" cy="184666"/>
            </a:xfrm>
          </p:grpSpPr>
          <p:pic>
            <p:nvPicPr>
              <p:cNvPr id="8" name="Picture 7">
                <a:extLst>
                  <a:ext uri="{FF2B5EF4-FFF2-40B4-BE49-F238E27FC236}">
                    <a16:creationId xmlns:a16="http://schemas.microsoft.com/office/drawing/2014/main" id="{BBB52F01-2A87-CF60-55E6-685771BD4AB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9" name="TextBox 8">
                <a:extLst>
                  <a:ext uri="{FF2B5EF4-FFF2-40B4-BE49-F238E27FC236}">
                    <a16:creationId xmlns:a16="http://schemas.microsoft.com/office/drawing/2014/main" id="{29F47EE8-C00C-55F9-5EFE-1085DAD02E5D}"/>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6" name="Straight Connector 5">
              <a:extLst>
                <a:ext uri="{FF2B5EF4-FFF2-40B4-BE49-F238E27FC236}">
                  <a16:creationId xmlns:a16="http://schemas.microsoft.com/office/drawing/2014/main" id="{E96876A6-A45B-E42E-A9E7-E2A0B0A82AC3}"/>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D31D062-1F78-AA13-FE03-8F174DA6B7AF}"/>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Title 3">
            <a:extLst>
              <a:ext uri="{FF2B5EF4-FFF2-40B4-BE49-F238E27FC236}">
                <a16:creationId xmlns:a16="http://schemas.microsoft.com/office/drawing/2014/main" id="{EF5377CD-3FA6-DC44-F7DF-EBF498984C59}"/>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12605395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Infog_32">
    <p:spTree>
      <p:nvGrpSpPr>
        <p:cNvPr id="1" name=""/>
        <p:cNvGrpSpPr/>
        <p:nvPr/>
      </p:nvGrpSpPr>
      <p:grpSpPr>
        <a:xfrm>
          <a:off x="0" y="0"/>
          <a:ext cx="0" cy="0"/>
          <a:chOff x="0" y="0"/>
          <a:chExt cx="0" cy="0"/>
        </a:xfrm>
      </p:grpSpPr>
      <p:sp>
        <p:nvSpPr>
          <p:cNvPr id="21" name="Text Placeholder 51">
            <a:extLst>
              <a:ext uri="{FF2B5EF4-FFF2-40B4-BE49-F238E27FC236}">
                <a16:creationId xmlns:a16="http://schemas.microsoft.com/office/drawing/2014/main" id="{8925C147-8E9E-457A-B532-BAA4E619B578}"/>
              </a:ext>
            </a:extLst>
          </p:cNvPr>
          <p:cNvSpPr>
            <a:spLocks noGrp="1"/>
          </p:cNvSpPr>
          <p:nvPr>
            <p:ph type="body" sz="quarter" idx="29"/>
          </p:nvPr>
        </p:nvSpPr>
        <p:spPr>
          <a:xfrm>
            <a:off x="1686825" y="1563658"/>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2" name="Text Placeholder 51">
            <a:extLst>
              <a:ext uri="{FF2B5EF4-FFF2-40B4-BE49-F238E27FC236}">
                <a16:creationId xmlns:a16="http://schemas.microsoft.com/office/drawing/2014/main" id="{3B95DE90-3089-47D1-8D72-1F215C2899D0}"/>
              </a:ext>
            </a:extLst>
          </p:cNvPr>
          <p:cNvSpPr>
            <a:spLocks noGrp="1"/>
          </p:cNvSpPr>
          <p:nvPr>
            <p:ph type="body" sz="quarter" idx="30"/>
          </p:nvPr>
        </p:nvSpPr>
        <p:spPr>
          <a:xfrm>
            <a:off x="258075" y="5019675"/>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3" name="Text Placeholder 51">
            <a:extLst>
              <a:ext uri="{FF2B5EF4-FFF2-40B4-BE49-F238E27FC236}">
                <a16:creationId xmlns:a16="http://schemas.microsoft.com/office/drawing/2014/main" id="{B061B3C9-F86C-4CEF-BAA4-ED76B0AAD971}"/>
              </a:ext>
            </a:extLst>
          </p:cNvPr>
          <p:cNvSpPr>
            <a:spLocks noGrp="1"/>
          </p:cNvSpPr>
          <p:nvPr>
            <p:ph type="body" sz="quarter" idx="31"/>
          </p:nvPr>
        </p:nvSpPr>
        <p:spPr>
          <a:xfrm>
            <a:off x="3020325" y="5019675"/>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7" name="Text Placeholder 51">
            <a:extLst>
              <a:ext uri="{FF2B5EF4-FFF2-40B4-BE49-F238E27FC236}">
                <a16:creationId xmlns:a16="http://schemas.microsoft.com/office/drawing/2014/main" id="{002275B2-0F59-4B3E-ADC6-83B3C30E1DE5}"/>
              </a:ext>
            </a:extLst>
          </p:cNvPr>
          <p:cNvSpPr>
            <a:spLocks noGrp="1"/>
          </p:cNvSpPr>
          <p:nvPr>
            <p:ph type="body" sz="quarter" idx="32"/>
          </p:nvPr>
        </p:nvSpPr>
        <p:spPr>
          <a:xfrm>
            <a:off x="5782575" y="5019675"/>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1" name="Text Placeholder 51">
            <a:extLst>
              <a:ext uri="{FF2B5EF4-FFF2-40B4-BE49-F238E27FC236}">
                <a16:creationId xmlns:a16="http://schemas.microsoft.com/office/drawing/2014/main" id="{665D783C-8AFB-4548-8F42-0A6827288B97}"/>
              </a:ext>
            </a:extLst>
          </p:cNvPr>
          <p:cNvSpPr>
            <a:spLocks noGrp="1"/>
          </p:cNvSpPr>
          <p:nvPr>
            <p:ph type="body" sz="quarter" idx="33"/>
          </p:nvPr>
        </p:nvSpPr>
        <p:spPr>
          <a:xfrm>
            <a:off x="8544825" y="5019675"/>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8" name="Text Placeholder 51">
            <a:extLst>
              <a:ext uri="{FF2B5EF4-FFF2-40B4-BE49-F238E27FC236}">
                <a16:creationId xmlns:a16="http://schemas.microsoft.com/office/drawing/2014/main" id="{AA20CBB1-6429-4B85-B165-9E266D0B5A96}"/>
              </a:ext>
            </a:extLst>
          </p:cNvPr>
          <p:cNvSpPr>
            <a:spLocks noGrp="1"/>
          </p:cNvSpPr>
          <p:nvPr>
            <p:ph type="body" sz="quarter" idx="34"/>
          </p:nvPr>
        </p:nvSpPr>
        <p:spPr>
          <a:xfrm>
            <a:off x="4420500" y="1563658"/>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8B32B75E-228B-4EF9-B7C6-EA1D7A436B1A}"/>
              </a:ext>
            </a:extLst>
          </p:cNvPr>
          <p:cNvSpPr>
            <a:spLocks noGrp="1"/>
          </p:cNvSpPr>
          <p:nvPr>
            <p:ph type="body" sz="quarter" idx="35"/>
          </p:nvPr>
        </p:nvSpPr>
        <p:spPr>
          <a:xfrm>
            <a:off x="7182750" y="1563658"/>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1" name="Text Placeholder 51">
            <a:extLst>
              <a:ext uri="{FF2B5EF4-FFF2-40B4-BE49-F238E27FC236}">
                <a16:creationId xmlns:a16="http://schemas.microsoft.com/office/drawing/2014/main" id="{35EECDA3-5C04-4E29-AB98-979C87F81AF8}"/>
              </a:ext>
            </a:extLst>
          </p:cNvPr>
          <p:cNvSpPr>
            <a:spLocks noGrp="1"/>
          </p:cNvSpPr>
          <p:nvPr>
            <p:ph type="body" sz="quarter" idx="36"/>
          </p:nvPr>
        </p:nvSpPr>
        <p:spPr>
          <a:xfrm>
            <a:off x="9945000" y="1563658"/>
            <a:ext cx="1944000" cy="1371600"/>
          </a:xfrm>
          <a:prstGeom prst="rect">
            <a:avLst/>
          </a:prstGeom>
          <a:solidFill>
            <a:schemeClr val="accent3">
              <a:lumMod val="20000"/>
              <a:lumOff val="80000"/>
            </a:schemeClr>
          </a:solidFill>
          <a:ln>
            <a:noFill/>
          </a:ln>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grpSp>
        <p:nvGrpSpPr>
          <p:cNvPr id="20" name="Group 19">
            <a:extLst>
              <a:ext uri="{FF2B5EF4-FFF2-40B4-BE49-F238E27FC236}">
                <a16:creationId xmlns:a16="http://schemas.microsoft.com/office/drawing/2014/main" id="{7B320340-5E3E-4392-9EFD-BD5E9388F401}"/>
              </a:ext>
            </a:extLst>
          </p:cNvPr>
          <p:cNvGrpSpPr/>
          <p:nvPr/>
        </p:nvGrpSpPr>
        <p:grpSpPr>
          <a:xfrm>
            <a:off x="681039" y="3124662"/>
            <a:ext cx="10827806" cy="1777393"/>
            <a:chOff x="681039" y="3124662"/>
            <a:chExt cx="10827806" cy="1777393"/>
          </a:xfrm>
          <a:solidFill>
            <a:schemeClr val="accent3">
              <a:lumMod val="85000"/>
            </a:schemeClr>
          </a:solidFill>
        </p:grpSpPr>
        <p:sp>
          <p:nvSpPr>
            <p:cNvPr id="28" name="Freeform: Shape 27">
              <a:extLst>
                <a:ext uri="{FF2B5EF4-FFF2-40B4-BE49-F238E27FC236}">
                  <a16:creationId xmlns:a16="http://schemas.microsoft.com/office/drawing/2014/main" id="{8C11C36F-A006-4CBF-A833-D3A9F1BF4D6A}"/>
                </a:ext>
              </a:extLst>
            </p:cNvPr>
            <p:cNvSpPr/>
            <p:nvPr/>
          </p:nvSpPr>
          <p:spPr>
            <a:xfrm>
              <a:off x="681039" y="3124662"/>
              <a:ext cx="10827806" cy="1777393"/>
            </a:xfrm>
            <a:custGeom>
              <a:avLst/>
              <a:gdLst>
                <a:gd name="connsiteX0" fmla="*/ 10827202 w 10827806"/>
                <a:gd name="connsiteY0" fmla="*/ 1149861 h 1777393"/>
                <a:gd name="connsiteX1" fmla="*/ 9871513 w 10827806"/>
                <a:gd name="connsiteY1" fmla="*/ 760599 h 1777393"/>
                <a:gd name="connsiteX2" fmla="*/ 9599529 w 10827806"/>
                <a:gd name="connsiteY2" fmla="*/ 799275 h 1777393"/>
                <a:gd name="connsiteX3" fmla="*/ 9447317 w 10827806"/>
                <a:gd name="connsiteY3" fmla="*/ 565967 h 1777393"/>
                <a:gd name="connsiteX4" fmla="*/ 8289512 w 10827806"/>
                <a:gd name="connsiteY4" fmla="*/ 580939 h 1777393"/>
                <a:gd name="connsiteX5" fmla="*/ 8121082 w 10827806"/>
                <a:gd name="connsiteY5" fmla="*/ 806761 h 1777393"/>
                <a:gd name="connsiteX6" fmla="*/ 7876545 w 10827806"/>
                <a:gd name="connsiteY6" fmla="*/ 770580 h 1777393"/>
                <a:gd name="connsiteX7" fmla="*/ 7108002 w 10827806"/>
                <a:gd name="connsiteY7" fmla="*/ 760599 h 1777393"/>
                <a:gd name="connsiteX8" fmla="*/ 6681310 w 10827806"/>
                <a:gd name="connsiteY8" fmla="*/ 533529 h 1777393"/>
                <a:gd name="connsiteX9" fmla="*/ 6047512 w 10827806"/>
                <a:gd name="connsiteY9" fmla="*/ 3284 h 1777393"/>
                <a:gd name="connsiteX10" fmla="*/ 5526000 w 10827806"/>
                <a:gd name="connsiteY10" fmla="*/ 579691 h 1777393"/>
                <a:gd name="connsiteX11" fmla="*/ 5388760 w 10827806"/>
                <a:gd name="connsiteY11" fmla="*/ 794285 h 1777393"/>
                <a:gd name="connsiteX12" fmla="*/ 5357569 w 10827806"/>
                <a:gd name="connsiteY12" fmla="*/ 808009 h 1777393"/>
                <a:gd name="connsiteX13" fmla="*/ 5172919 w 10827806"/>
                <a:gd name="connsiteY13" fmla="*/ 810504 h 1777393"/>
                <a:gd name="connsiteX14" fmla="*/ 5111785 w 10827806"/>
                <a:gd name="connsiteY14" fmla="*/ 771827 h 1777393"/>
                <a:gd name="connsiteX15" fmla="*/ 4959574 w 10827806"/>
                <a:gd name="connsiteY15" fmla="*/ 670769 h 1777393"/>
                <a:gd name="connsiteX16" fmla="*/ 4574054 w 10827806"/>
                <a:gd name="connsiteY16" fmla="*/ 639578 h 1777393"/>
                <a:gd name="connsiteX17" fmla="*/ 4319537 w 10827806"/>
                <a:gd name="connsiteY17" fmla="*/ 780561 h 1777393"/>
                <a:gd name="connsiteX18" fmla="*/ 3917798 w 10827806"/>
                <a:gd name="connsiteY18" fmla="*/ 538519 h 1777393"/>
                <a:gd name="connsiteX19" fmla="*/ 3272770 w 10827806"/>
                <a:gd name="connsiteY19" fmla="*/ 5779 h 1777393"/>
                <a:gd name="connsiteX20" fmla="*/ 2762488 w 10827806"/>
                <a:gd name="connsiteY20" fmla="*/ 582187 h 1777393"/>
                <a:gd name="connsiteX21" fmla="*/ 2625248 w 10827806"/>
                <a:gd name="connsiteY21" fmla="*/ 794285 h 1777393"/>
                <a:gd name="connsiteX22" fmla="*/ 2349521 w 10827806"/>
                <a:gd name="connsiteY22" fmla="*/ 771827 h 1777393"/>
                <a:gd name="connsiteX23" fmla="*/ 1578482 w 10827806"/>
                <a:gd name="connsiteY23" fmla="*/ 764341 h 1777393"/>
                <a:gd name="connsiteX24" fmla="*/ 1312736 w 10827806"/>
                <a:gd name="connsiteY24" fmla="*/ 804266 h 1777393"/>
                <a:gd name="connsiteX25" fmla="*/ 1154286 w 10827806"/>
                <a:gd name="connsiteY25" fmla="*/ 565967 h 1777393"/>
                <a:gd name="connsiteX26" fmla="*/ 622793 w 10827806"/>
                <a:gd name="connsiteY26" fmla="*/ 2036 h 1777393"/>
                <a:gd name="connsiteX27" fmla="*/ 532964 w 10827806"/>
                <a:gd name="connsiteY27" fmla="*/ 1156099 h 1777393"/>
                <a:gd name="connsiteX28" fmla="*/ 955912 w 10827806"/>
                <a:gd name="connsiteY28" fmla="*/ 1015116 h 1777393"/>
                <a:gd name="connsiteX29" fmla="*/ 1380108 w 10827806"/>
                <a:gd name="connsiteY29" fmla="*/ 1209747 h 1777393"/>
                <a:gd name="connsiteX30" fmla="*/ 2537913 w 10827806"/>
                <a:gd name="connsiteY30" fmla="*/ 1194776 h 1777393"/>
                <a:gd name="connsiteX31" fmla="*/ 2947138 w 10827806"/>
                <a:gd name="connsiteY31" fmla="*/ 1001392 h 1777393"/>
                <a:gd name="connsiteX32" fmla="*/ 3175455 w 10827806"/>
                <a:gd name="connsiteY32" fmla="*/ 1132394 h 1777393"/>
                <a:gd name="connsiteX33" fmla="*/ 3719424 w 10827806"/>
                <a:gd name="connsiteY33" fmla="*/ 1015116 h 1777393"/>
                <a:gd name="connsiteX34" fmla="*/ 3912808 w 10827806"/>
                <a:gd name="connsiteY34" fmla="*/ 955230 h 1777393"/>
                <a:gd name="connsiteX35" fmla="*/ 4143620 w 10827806"/>
                <a:gd name="connsiteY35" fmla="*/ 1209747 h 1777393"/>
                <a:gd name="connsiteX36" fmla="*/ 4163582 w 10827806"/>
                <a:gd name="connsiteY36" fmla="*/ 1345740 h 1777393"/>
                <a:gd name="connsiteX37" fmla="*/ 5300178 w 10827806"/>
                <a:gd name="connsiteY37" fmla="*/ 1196023 h 1777393"/>
                <a:gd name="connsiteX38" fmla="*/ 5714393 w 10827806"/>
                <a:gd name="connsiteY38" fmla="*/ 1005135 h 1777393"/>
                <a:gd name="connsiteX39" fmla="*/ 6083693 w 10827806"/>
                <a:gd name="connsiteY39" fmla="*/ 1156099 h 1777393"/>
                <a:gd name="connsiteX40" fmla="*/ 6408078 w 10827806"/>
                <a:gd name="connsiteY40" fmla="*/ 1070012 h 1777393"/>
                <a:gd name="connsiteX41" fmla="*/ 6537832 w 10827806"/>
                <a:gd name="connsiteY41" fmla="*/ 980182 h 1777393"/>
                <a:gd name="connsiteX42" fmla="*/ 6714997 w 10827806"/>
                <a:gd name="connsiteY42" fmla="*/ 962715 h 1777393"/>
                <a:gd name="connsiteX43" fmla="*/ 6909627 w 10827806"/>
                <a:gd name="connsiteY43" fmla="*/ 1243433 h 1777393"/>
                <a:gd name="connsiteX44" fmla="*/ 7325090 w 10827806"/>
                <a:gd name="connsiteY44" fmla="*/ 1753716 h 1777393"/>
                <a:gd name="connsiteX45" fmla="*/ 8064938 w 10827806"/>
                <a:gd name="connsiteY45" fmla="*/ 1182299 h 1777393"/>
                <a:gd name="connsiteX46" fmla="*/ 8202178 w 10827806"/>
                <a:gd name="connsiteY46" fmla="*/ 983925 h 1777393"/>
                <a:gd name="connsiteX47" fmla="*/ 8477905 w 10827806"/>
                <a:gd name="connsiteY47" fmla="*/ 1006383 h 1777393"/>
                <a:gd name="connsiteX48" fmla="*/ 9245200 w 10827806"/>
                <a:gd name="connsiteY48" fmla="*/ 1017611 h 1777393"/>
                <a:gd name="connsiteX49" fmla="*/ 9629472 w 10827806"/>
                <a:gd name="connsiteY49" fmla="*/ 1071260 h 1777393"/>
                <a:gd name="connsiteX50" fmla="*/ 9673139 w 10827806"/>
                <a:gd name="connsiteY50" fmla="*/ 1243433 h 1777393"/>
                <a:gd name="connsiteX51" fmla="*/ 10827202 w 10827806"/>
                <a:gd name="connsiteY51" fmla="*/ 1149861 h 1777393"/>
                <a:gd name="connsiteX52" fmla="*/ 576631 w 10827806"/>
                <a:gd name="connsiteY52" fmla="*/ 1006383 h 1777393"/>
                <a:gd name="connsiteX53" fmla="*/ 148692 w 10827806"/>
                <a:gd name="connsiteY53" fmla="*/ 578444 h 1777393"/>
                <a:gd name="connsiteX54" fmla="*/ 1003322 w 10827806"/>
                <a:gd name="connsiteY54" fmla="*/ 578444 h 1777393"/>
                <a:gd name="connsiteX55" fmla="*/ 576631 w 10827806"/>
                <a:gd name="connsiteY55" fmla="*/ 1006383 h 1777393"/>
                <a:gd name="connsiteX56" fmla="*/ 1957763 w 10827806"/>
                <a:gd name="connsiteY56" fmla="*/ 1625210 h 1777393"/>
                <a:gd name="connsiteX57" fmla="*/ 1529824 w 10827806"/>
                <a:gd name="connsiteY57" fmla="*/ 1197271 h 1777393"/>
                <a:gd name="connsiteX58" fmla="*/ 2385702 w 10827806"/>
                <a:gd name="connsiteY58" fmla="*/ 1197271 h 1777393"/>
                <a:gd name="connsiteX59" fmla="*/ 1957763 w 10827806"/>
                <a:gd name="connsiteY59" fmla="*/ 1625210 h 1777393"/>
                <a:gd name="connsiteX60" fmla="*/ 3413753 w 10827806"/>
                <a:gd name="connsiteY60" fmla="*/ 1000144 h 1777393"/>
                <a:gd name="connsiteX61" fmla="*/ 3207894 w 10827806"/>
                <a:gd name="connsiteY61" fmla="*/ 985173 h 1777393"/>
                <a:gd name="connsiteX62" fmla="*/ 3372581 w 10827806"/>
                <a:gd name="connsiteY62" fmla="*/ 151753 h 1777393"/>
                <a:gd name="connsiteX63" fmla="*/ 3413753 w 10827806"/>
                <a:gd name="connsiteY63" fmla="*/ 1000144 h 1777393"/>
                <a:gd name="connsiteX64" fmla="*/ 4754961 w 10827806"/>
                <a:gd name="connsiteY64" fmla="*/ 1623962 h 1777393"/>
                <a:gd name="connsiteX65" fmla="*/ 4294584 w 10827806"/>
                <a:gd name="connsiteY65" fmla="*/ 1197271 h 1777393"/>
                <a:gd name="connsiteX66" fmla="*/ 4722523 w 10827806"/>
                <a:gd name="connsiteY66" fmla="*/ 769332 h 1777393"/>
                <a:gd name="connsiteX67" fmla="*/ 5150462 w 10827806"/>
                <a:gd name="connsiteY67" fmla="*/ 1197271 h 1777393"/>
                <a:gd name="connsiteX68" fmla="*/ 4754961 w 10827806"/>
                <a:gd name="connsiteY68" fmla="*/ 1623962 h 1777393"/>
                <a:gd name="connsiteX69" fmla="*/ 6235904 w 10827806"/>
                <a:gd name="connsiteY69" fmla="*/ 985173 h 1777393"/>
                <a:gd name="connsiteX70" fmla="*/ 5907776 w 10827806"/>
                <a:gd name="connsiteY70" fmla="*/ 958973 h 1777393"/>
                <a:gd name="connsiteX71" fmla="*/ 6103655 w 10827806"/>
                <a:gd name="connsiteY71" fmla="*/ 151753 h 1777393"/>
                <a:gd name="connsiteX72" fmla="*/ 6235904 w 10827806"/>
                <a:gd name="connsiteY72" fmla="*/ 985173 h 1777393"/>
                <a:gd name="connsiteX73" fmla="*/ 7519721 w 10827806"/>
                <a:gd name="connsiteY73" fmla="*/ 1623962 h 1777393"/>
                <a:gd name="connsiteX74" fmla="*/ 7059344 w 10827806"/>
                <a:gd name="connsiteY74" fmla="*/ 1197271 h 1777393"/>
                <a:gd name="connsiteX75" fmla="*/ 7487282 w 10827806"/>
                <a:gd name="connsiteY75" fmla="*/ 769332 h 1777393"/>
                <a:gd name="connsiteX76" fmla="*/ 7915222 w 10827806"/>
                <a:gd name="connsiteY76" fmla="*/ 1197271 h 1777393"/>
                <a:gd name="connsiteX77" fmla="*/ 7519721 w 10827806"/>
                <a:gd name="connsiteY77" fmla="*/ 1623962 h 1777393"/>
                <a:gd name="connsiteX78" fmla="*/ 8868414 w 10827806"/>
                <a:gd name="connsiteY78" fmla="*/ 1006383 h 1777393"/>
                <a:gd name="connsiteX79" fmla="*/ 8440476 w 10827806"/>
                <a:gd name="connsiteY79" fmla="*/ 578444 h 1777393"/>
                <a:gd name="connsiteX80" fmla="*/ 9296353 w 10827806"/>
                <a:gd name="connsiteY80" fmla="*/ 578444 h 1777393"/>
                <a:gd name="connsiteX81" fmla="*/ 8868414 w 10827806"/>
                <a:gd name="connsiteY81" fmla="*/ 1006383 h 1777393"/>
                <a:gd name="connsiteX82" fmla="*/ 10250794 w 10827806"/>
                <a:gd name="connsiteY82" fmla="*/ 1625210 h 1777393"/>
                <a:gd name="connsiteX83" fmla="*/ 9822855 w 10827806"/>
                <a:gd name="connsiteY83" fmla="*/ 1197271 h 1777393"/>
                <a:gd name="connsiteX84" fmla="*/ 10678734 w 10827806"/>
                <a:gd name="connsiteY84" fmla="*/ 1197271 h 1777393"/>
                <a:gd name="connsiteX85" fmla="*/ 10250794 w 10827806"/>
                <a:gd name="connsiteY85" fmla="*/ 1625210 h 177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0827806" h="1777393">
                  <a:moveTo>
                    <a:pt x="10827202" y="1149861"/>
                  </a:moveTo>
                  <a:cubicBezTo>
                    <a:pt x="10789773" y="679502"/>
                    <a:pt x="10219603" y="451185"/>
                    <a:pt x="9871513" y="760599"/>
                  </a:cubicBezTo>
                  <a:cubicBezTo>
                    <a:pt x="9796655" y="825476"/>
                    <a:pt x="9690606" y="840447"/>
                    <a:pt x="9599529" y="799275"/>
                  </a:cubicBezTo>
                  <a:cubicBezTo>
                    <a:pt x="9507204" y="758103"/>
                    <a:pt x="9449813" y="667026"/>
                    <a:pt x="9447317" y="565967"/>
                  </a:cubicBezTo>
                  <a:cubicBezTo>
                    <a:pt x="9397412" y="-195090"/>
                    <a:pt x="8319455" y="-178871"/>
                    <a:pt x="8289512" y="580939"/>
                  </a:cubicBezTo>
                  <a:cubicBezTo>
                    <a:pt x="8289512" y="688236"/>
                    <a:pt x="8220892" y="771827"/>
                    <a:pt x="8121082" y="806761"/>
                  </a:cubicBezTo>
                  <a:cubicBezTo>
                    <a:pt x="8038737" y="842942"/>
                    <a:pt x="7941422" y="830466"/>
                    <a:pt x="7876545" y="770580"/>
                  </a:cubicBezTo>
                  <a:cubicBezTo>
                    <a:pt x="7669438" y="573453"/>
                    <a:pt x="7318852" y="568463"/>
                    <a:pt x="7108002" y="760599"/>
                  </a:cubicBezTo>
                  <a:cubicBezTo>
                    <a:pt x="6922104" y="912810"/>
                    <a:pt x="6668834" y="766837"/>
                    <a:pt x="6681310" y="533529"/>
                  </a:cubicBezTo>
                  <a:cubicBezTo>
                    <a:pt x="6660100" y="216630"/>
                    <a:pt x="6360668" y="-31650"/>
                    <a:pt x="6047512" y="3284"/>
                  </a:cubicBezTo>
                  <a:cubicBezTo>
                    <a:pt x="5759308" y="30732"/>
                    <a:pt x="5524752" y="277764"/>
                    <a:pt x="5526000" y="579691"/>
                  </a:cubicBezTo>
                  <a:cubicBezTo>
                    <a:pt x="5527248" y="672016"/>
                    <a:pt x="5472352" y="755608"/>
                    <a:pt x="5388760" y="794285"/>
                  </a:cubicBezTo>
                  <a:cubicBezTo>
                    <a:pt x="5388760" y="794285"/>
                    <a:pt x="5357569" y="808009"/>
                    <a:pt x="5357569" y="808009"/>
                  </a:cubicBezTo>
                  <a:cubicBezTo>
                    <a:pt x="5300178" y="834209"/>
                    <a:pt x="5231558" y="835457"/>
                    <a:pt x="5172919" y="810504"/>
                  </a:cubicBezTo>
                  <a:cubicBezTo>
                    <a:pt x="5150462" y="800523"/>
                    <a:pt x="5129252" y="788047"/>
                    <a:pt x="5111785" y="771827"/>
                  </a:cubicBezTo>
                  <a:cubicBezTo>
                    <a:pt x="5066870" y="730655"/>
                    <a:pt x="5015717" y="696969"/>
                    <a:pt x="4959574" y="670769"/>
                  </a:cubicBezTo>
                  <a:cubicBezTo>
                    <a:pt x="4839801" y="615873"/>
                    <a:pt x="4701313" y="605892"/>
                    <a:pt x="4574054" y="639578"/>
                  </a:cubicBezTo>
                  <a:cubicBezTo>
                    <a:pt x="4477986" y="663283"/>
                    <a:pt x="4394395" y="718179"/>
                    <a:pt x="4319537" y="780561"/>
                  </a:cubicBezTo>
                  <a:cubicBezTo>
                    <a:pt x="4136134" y="904077"/>
                    <a:pt x="3905322" y="754360"/>
                    <a:pt x="3917798" y="538519"/>
                  </a:cubicBezTo>
                  <a:cubicBezTo>
                    <a:pt x="3897836" y="214134"/>
                    <a:pt x="3589670" y="-36640"/>
                    <a:pt x="3272770" y="5779"/>
                  </a:cubicBezTo>
                  <a:cubicBezTo>
                    <a:pt x="2987062" y="36970"/>
                    <a:pt x="2758745" y="288992"/>
                    <a:pt x="2762488" y="582187"/>
                  </a:cubicBezTo>
                  <a:cubicBezTo>
                    <a:pt x="2762488" y="673264"/>
                    <a:pt x="2708840" y="756856"/>
                    <a:pt x="2625248" y="794285"/>
                  </a:cubicBezTo>
                  <a:cubicBezTo>
                    <a:pt x="2535418" y="842942"/>
                    <a:pt x="2426874" y="842942"/>
                    <a:pt x="2349521" y="771827"/>
                  </a:cubicBezTo>
                  <a:cubicBezTo>
                    <a:pt x="2143661" y="574701"/>
                    <a:pt x="1789332" y="570958"/>
                    <a:pt x="1578482" y="764341"/>
                  </a:cubicBezTo>
                  <a:cubicBezTo>
                    <a:pt x="1504871" y="827971"/>
                    <a:pt x="1401318" y="844190"/>
                    <a:pt x="1312736" y="804266"/>
                  </a:cubicBezTo>
                  <a:cubicBezTo>
                    <a:pt x="1216668" y="760599"/>
                    <a:pt x="1156781" y="668274"/>
                    <a:pt x="1154286" y="565967"/>
                  </a:cubicBezTo>
                  <a:cubicBezTo>
                    <a:pt x="1149295" y="272773"/>
                    <a:pt x="914740" y="24494"/>
                    <a:pt x="622793" y="2036"/>
                  </a:cubicBezTo>
                  <a:cubicBezTo>
                    <a:pt x="-145750" y="-27907"/>
                    <a:pt x="-234332" y="1063774"/>
                    <a:pt x="532964" y="1156099"/>
                  </a:cubicBezTo>
                  <a:cubicBezTo>
                    <a:pt x="695156" y="1168575"/>
                    <a:pt x="843625" y="1112432"/>
                    <a:pt x="955912" y="1015116"/>
                  </a:cubicBezTo>
                  <a:cubicBezTo>
                    <a:pt x="1121847" y="872886"/>
                    <a:pt x="1377613" y="992659"/>
                    <a:pt x="1380108" y="1209747"/>
                  </a:cubicBezTo>
                  <a:cubicBezTo>
                    <a:pt x="1430013" y="1972052"/>
                    <a:pt x="2509218" y="1953338"/>
                    <a:pt x="2537913" y="1194776"/>
                  </a:cubicBezTo>
                  <a:cubicBezTo>
                    <a:pt x="2532923" y="998897"/>
                    <a:pt x="2799917" y="871638"/>
                    <a:pt x="2947138" y="1001392"/>
                  </a:cubicBezTo>
                  <a:cubicBezTo>
                    <a:pt x="3012015" y="1061279"/>
                    <a:pt x="3090616" y="1107441"/>
                    <a:pt x="3175455" y="1132394"/>
                  </a:cubicBezTo>
                  <a:cubicBezTo>
                    <a:pt x="3361353" y="1189785"/>
                    <a:pt x="3574698" y="1143623"/>
                    <a:pt x="3719424" y="1015116"/>
                  </a:cubicBezTo>
                  <a:cubicBezTo>
                    <a:pt x="3773072" y="967706"/>
                    <a:pt x="3844188" y="947744"/>
                    <a:pt x="3912808" y="955230"/>
                  </a:cubicBezTo>
                  <a:cubicBezTo>
                    <a:pt x="4042562" y="966458"/>
                    <a:pt x="4143620" y="1081241"/>
                    <a:pt x="4143620" y="1209747"/>
                  </a:cubicBezTo>
                  <a:cubicBezTo>
                    <a:pt x="4144868" y="1255910"/>
                    <a:pt x="4151106" y="1302072"/>
                    <a:pt x="4163582" y="1345740"/>
                  </a:cubicBezTo>
                  <a:cubicBezTo>
                    <a:pt x="4351975" y="1990767"/>
                    <a:pt x="5282711" y="1874737"/>
                    <a:pt x="5300178" y="1196023"/>
                  </a:cubicBezTo>
                  <a:cubicBezTo>
                    <a:pt x="5292692" y="996402"/>
                    <a:pt x="5568419" y="869143"/>
                    <a:pt x="5714393" y="1005135"/>
                  </a:cubicBezTo>
                  <a:cubicBezTo>
                    <a:pt x="5814204" y="1097460"/>
                    <a:pt x="5947701" y="1152356"/>
                    <a:pt x="6083693" y="1156099"/>
                  </a:cubicBezTo>
                  <a:cubicBezTo>
                    <a:pt x="6197228" y="1161089"/>
                    <a:pt x="6312010" y="1129899"/>
                    <a:pt x="6408078" y="1070012"/>
                  </a:cubicBezTo>
                  <a:cubicBezTo>
                    <a:pt x="6454240" y="1043812"/>
                    <a:pt x="6490422" y="1001392"/>
                    <a:pt x="6537832" y="980182"/>
                  </a:cubicBezTo>
                  <a:cubicBezTo>
                    <a:pt x="6592728" y="953982"/>
                    <a:pt x="6656358" y="946496"/>
                    <a:pt x="6714997" y="962715"/>
                  </a:cubicBezTo>
                  <a:cubicBezTo>
                    <a:pt x="6843503" y="993906"/>
                    <a:pt x="6914618" y="1114927"/>
                    <a:pt x="6909627" y="1243433"/>
                  </a:cubicBezTo>
                  <a:cubicBezTo>
                    <a:pt x="6928342" y="1485475"/>
                    <a:pt x="7099268" y="1687592"/>
                    <a:pt x="7325090" y="1753716"/>
                  </a:cubicBezTo>
                  <a:cubicBezTo>
                    <a:pt x="7693142" y="1864756"/>
                    <a:pt x="8078662" y="1570314"/>
                    <a:pt x="8064938" y="1182299"/>
                  </a:cubicBezTo>
                  <a:cubicBezTo>
                    <a:pt x="8069928" y="1096212"/>
                    <a:pt x="8122329" y="1018859"/>
                    <a:pt x="8202178" y="983925"/>
                  </a:cubicBezTo>
                  <a:cubicBezTo>
                    <a:pt x="8292007" y="935267"/>
                    <a:pt x="8400551" y="935267"/>
                    <a:pt x="8477905" y="1006383"/>
                  </a:cubicBezTo>
                  <a:cubicBezTo>
                    <a:pt x="8682517" y="1202261"/>
                    <a:pt x="9034350" y="1208500"/>
                    <a:pt x="9245200" y="1017611"/>
                  </a:cubicBezTo>
                  <a:cubicBezTo>
                    <a:pt x="9358735" y="915305"/>
                    <a:pt x="9549624" y="941506"/>
                    <a:pt x="9629472" y="1071260"/>
                  </a:cubicBezTo>
                  <a:cubicBezTo>
                    <a:pt x="9663158" y="1119918"/>
                    <a:pt x="9673139" y="1182299"/>
                    <a:pt x="9673139" y="1243433"/>
                  </a:cubicBezTo>
                  <a:cubicBezTo>
                    <a:pt x="9765464" y="2004491"/>
                    <a:pt x="10857145" y="1920899"/>
                    <a:pt x="10827202" y="1149861"/>
                  </a:cubicBezTo>
                  <a:close/>
                  <a:moveTo>
                    <a:pt x="576631" y="1006383"/>
                  </a:moveTo>
                  <a:cubicBezTo>
                    <a:pt x="340828" y="1006383"/>
                    <a:pt x="148692" y="815495"/>
                    <a:pt x="148692" y="578444"/>
                  </a:cubicBezTo>
                  <a:cubicBezTo>
                    <a:pt x="171149" y="12017"/>
                    <a:pt x="980865" y="12017"/>
                    <a:pt x="1003322" y="578444"/>
                  </a:cubicBezTo>
                  <a:cubicBezTo>
                    <a:pt x="1003322" y="815495"/>
                    <a:pt x="812434" y="1006383"/>
                    <a:pt x="576631" y="1006383"/>
                  </a:cubicBezTo>
                  <a:close/>
                  <a:moveTo>
                    <a:pt x="1957763" y="1625210"/>
                  </a:moveTo>
                  <a:cubicBezTo>
                    <a:pt x="1721960" y="1625210"/>
                    <a:pt x="1529824" y="1433074"/>
                    <a:pt x="1529824" y="1197271"/>
                  </a:cubicBezTo>
                  <a:cubicBezTo>
                    <a:pt x="1552282" y="629597"/>
                    <a:pt x="2363244" y="629597"/>
                    <a:pt x="2385702" y="1197271"/>
                  </a:cubicBezTo>
                  <a:cubicBezTo>
                    <a:pt x="2385702" y="1433074"/>
                    <a:pt x="2194814" y="1625210"/>
                    <a:pt x="1957763" y="1625210"/>
                  </a:cubicBezTo>
                  <a:close/>
                  <a:moveTo>
                    <a:pt x="3413753" y="1000144"/>
                  </a:moveTo>
                  <a:cubicBezTo>
                    <a:pt x="3345134" y="1011373"/>
                    <a:pt x="3274018" y="1007630"/>
                    <a:pt x="3207894" y="985173"/>
                  </a:cubicBezTo>
                  <a:cubicBezTo>
                    <a:pt x="2732545" y="820485"/>
                    <a:pt x="2866041" y="125552"/>
                    <a:pt x="3372581" y="151753"/>
                  </a:cubicBezTo>
                  <a:cubicBezTo>
                    <a:pt x="3874131" y="201658"/>
                    <a:pt x="3905322" y="904077"/>
                    <a:pt x="3413753" y="1000144"/>
                  </a:cubicBezTo>
                  <a:close/>
                  <a:moveTo>
                    <a:pt x="4754961" y="1623962"/>
                  </a:moveTo>
                  <a:cubicBezTo>
                    <a:pt x="4510425" y="1643924"/>
                    <a:pt x="4292089" y="1445550"/>
                    <a:pt x="4294584" y="1197271"/>
                  </a:cubicBezTo>
                  <a:cubicBezTo>
                    <a:pt x="4293336" y="960220"/>
                    <a:pt x="4489215" y="768084"/>
                    <a:pt x="4722523" y="769332"/>
                  </a:cubicBezTo>
                  <a:cubicBezTo>
                    <a:pt x="4955831" y="768084"/>
                    <a:pt x="5151709" y="960220"/>
                    <a:pt x="5150462" y="1197271"/>
                  </a:cubicBezTo>
                  <a:cubicBezTo>
                    <a:pt x="5150462" y="1423093"/>
                    <a:pt x="4975793" y="1607743"/>
                    <a:pt x="4754961" y="1623962"/>
                  </a:cubicBezTo>
                  <a:close/>
                  <a:moveTo>
                    <a:pt x="6235904" y="985173"/>
                  </a:moveTo>
                  <a:cubicBezTo>
                    <a:pt x="6128608" y="1020107"/>
                    <a:pt x="6007587" y="1010126"/>
                    <a:pt x="5907776" y="958973"/>
                  </a:cubicBezTo>
                  <a:cubicBezTo>
                    <a:pt x="5513524" y="753113"/>
                    <a:pt x="5654507" y="155495"/>
                    <a:pt x="6103655" y="151753"/>
                  </a:cubicBezTo>
                  <a:cubicBezTo>
                    <a:pt x="6592728" y="160486"/>
                    <a:pt x="6695034" y="827971"/>
                    <a:pt x="6235904" y="985173"/>
                  </a:cubicBezTo>
                  <a:close/>
                  <a:moveTo>
                    <a:pt x="7519721" y="1623962"/>
                  </a:moveTo>
                  <a:cubicBezTo>
                    <a:pt x="7275184" y="1643924"/>
                    <a:pt x="7056848" y="1445550"/>
                    <a:pt x="7059344" y="1197271"/>
                  </a:cubicBezTo>
                  <a:cubicBezTo>
                    <a:pt x="7058096" y="960220"/>
                    <a:pt x="7253975" y="768084"/>
                    <a:pt x="7487282" y="769332"/>
                  </a:cubicBezTo>
                  <a:cubicBezTo>
                    <a:pt x="7720590" y="768084"/>
                    <a:pt x="7916469" y="960220"/>
                    <a:pt x="7915222" y="1197271"/>
                  </a:cubicBezTo>
                  <a:cubicBezTo>
                    <a:pt x="7915222" y="1423093"/>
                    <a:pt x="7740553" y="1607743"/>
                    <a:pt x="7519721" y="1623962"/>
                  </a:cubicBezTo>
                  <a:close/>
                  <a:moveTo>
                    <a:pt x="8868414" y="1006383"/>
                  </a:moveTo>
                  <a:cubicBezTo>
                    <a:pt x="8632612" y="1006383"/>
                    <a:pt x="8440476" y="815495"/>
                    <a:pt x="8440476" y="578444"/>
                  </a:cubicBezTo>
                  <a:cubicBezTo>
                    <a:pt x="8462933" y="10770"/>
                    <a:pt x="9273896" y="10770"/>
                    <a:pt x="9296353" y="578444"/>
                  </a:cubicBezTo>
                  <a:cubicBezTo>
                    <a:pt x="9296353" y="815495"/>
                    <a:pt x="9104218" y="1006383"/>
                    <a:pt x="8868414" y="1006383"/>
                  </a:cubicBezTo>
                  <a:close/>
                  <a:moveTo>
                    <a:pt x="10250794" y="1625210"/>
                  </a:moveTo>
                  <a:cubicBezTo>
                    <a:pt x="10014992" y="1625210"/>
                    <a:pt x="9822855" y="1433074"/>
                    <a:pt x="9822855" y="1197271"/>
                  </a:cubicBezTo>
                  <a:cubicBezTo>
                    <a:pt x="9845313" y="629597"/>
                    <a:pt x="10655028" y="629597"/>
                    <a:pt x="10678734" y="1197271"/>
                  </a:cubicBezTo>
                  <a:cubicBezTo>
                    <a:pt x="10678734" y="1433074"/>
                    <a:pt x="10486598" y="1625210"/>
                    <a:pt x="10250794" y="1625210"/>
                  </a:cubicBezTo>
                  <a:close/>
                </a:path>
              </a:pathLst>
            </a:custGeom>
            <a:grpFill/>
            <a:ln w="12466" cap="flat">
              <a:noFill/>
              <a:prstDash val="solid"/>
              <a:miter/>
            </a:ln>
          </p:spPr>
          <p:txBody>
            <a:bodyPr rtlCol="0" anchor="ctr"/>
            <a:lstStyle/>
            <a:p>
              <a:endParaRPr lang="en-US"/>
            </a:p>
          </p:txBody>
        </p:sp>
        <p:grpSp>
          <p:nvGrpSpPr>
            <p:cNvPr id="2" name="Group 1">
              <a:extLst>
                <a:ext uri="{FF2B5EF4-FFF2-40B4-BE49-F238E27FC236}">
                  <a16:creationId xmlns:a16="http://schemas.microsoft.com/office/drawing/2014/main" id="{D129F1ED-AFED-401D-B778-4B2B969528C3}"/>
                </a:ext>
              </a:extLst>
            </p:cNvPr>
            <p:cNvGrpSpPr/>
            <p:nvPr userDrawn="1"/>
          </p:nvGrpSpPr>
          <p:grpSpPr>
            <a:xfrm>
              <a:off x="1245194" y="3430961"/>
              <a:ext cx="9699194" cy="1162957"/>
              <a:chOff x="1245194" y="3430961"/>
              <a:chExt cx="9699194" cy="1162957"/>
            </a:xfrm>
            <a:grpFill/>
          </p:grpSpPr>
          <p:sp>
            <p:nvSpPr>
              <p:cNvPr id="77" name="Freeform: Shape 76">
                <a:extLst>
                  <a:ext uri="{FF2B5EF4-FFF2-40B4-BE49-F238E27FC236}">
                    <a16:creationId xmlns:a16="http://schemas.microsoft.com/office/drawing/2014/main" id="{6118E498-4C72-4815-A9DC-311BFC20A64D}"/>
                  </a:ext>
                </a:extLst>
              </p:cNvPr>
              <p:cNvSpPr/>
              <p:nvPr/>
            </p:nvSpPr>
            <p:spPr>
              <a:xfrm>
                <a:off x="2626326" y="3431122"/>
                <a:ext cx="24953" cy="190888"/>
              </a:xfrm>
              <a:custGeom>
                <a:avLst/>
                <a:gdLst>
                  <a:gd name="connsiteX0" fmla="*/ 3743 w 24953"/>
                  <a:gd name="connsiteY0" fmla="*/ 169678 h 190888"/>
                  <a:gd name="connsiteX1" fmla="*/ 21210 w 24953"/>
                  <a:gd name="connsiteY1" fmla="*/ 169678 h 190888"/>
                  <a:gd name="connsiteX2" fmla="*/ 24953 w 24953"/>
                  <a:gd name="connsiteY2" fmla="*/ 178411 h 190888"/>
                  <a:gd name="connsiteX3" fmla="*/ 21210 w 24953"/>
                  <a:gd name="connsiteY3" fmla="*/ 187145 h 190888"/>
                  <a:gd name="connsiteX4" fmla="*/ 19962 w 24953"/>
                  <a:gd name="connsiteY4" fmla="*/ 188392 h 190888"/>
                  <a:gd name="connsiteX5" fmla="*/ 17467 w 24953"/>
                  <a:gd name="connsiteY5" fmla="*/ 189640 h 190888"/>
                  <a:gd name="connsiteX6" fmla="*/ 14972 w 24953"/>
                  <a:gd name="connsiteY6" fmla="*/ 190888 h 190888"/>
                  <a:gd name="connsiteX7" fmla="*/ 12476 w 24953"/>
                  <a:gd name="connsiteY7" fmla="*/ 190888 h 190888"/>
                  <a:gd name="connsiteX8" fmla="*/ 9981 w 24953"/>
                  <a:gd name="connsiteY8" fmla="*/ 190888 h 190888"/>
                  <a:gd name="connsiteX9" fmla="*/ 7486 w 24953"/>
                  <a:gd name="connsiteY9" fmla="*/ 189640 h 190888"/>
                  <a:gd name="connsiteX10" fmla="*/ 4991 w 24953"/>
                  <a:gd name="connsiteY10" fmla="*/ 188392 h 190888"/>
                  <a:gd name="connsiteX11" fmla="*/ 3743 w 24953"/>
                  <a:gd name="connsiteY11" fmla="*/ 187145 h 190888"/>
                  <a:gd name="connsiteX12" fmla="*/ 0 w 24953"/>
                  <a:gd name="connsiteY12" fmla="*/ 178411 h 190888"/>
                  <a:gd name="connsiteX13" fmla="*/ 3743 w 24953"/>
                  <a:gd name="connsiteY13" fmla="*/ 169678 h 190888"/>
                  <a:gd name="connsiteX14" fmla="*/ 12476 w 24953"/>
                  <a:gd name="connsiteY14" fmla="*/ 111039 h 190888"/>
                  <a:gd name="connsiteX15" fmla="*/ 24953 w 24953"/>
                  <a:gd name="connsiteY15" fmla="*/ 123515 h 190888"/>
                  <a:gd name="connsiteX16" fmla="*/ 12476 w 24953"/>
                  <a:gd name="connsiteY16" fmla="*/ 135992 h 190888"/>
                  <a:gd name="connsiteX17" fmla="*/ 0 w 24953"/>
                  <a:gd name="connsiteY17" fmla="*/ 123515 h 190888"/>
                  <a:gd name="connsiteX18" fmla="*/ 12476 w 24953"/>
                  <a:gd name="connsiteY18" fmla="*/ 111039 h 190888"/>
                  <a:gd name="connsiteX19" fmla="*/ 12476 w 24953"/>
                  <a:gd name="connsiteY19" fmla="*/ 56143 h 190888"/>
                  <a:gd name="connsiteX20" fmla="*/ 24953 w 24953"/>
                  <a:gd name="connsiteY20" fmla="*/ 68619 h 190888"/>
                  <a:gd name="connsiteX21" fmla="*/ 12476 w 24953"/>
                  <a:gd name="connsiteY21" fmla="*/ 81096 h 190888"/>
                  <a:gd name="connsiteX22" fmla="*/ 0 w 24953"/>
                  <a:gd name="connsiteY22" fmla="*/ 68619 h 190888"/>
                  <a:gd name="connsiteX23" fmla="*/ 12476 w 24953"/>
                  <a:gd name="connsiteY23" fmla="*/ 56143 h 190888"/>
                  <a:gd name="connsiteX24" fmla="*/ 3743 w 24953"/>
                  <a:gd name="connsiteY24" fmla="*/ 3743 h 190888"/>
                  <a:gd name="connsiteX25" fmla="*/ 21210 w 24953"/>
                  <a:gd name="connsiteY25" fmla="*/ 3743 h 190888"/>
                  <a:gd name="connsiteX26" fmla="*/ 24953 w 24953"/>
                  <a:gd name="connsiteY26" fmla="*/ 12476 h 190888"/>
                  <a:gd name="connsiteX27" fmla="*/ 21210 w 24953"/>
                  <a:gd name="connsiteY27" fmla="*/ 21210 h 190888"/>
                  <a:gd name="connsiteX28" fmla="*/ 12476 w 24953"/>
                  <a:gd name="connsiteY28" fmla="*/ 24953 h 190888"/>
                  <a:gd name="connsiteX29" fmla="*/ 3743 w 24953"/>
                  <a:gd name="connsiteY29" fmla="*/ 21210 h 190888"/>
                  <a:gd name="connsiteX30" fmla="*/ 0 w 24953"/>
                  <a:gd name="connsiteY30" fmla="*/ 12476 h 190888"/>
                  <a:gd name="connsiteX31" fmla="*/ 3743 w 24953"/>
                  <a:gd name="connsiteY31" fmla="*/ 3743 h 190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4953" h="190888">
                    <a:moveTo>
                      <a:pt x="3743" y="169678"/>
                    </a:moveTo>
                    <a:cubicBezTo>
                      <a:pt x="8734" y="164687"/>
                      <a:pt x="16219" y="164687"/>
                      <a:pt x="21210" y="169678"/>
                    </a:cubicBezTo>
                    <a:cubicBezTo>
                      <a:pt x="23705" y="172173"/>
                      <a:pt x="24953" y="174668"/>
                      <a:pt x="24953" y="178411"/>
                    </a:cubicBezTo>
                    <a:cubicBezTo>
                      <a:pt x="24953" y="182154"/>
                      <a:pt x="23705" y="184650"/>
                      <a:pt x="21210" y="187145"/>
                    </a:cubicBezTo>
                    <a:cubicBezTo>
                      <a:pt x="21210" y="187145"/>
                      <a:pt x="19962" y="188392"/>
                      <a:pt x="19962" y="188392"/>
                    </a:cubicBezTo>
                    <a:cubicBezTo>
                      <a:pt x="19962" y="188392"/>
                      <a:pt x="18715" y="189640"/>
                      <a:pt x="17467" y="189640"/>
                    </a:cubicBezTo>
                    <a:cubicBezTo>
                      <a:pt x="16219" y="189640"/>
                      <a:pt x="16219" y="190888"/>
                      <a:pt x="14972" y="190888"/>
                    </a:cubicBezTo>
                    <a:cubicBezTo>
                      <a:pt x="13724" y="190888"/>
                      <a:pt x="13724" y="190888"/>
                      <a:pt x="12476" y="190888"/>
                    </a:cubicBezTo>
                    <a:cubicBezTo>
                      <a:pt x="11229" y="190888"/>
                      <a:pt x="11229" y="190888"/>
                      <a:pt x="9981" y="190888"/>
                    </a:cubicBezTo>
                    <a:cubicBezTo>
                      <a:pt x="8734" y="190888"/>
                      <a:pt x="8734" y="190888"/>
                      <a:pt x="7486" y="189640"/>
                    </a:cubicBezTo>
                    <a:cubicBezTo>
                      <a:pt x="6238" y="189640"/>
                      <a:pt x="6238" y="189640"/>
                      <a:pt x="4991" y="188392"/>
                    </a:cubicBezTo>
                    <a:cubicBezTo>
                      <a:pt x="3743" y="188392"/>
                      <a:pt x="3743" y="187145"/>
                      <a:pt x="3743" y="187145"/>
                    </a:cubicBezTo>
                    <a:cubicBezTo>
                      <a:pt x="1248" y="184650"/>
                      <a:pt x="0" y="180907"/>
                      <a:pt x="0" y="178411"/>
                    </a:cubicBezTo>
                    <a:cubicBezTo>
                      <a:pt x="0" y="174668"/>
                      <a:pt x="1248" y="172173"/>
                      <a:pt x="3743" y="169678"/>
                    </a:cubicBezTo>
                    <a:close/>
                    <a:moveTo>
                      <a:pt x="12476" y="111039"/>
                    </a:moveTo>
                    <a:cubicBezTo>
                      <a:pt x="18715" y="111039"/>
                      <a:pt x="24953" y="117277"/>
                      <a:pt x="24953" y="123515"/>
                    </a:cubicBezTo>
                    <a:cubicBezTo>
                      <a:pt x="24953" y="129753"/>
                      <a:pt x="18715" y="135992"/>
                      <a:pt x="12476" y="135992"/>
                    </a:cubicBezTo>
                    <a:cubicBezTo>
                      <a:pt x="6238" y="135992"/>
                      <a:pt x="0" y="129753"/>
                      <a:pt x="0" y="123515"/>
                    </a:cubicBezTo>
                    <a:cubicBezTo>
                      <a:pt x="0" y="116030"/>
                      <a:pt x="4991" y="111039"/>
                      <a:pt x="12476" y="111039"/>
                    </a:cubicBezTo>
                    <a:close/>
                    <a:moveTo>
                      <a:pt x="12476" y="56143"/>
                    </a:moveTo>
                    <a:cubicBezTo>
                      <a:pt x="18715" y="56143"/>
                      <a:pt x="24953" y="62381"/>
                      <a:pt x="24953" y="68619"/>
                    </a:cubicBezTo>
                    <a:cubicBezTo>
                      <a:pt x="24953" y="76105"/>
                      <a:pt x="18715" y="81096"/>
                      <a:pt x="12476" y="81096"/>
                    </a:cubicBezTo>
                    <a:cubicBezTo>
                      <a:pt x="6238" y="81096"/>
                      <a:pt x="0" y="74858"/>
                      <a:pt x="0" y="68619"/>
                    </a:cubicBezTo>
                    <a:cubicBezTo>
                      <a:pt x="0" y="62381"/>
                      <a:pt x="4991" y="56143"/>
                      <a:pt x="12476" y="56143"/>
                    </a:cubicBezTo>
                    <a:close/>
                    <a:moveTo>
                      <a:pt x="3743" y="3743"/>
                    </a:moveTo>
                    <a:cubicBezTo>
                      <a:pt x="8734" y="-1248"/>
                      <a:pt x="16219" y="-1248"/>
                      <a:pt x="21210" y="3743"/>
                    </a:cubicBezTo>
                    <a:cubicBezTo>
                      <a:pt x="23705" y="6238"/>
                      <a:pt x="24953" y="8733"/>
                      <a:pt x="24953" y="12476"/>
                    </a:cubicBezTo>
                    <a:cubicBezTo>
                      <a:pt x="24953" y="16219"/>
                      <a:pt x="23705" y="18715"/>
                      <a:pt x="21210" y="21210"/>
                    </a:cubicBezTo>
                    <a:cubicBezTo>
                      <a:pt x="19962" y="23705"/>
                      <a:pt x="16219" y="24953"/>
                      <a:pt x="12476" y="24953"/>
                    </a:cubicBezTo>
                    <a:cubicBezTo>
                      <a:pt x="8734" y="24953"/>
                      <a:pt x="6238" y="23705"/>
                      <a:pt x="3743" y="21210"/>
                    </a:cubicBezTo>
                    <a:cubicBezTo>
                      <a:pt x="1248" y="18715"/>
                      <a:pt x="0" y="16219"/>
                      <a:pt x="0" y="12476"/>
                    </a:cubicBezTo>
                    <a:cubicBezTo>
                      <a:pt x="0" y="8733"/>
                      <a:pt x="1248" y="6238"/>
                      <a:pt x="3743" y="3743"/>
                    </a:cubicBezTo>
                    <a:close/>
                  </a:path>
                </a:pathLst>
              </a:custGeom>
              <a:grpFill/>
              <a:ln w="12466" cap="flat">
                <a:noFill/>
                <a:prstDash val="solid"/>
                <a:miter/>
              </a:ln>
            </p:spPr>
            <p:txBody>
              <a:bodyPr wrap="square" rtlCol="0" anchor="ctr">
                <a:noAutofit/>
              </a:bodyPr>
              <a:lstStyle/>
              <a:p>
                <a:endParaRPr lang="en-US"/>
              </a:p>
            </p:txBody>
          </p:sp>
          <p:sp>
            <p:nvSpPr>
              <p:cNvPr id="78" name="Freeform: Shape 77">
                <a:extLst>
                  <a:ext uri="{FF2B5EF4-FFF2-40B4-BE49-F238E27FC236}">
                    <a16:creationId xmlns:a16="http://schemas.microsoft.com/office/drawing/2014/main" id="{9E87A2F2-BD97-4248-93F8-7DB77614B15D}"/>
                  </a:ext>
                </a:extLst>
              </p:cNvPr>
              <p:cNvSpPr/>
              <p:nvPr/>
            </p:nvSpPr>
            <p:spPr>
              <a:xfrm>
                <a:off x="1245194" y="4403341"/>
                <a:ext cx="24953" cy="190577"/>
              </a:xfrm>
              <a:custGeom>
                <a:avLst/>
                <a:gdLst>
                  <a:gd name="connsiteX0" fmla="*/ 17467 w 24953"/>
                  <a:gd name="connsiteY0" fmla="*/ 166872 h 190577"/>
                  <a:gd name="connsiteX1" fmla="*/ 21210 w 24953"/>
                  <a:gd name="connsiteY1" fmla="*/ 169367 h 190577"/>
                  <a:gd name="connsiteX2" fmla="*/ 24953 w 24953"/>
                  <a:gd name="connsiteY2" fmla="*/ 178101 h 190577"/>
                  <a:gd name="connsiteX3" fmla="*/ 23705 w 24953"/>
                  <a:gd name="connsiteY3" fmla="*/ 183091 h 190577"/>
                  <a:gd name="connsiteX4" fmla="*/ 21210 w 24953"/>
                  <a:gd name="connsiteY4" fmla="*/ 186834 h 190577"/>
                  <a:gd name="connsiteX5" fmla="*/ 17467 w 24953"/>
                  <a:gd name="connsiteY5" fmla="*/ 189330 h 190577"/>
                  <a:gd name="connsiteX6" fmla="*/ 12476 w 24953"/>
                  <a:gd name="connsiteY6" fmla="*/ 190577 h 190577"/>
                  <a:gd name="connsiteX7" fmla="*/ 7486 w 24953"/>
                  <a:gd name="connsiteY7" fmla="*/ 189330 h 190577"/>
                  <a:gd name="connsiteX8" fmla="*/ 3743 w 24953"/>
                  <a:gd name="connsiteY8" fmla="*/ 186834 h 190577"/>
                  <a:gd name="connsiteX9" fmla="*/ 0 w 24953"/>
                  <a:gd name="connsiteY9" fmla="*/ 178101 h 190577"/>
                  <a:gd name="connsiteX10" fmla="*/ 3743 w 24953"/>
                  <a:gd name="connsiteY10" fmla="*/ 169367 h 190577"/>
                  <a:gd name="connsiteX11" fmla="*/ 17467 w 24953"/>
                  <a:gd name="connsiteY11" fmla="*/ 166872 h 190577"/>
                  <a:gd name="connsiteX12" fmla="*/ 12476 w 24953"/>
                  <a:gd name="connsiteY12" fmla="*/ 110729 h 190577"/>
                  <a:gd name="connsiteX13" fmla="*/ 24953 w 24953"/>
                  <a:gd name="connsiteY13" fmla="*/ 123205 h 190577"/>
                  <a:gd name="connsiteX14" fmla="*/ 12476 w 24953"/>
                  <a:gd name="connsiteY14" fmla="*/ 135681 h 190577"/>
                  <a:gd name="connsiteX15" fmla="*/ 0 w 24953"/>
                  <a:gd name="connsiteY15" fmla="*/ 123205 h 190577"/>
                  <a:gd name="connsiteX16" fmla="*/ 12476 w 24953"/>
                  <a:gd name="connsiteY16" fmla="*/ 110729 h 190577"/>
                  <a:gd name="connsiteX17" fmla="*/ 12476 w 24953"/>
                  <a:gd name="connsiteY17" fmla="*/ 54585 h 190577"/>
                  <a:gd name="connsiteX18" fmla="*/ 24953 w 24953"/>
                  <a:gd name="connsiteY18" fmla="*/ 67061 h 190577"/>
                  <a:gd name="connsiteX19" fmla="*/ 12476 w 24953"/>
                  <a:gd name="connsiteY19" fmla="*/ 79538 h 190577"/>
                  <a:gd name="connsiteX20" fmla="*/ 0 w 24953"/>
                  <a:gd name="connsiteY20" fmla="*/ 67061 h 190577"/>
                  <a:gd name="connsiteX21" fmla="*/ 12476 w 24953"/>
                  <a:gd name="connsiteY21" fmla="*/ 54585 h 190577"/>
                  <a:gd name="connsiteX22" fmla="*/ 7486 w 24953"/>
                  <a:gd name="connsiteY22" fmla="*/ 936 h 190577"/>
                  <a:gd name="connsiteX23" fmla="*/ 17467 w 24953"/>
                  <a:gd name="connsiteY23" fmla="*/ 936 h 190577"/>
                  <a:gd name="connsiteX24" fmla="*/ 21210 w 24953"/>
                  <a:gd name="connsiteY24" fmla="*/ 3431 h 190577"/>
                  <a:gd name="connsiteX25" fmla="*/ 24953 w 24953"/>
                  <a:gd name="connsiteY25" fmla="*/ 12164 h 190577"/>
                  <a:gd name="connsiteX26" fmla="*/ 23705 w 24953"/>
                  <a:gd name="connsiteY26" fmla="*/ 17155 h 190577"/>
                  <a:gd name="connsiteX27" fmla="*/ 21210 w 24953"/>
                  <a:gd name="connsiteY27" fmla="*/ 20898 h 190577"/>
                  <a:gd name="connsiteX28" fmla="*/ 17467 w 24953"/>
                  <a:gd name="connsiteY28" fmla="*/ 23393 h 190577"/>
                  <a:gd name="connsiteX29" fmla="*/ 12476 w 24953"/>
                  <a:gd name="connsiteY29" fmla="*/ 24641 h 190577"/>
                  <a:gd name="connsiteX30" fmla="*/ 7486 w 24953"/>
                  <a:gd name="connsiteY30" fmla="*/ 23393 h 190577"/>
                  <a:gd name="connsiteX31" fmla="*/ 3743 w 24953"/>
                  <a:gd name="connsiteY31" fmla="*/ 20898 h 190577"/>
                  <a:gd name="connsiteX32" fmla="*/ 1248 w 24953"/>
                  <a:gd name="connsiteY32" fmla="*/ 17155 h 190577"/>
                  <a:gd name="connsiteX33" fmla="*/ 0 w 24953"/>
                  <a:gd name="connsiteY33" fmla="*/ 12164 h 190577"/>
                  <a:gd name="connsiteX34" fmla="*/ 3743 w 24953"/>
                  <a:gd name="connsiteY34" fmla="*/ 3431 h 190577"/>
                  <a:gd name="connsiteX35" fmla="*/ 7486 w 24953"/>
                  <a:gd name="connsiteY35" fmla="*/ 936 h 190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4953" h="190577">
                    <a:moveTo>
                      <a:pt x="17467" y="166872"/>
                    </a:moveTo>
                    <a:cubicBezTo>
                      <a:pt x="18715" y="166872"/>
                      <a:pt x="19962" y="168120"/>
                      <a:pt x="21210" y="169367"/>
                    </a:cubicBezTo>
                    <a:cubicBezTo>
                      <a:pt x="23705" y="171863"/>
                      <a:pt x="24953" y="174358"/>
                      <a:pt x="24953" y="178101"/>
                    </a:cubicBezTo>
                    <a:cubicBezTo>
                      <a:pt x="24953" y="179349"/>
                      <a:pt x="24953" y="181844"/>
                      <a:pt x="23705" y="183091"/>
                    </a:cubicBezTo>
                    <a:cubicBezTo>
                      <a:pt x="22457" y="184339"/>
                      <a:pt x="22457" y="185587"/>
                      <a:pt x="21210" y="186834"/>
                    </a:cubicBezTo>
                    <a:cubicBezTo>
                      <a:pt x="19962" y="188082"/>
                      <a:pt x="18715" y="189330"/>
                      <a:pt x="17467" y="189330"/>
                    </a:cubicBezTo>
                    <a:cubicBezTo>
                      <a:pt x="16219" y="189330"/>
                      <a:pt x="13724" y="190577"/>
                      <a:pt x="12476" y="190577"/>
                    </a:cubicBezTo>
                    <a:cubicBezTo>
                      <a:pt x="11229" y="190577"/>
                      <a:pt x="8733" y="190577"/>
                      <a:pt x="7486" y="189330"/>
                    </a:cubicBezTo>
                    <a:cubicBezTo>
                      <a:pt x="6238" y="189330"/>
                      <a:pt x="4991" y="188082"/>
                      <a:pt x="3743" y="186834"/>
                    </a:cubicBezTo>
                    <a:cubicBezTo>
                      <a:pt x="1248" y="184339"/>
                      <a:pt x="0" y="181844"/>
                      <a:pt x="0" y="178101"/>
                    </a:cubicBezTo>
                    <a:cubicBezTo>
                      <a:pt x="0" y="174358"/>
                      <a:pt x="1248" y="171863"/>
                      <a:pt x="3743" y="169367"/>
                    </a:cubicBezTo>
                    <a:cubicBezTo>
                      <a:pt x="7486" y="165625"/>
                      <a:pt x="12476" y="164377"/>
                      <a:pt x="17467" y="166872"/>
                    </a:cubicBezTo>
                    <a:close/>
                    <a:moveTo>
                      <a:pt x="12476" y="110729"/>
                    </a:moveTo>
                    <a:cubicBezTo>
                      <a:pt x="18715" y="110729"/>
                      <a:pt x="24953" y="115719"/>
                      <a:pt x="24953" y="123205"/>
                    </a:cubicBezTo>
                    <a:cubicBezTo>
                      <a:pt x="24953" y="129443"/>
                      <a:pt x="18715" y="135681"/>
                      <a:pt x="12476" y="135681"/>
                    </a:cubicBezTo>
                    <a:cubicBezTo>
                      <a:pt x="4991" y="135681"/>
                      <a:pt x="0" y="129443"/>
                      <a:pt x="0" y="123205"/>
                    </a:cubicBezTo>
                    <a:cubicBezTo>
                      <a:pt x="0" y="115719"/>
                      <a:pt x="4991" y="110729"/>
                      <a:pt x="12476" y="110729"/>
                    </a:cubicBezTo>
                    <a:close/>
                    <a:moveTo>
                      <a:pt x="12476" y="54585"/>
                    </a:moveTo>
                    <a:cubicBezTo>
                      <a:pt x="18715" y="54585"/>
                      <a:pt x="24953" y="60823"/>
                      <a:pt x="24953" y="67061"/>
                    </a:cubicBezTo>
                    <a:cubicBezTo>
                      <a:pt x="24953" y="74547"/>
                      <a:pt x="18715" y="79538"/>
                      <a:pt x="12476" y="79538"/>
                    </a:cubicBezTo>
                    <a:cubicBezTo>
                      <a:pt x="4991" y="79538"/>
                      <a:pt x="0" y="74547"/>
                      <a:pt x="0" y="67061"/>
                    </a:cubicBezTo>
                    <a:cubicBezTo>
                      <a:pt x="0" y="60823"/>
                      <a:pt x="4991" y="54585"/>
                      <a:pt x="12476" y="54585"/>
                    </a:cubicBezTo>
                    <a:close/>
                    <a:moveTo>
                      <a:pt x="7486" y="936"/>
                    </a:moveTo>
                    <a:cubicBezTo>
                      <a:pt x="9981" y="-312"/>
                      <a:pt x="13724" y="-312"/>
                      <a:pt x="17467" y="936"/>
                    </a:cubicBezTo>
                    <a:cubicBezTo>
                      <a:pt x="18715" y="936"/>
                      <a:pt x="19962" y="2183"/>
                      <a:pt x="21210" y="3431"/>
                    </a:cubicBezTo>
                    <a:cubicBezTo>
                      <a:pt x="23705" y="5926"/>
                      <a:pt x="24953" y="8422"/>
                      <a:pt x="24953" y="12164"/>
                    </a:cubicBezTo>
                    <a:cubicBezTo>
                      <a:pt x="24953" y="13412"/>
                      <a:pt x="24953" y="15907"/>
                      <a:pt x="23705" y="17155"/>
                    </a:cubicBezTo>
                    <a:cubicBezTo>
                      <a:pt x="22457" y="18403"/>
                      <a:pt x="22457" y="19650"/>
                      <a:pt x="21210" y="20898"/>
                    </a:cubicBezTo>
                    <a:cubicBezTo>
                      <a:pt x="19962" y="22146"/>
                      <a:pt x="18715" y="23393"/>
                      <a:pt x="17467" y="23393"/>
                    </a:cubicBezTo>
                    <a:cubicBezTo>
                      <a:pt x="14972" y="24641"/>
                      <a:pt x="13724" y="24641"/>
                      <a:pt x="12476" y="24641"/>
                    </a:cubicBezTo>
                    <a:cubicBezTo>
                      <a:pt x="11229" y="24641"/>
                      <a:pt x="8733" y="24641"/>
                      <a:pt x="7486" y="23393"/>
                    </a:cubicBezTo>
                    <a:cubicBezTo>
                      <a:pt x="6238" y="23393"/>
                      <a:pt x="4991" y="22146"/>
                      <a:pt x="3743" y="20898"/>
                    </a:cubicBezTo>
                    <a:cubicBezTo>
                      <a:pt x="2495" y="19650"/>
                      <a:pt x="1248" y="18403"/>
                      <a:pt x="1248" y="17155"/>
                    </a:cubicBezTo>
                    <a:cubicBezTo>
                      <a:pt x="0" y="15907"/>
                      <a:pt x="0" y="14660"/>
                      <a:pt x="0" y="12164"/>
                    </a:cubicBezTo>
                    <a:cubicBezTo>
                      <a:pt x="0" y="8422"/>
                      <a:pt x="1248" y="5926"/>
                      <a:pt x="3743" y="3431"/>
                    </a:cubicBezTo>
                    <a:cubicBezTo>
                      <a:pt x="4991" y="2183"/>
                      <a:pt x="6238" y="936"/>
                      <a:pt x="7486" y="936"/>
                    </a:cubicBezTo>
                    <a:close/>
                  </a:path>
                </a:pathLst>
              </a:custGeom>
              <a:grpFill/>
              <a:ln w="12466" cap="flat">
                <a:noFill/>
                <a:prstDash val="solid"/>
                <a:miter/>
              </a:ln>
            </p:spPr>
            <p:txBody>
              <a:bodyPr wrap="square" rtlCol="0" anchor="ctr">
                <a:noAutofit/>
              </a:bodyPr>
              <a:lstStyle/>
              <a:p>
                <a:endParaRPr lang="en-US"/>
              </a:p>
            </p:txBody>
          </p:sp>
          <p:sp>
            <p:nvSpPr>
              <p:cNvPr id="76" name="Freeform: Shape 75">
                <a:extLst>
                  <a:ext uri="{FF2B5EF4-FFF2-40B4-BE49-F238E27FC236}">
                    <a16:creationId xmlns:a16="http://schemas.microsoft.com/office/drawing/2014/main" id="{772BC3A9-6C71-4E4E-8755-1D3FACBB12C7}"/>
                  </a:ext>
                </a:extLst>
              </p:cNvPr>
              <p:cNvSpPr/>
              <p:nvPr/>
            </p:nvSpPr>
            <p:spPr>
              <a:xfrm>
                <a:off x="5389724" y="3431514"/>
                <a:ext cx="25437" cy="190496"/>
              </a:xfrm>
              <a:custGeom>
                <a:avLst/>
                <a:gdLst>
                  <a:gd name="connsiteX0" fmla="*/ 8731 w 25437"/>
                  <a:gd name="connsiteY0" fmla="*/ 165933 h 190496"/>
                  <a:gd name="connsiteX1" fmla="*/ 21324 w 25437"/>
                  <a:gd name="connsiteY1" fmla="*/ 169286 h 190496"/>
                  <a:gd name="connsiteX2" fmla="*/ 12590 w 25437"/>
                  <a:gd name="connsiteY2" fmla="*/ 190496 h 190496"/>
                  <a:gd name="connsiteX3" fmla="*/ 8731 w 25437"/>
                  <a:gd name="connsiteY3" fmla="*/ 165933 h 190496"/>
                  <a:gd name="connsiteX4" fmla="*/ 12590 w 25437"/>
                  <a:gd name="connsiteY4" fmla="*/ 110647 h 190496"/>
                  <a:gd name="connsiteX5" fmla="*/ 12590 w 25437"/>
                  <a:gd name="connsiteY5" fmla="*/ 135600 h 190496"/>
                  <a:gd name="connsiteX6" fmla="*/ 114 w 25437"/>
                  <a:gd name="connsiteY6" fmla="*/ 123123 h 190496"/>
                  <a:gd name="connsiteX7" fmla="*/ 12590 w 25437"/>
                  <a:gd name="connsiteY7" fmla="*/ 110647 h 190496"/>
                  <a:gd name="connsiteX8" fmla="*/ 12590 w 25437"/>
                  <a:gd name="connsiteY8" fmla="*/ 55751 h 190496"/>
                  <a:gd name="connsiteX9" fmla="*/ 12590 w 25437"/>
                  <a:gd name="connsiteY9" fmla="*/ 80704 h 190496"/>
                  <a:gd name="connsiteX10" fmla="*/ 114 w 25437"/>
                  <a:gd name="connsiteY10" fmla="*/ 68227 h 190496"/>
                  <a:gd name="connsiteX11" fmla="*/ 12590 w 25437"/>
                  <a:gd name="connsiteY11" fmla="*/ 55751 h 190496"/>
                  <a:gd name="connsiteX12" fmla="*/ 7599 w 25437"/>
                  <a:gd name="connsiteY12" fmla="*/ 855 h 190496"/>
                  <a:gd name="connsiteX13" fmla="*/ 12590 w 25437"/>
                  <a:gd name="connsiteY13" fmla="*/ 24560 h 190496"/>
                  <a:gd name="connsiteX14" fmla="*/ 7599 w 25437"/>
                  <a:gd name="connsiteY14" fmla="*/ 855 h 19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437" h="190496">
                    <a:moveTo>
                      <a:pt x="8731" y="165933"/>
                    </a:moveTo>
                    <a:cubicBezTo>
                      <a:pt x="12279" y="164841"/>
                      <a:pt x="16646" y="165543"/>
                      <a:pt x="21324" y="169286"/>
                    </a:cubicBezTo>
                    <a:cubicBezTo>
                      <a:pt x="30057" y="176772"/>
                      <a:pt x="23819" y="190496"/>
                      <a:pt x="12590" y="190496"/>
                    </a:cubicBezTo>
                    <a:cubicBezTo>
                      <a:pt x="-5189" y="188624"/>
                      <a:pt x="-1913" y="169208"/>
                      <a:pt x="8731" y="165933"/>
                    </a:cubicBezTo>
                    <a:close/>
                    <a:moveTo>
                      <a:pt x="12590" y="110647"/>
                    </a:moveTo>
                    <a:cubicBezTo>
                      <a:pt x="28810" y="110647"/>
                      <a:pt x="28810" y="135600"/>
                      <a:pt x="12590" y="135600"/>
                    </a:cubicBezTo>
                    <a:cubicBezTo>
                      <a:pt x="6352" y="135600"/>
                      <a:pt x="114" y="129361"/>
                      <a:pt x="114" y="123123"/>
                    </a:cubicBezTo>
                    <a:cubicBezTo>
                      <a:pt x="114" y="115638"/>
                      <a:pt x="5104" y="110647"/>
                      <a:pt x="12590" y="110647"/>
                    </a:cubicBezTo>
                    <a:close/>
                    <a:moveTo>
                      <a:pt x="12590" y="55751"/>
                    </a:moveTo>
                    <a:cubicBezTo>
                      <a:pt x="28810" y="55751"/>
                      <a:pt x="28810" y="80704"/>
                      <a:pt x="12590" y="80704"/>
                    </a:cubicBezTo>
                    <a:cubicBezTo>
                      <a:pt x="6352" y="80704"/>
                      <a:pt x="114" y="74466"/>
                      <a:pt x="114" y="68227"/>
                    </a:cubicBezTo>
                    <a:cubicBezTo>
                      <a:pt x="114" y="61989"/>
                      <a:pt x="5104" y="55751"/>
                      <a:pt x="12590" y="55751"/>
                    </a:cubicBezTo>
                    <a:close/>
                    <a:moveTo>
                      <a:pt x="7599" y="855"/>
                    </a:moveTo>
                    <a:cubicBezTo>
                      <a:pt x="27562" y="-5383"/>
                      <a:pt x="32552" y="24560"/>
                      <a:pt x="12590" y="24560"/>
                    </a:cubicBezTo>
                    <a:cubicBezTo>
                      <a:pt x="-1134" y="24560"/>
                      <a:pt x="-4877" y="4598"/>
                      <a:pt x="7599" y="855"/>
                    </a:cubicBezTo>
                    <a:close/>
                  </a:path>
                </a:pathLst>
              </a:custGeom>
              <a:grpFill/>
              <a:ln w="12466" cap="flat">
                <a:noFill/>
                <a:prstDash val="solid"/>
                <a:miter/>
              </a:ln>
            </p:spPr>
            <p:txBody>
              <a:bodyPr wrap="square" rtlCol="0" anchor="ctr">
                <a:noAutofit/>
              </a:bodyPr>
              <a:lstStyle/>
              <a:p>
                <a:endParaRPr lang="en-US"/>
              </a:p>
            </p:txBody>
          </p:sp>
          <p:sp>
            <p:nvSpPr>
              <p:cNvPr id="81" name="Freeform: Shape 80">
                <a:extLst>
                  <a:ext uri="{FF2B5EF4-FFF2-40B4-BE49-F238E27FC236}">
                    <a16:creationId xmlns:a16="http://schemas.microsoft.com/office/drawing/2014/main" id="{1843607C-6FA8-4B6B-A05C-B7207918841E}"/>
                  </a:ext>
                </a:extLst>
              </p:cNvPr>
              <p:cNvSpPr/>
              <p:nvPr/>
            </p:nvSpPr>
            <p:spPr>
              <a:xfrm>
                <a:off x="8154484" y="3431044"/>
                <a:ext cx="25437" cy="190966"/>
              </a:xfrm>
              <a:custGeom>
                <a:avLst/>
                <a:gdLst>
                  <a:gd name="connsiteX0" fmla="*/ 8730 w 25437"/>
                  <a:gd name="connsiteY0" fmla="*/ 166403 h 190966"/>
                  <a:gd name="connsiteX1" fmla="*/ 21323 w 25437"/>
                  <a:gd name="connsiteY1" fmla="*/ 169756 h 190966"/>
                  <a:gd name="connsiteX2" fmla="*/ 12590 w 25437"/>
                  <a:gd name="connsiteY2" fmla="*/ 190966 h 190966"/>
                  <a:gd name="connsiteX3" fmla="*/ 8730 w 25437"/>
                  <a:gd name="connsiteY3" fmla="*/ 166403 h 190966"/>
                  <a:gd name="connsiteX4" fmla="*/ 12590 w 25437"/>
                  <a:gd name="connsiteY4" fmla="*/ 111117 h 190966"/>
                  <a:gd name="connsiteX5" fmla="*/ 12590 w 25437"/>
                  <a:gd name="connsiteY5" fmla="*/ 136070 h 190966"/>
                  <a:gd name="connsiteX6" fmla="*/ 114 w 25437"/>
                  <a:gd name="connsiteY6" fmla="*/ 123593 h 190966"/>
                  <a:gd name="connsiteX7" fmla="*/ 12590 w 25437"/>
                  <a:gd name="connsiteY7" fmla="*/ 111117 h 190966"/>
                  <a:gd name="connsiteX8" fmla="*/ 12590 w 25437"/>
                  <a:gd name="connsiteY8" fmla="*/ 56221 h 190966"/>
                  <a:gd name="connsiteX9" fmla="*/ 12590 w 25437"/>
                  <a:gd name="connsiteY9" fmla="*/ 81174 h 190966"/>
                  <a:gd name="connsiteX10" fmla="*/ 114 w 25437"/>
                  <a:gd name="connsiteY10" fmla="*/ 68697 h 190966"/>
                  <a:gd name="connsiteX11" fmla="*/ 12590 w 25437"/>
                  <a:gd name="connsiteY11" fmla="*/ 56221 h 190966"/>
                  <a:gd name="connsiteX12" fmla="*/ 8730 w 25437"/>
                  <a:gd name="connsiteY12" fmla="*/ 468 h 190966"/>
                  <a:gd name="connsiteX13" fmla="*/ 21323 w 25437"/>
                  <a:gd name="connsiteY13" fmla="*/ 3821 h 190966"/>
                  <a:gd name="connsiteX14" fmla="*/ 12590 w 25437"/>
                  <a:gd name="connsiteY14" fmla="*/ 25031 h 190966"/>
                  <a:gd name="connsiteX15" fmla="*/ 8730 w 25437"/>
                  <a:gd name="connsiteY15" fmla="*/ 468 h 190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437" h="190966">
                    <a:moveTo>
                      <a:pt x="8730" y="166403"/>
                    </a:moveTo>
                    <a:cubicBezTo>
                      <a:pt x="12278" y="165311"/>
                      <a:pt x="16645" y="166013"/>
                      <a:pt x="21323" y="169756"/>
                    </a:cubicBezTo>
                    <a:cubicBezTo>
                      <a:pt x="28809" y="177242"/>
                      <a:pt x="23819" y="190966"/>
                      <a:pt x="12590" y="190966"/>
                    </a:cubicBezTo>
                    <a:cubicBezTo>
                      <a:pt x="-5190" y="189094"/>
                      <a:pt x="-1914" y="169678"/>
                      <a:pt x="8730" y="166403"/>
                    </a:cubicBezTo>
                    <a:close/>
                    <a:moveTo>
                      <a:pt x="12590" y="111117"/>
                    </a:moveTo>
                    <a:cubicBezTo>
                      <a:pt x="28809" y="111117"/>
                      <a:pt x="28809" y="136070"/>
                      <a:pt x="12590" y="136070"/>
                    </a:cubicBezTo>
                    <a:cubicBezTo>
                      <a:pt x="6352" y="136070"/>
                      <a:pt x="114" y="129831"/>
                      <a:pt x="114" y="123593"/>
                    </a:cubicBezTo>
                    <a:cubicBezTo>
                      <a:pt x="114" y="116108"/>
                      <a:pt x="6352" y="111117"/>
                      <a:pt x="12590" y="111117"/>
                    </a:cubicBezTo>
                    <a:close/>
                    <a:moveTo>
                      <a:pt x="12590" y="56221"/>
                    </a:moveTo>
                    <a:cubicBezTo>
                      <a:pt x="28809" y="56221"/>
                      <a:pt x="28809" y="81174"/>
                      <a:pt x="12590" y="81174"/>
                    </a:cubicBezTo>
                    <a:cubicBezTo>
                      <a:pt x="6352" y="81174"/>
                      <a:pt x="114" y="74936"/>
                      <a:pt x="114" y="68697"/>
                    </a:cubicBezTo>
                    <a:cubicBezTo>
                      <a:pt x="114" y="62459"/>
                      <a:pt x="6352" y="56221"/>
                      <a:pt x="12590" y="56221"/>
                    </a:cubicBezTo>
                    <a:close/>
                    <a:moveTo>
                      <a:pt x="8730" y="468"/>
                    </a:moveTo>
                    <a:cubicBezTo>
                      <a:pt x="12278" y="-624"/>
                      <a:pt x="16645" y="78"/>
                      <a:pt x="21323" y="3821"/>
                    </a:cubicBezTo>
                    <a:cubicBezTo>
                      <a:pt x="30057" y="11307"/>
                      <a:pt x="23819" y="26278"/>
                      <a:pt x="12590" y="25031"/>
                    </a:cubicBezTo>
                    <a:cubicBezTo>
                      <a:pt x="-5190" y="23159"/>
                      <a:pt x="-1914" y="3743"/>
                      <a:pt x="8730" y="468"/>
                    </a:cubicBezTo>
                    <a:close/>
                  </a:path>
                </a:pathLst>
              </a:custGeom>
              <a:grpFill/>
              <a:ln w="12466" cap="flat">
                <a:noFill/>
                <a:prstDash val="solid"/>
                <a:miter/>
              </a:ln>
            </p:spPr>
            <p:txBody>
              <a:bodyPr wrap="square" rtlCol="0" anchor="ctr">
                <a:noAutofit/>
              </a:bodyPr>
              <a:lstStyle/>
              <a:p>
                <a:endParaRPr lang="en-US"/>
              </a:p>
            </p:txBody>
          </p:sp>
          <p:sp>
            <p:nvSpPr>
              <p:cNvPr id="83" name="Freeform: Shape 82">
                <a:extLst>
                  <a:ext uri="{FF2B5EF4-FFF2-40B4-BE49-F238E27FC236}">
                    <a16:creationId xmlns:a16="http://schemas.microsoft.com/office/drawing/2014/main" id="{24249382-F68B-4DE5-8BC1-1B781773FDB4}"/>
                  </a:ext>
                </a:extLst>
              </p:cNvPr>
              <p:cNvSpPr/>
              <p:nvPr/>
            </p:nvSpPr>
            <p:spPr>
              <a:xfrm>
                <a:off x="10919357" y="3430961"/>
                <a:ext cx="25031" cy="191049"/>
              </a:xfrm>
              <a:custGeom>
                <a:avLst/>
                <a:gdLst>
                  <a:gd name="connsiteX0" fmla="*/ 14972 w 25031"/>
                  <a:gd name="connsiteY0" fmla="*/ 166096 h 191049"/>
                  <a:gd name="connsiteX1" fmla="*/ 12477 w 25031"/>
                  <a:gd name="connsiteY1" fmla="*/ 191049 h 191049"/>
                  <a:gd name="connsiteX2" fmla="*/ 14972 w 25031"/>
                  <a:gd name="connsiteY2" fmla="*/ 166096 h 191049"/>
                  <a:gd name="connsiteX3" fmla="*/ 12476 w 25031"/>
                  <a:gd name="connsiteY3" fmla="*/ 111200 h 191049"/>
                  <a:gd name="connsiteX4" fmla="*/ 12476 w 25031"/>
                  <a:gd name="connsiteY4" fmla="*/ 136153 h 191049"/>
                  <a:gd name="connsiteX5" fmla="*/ 0 w 25031"/>
                  <a:gd name="connsiteY5" fmla="*/ 123676 h 191049"/>
                  <a:gd name="connsiteX6" fmla="*/ 12476 w 25031"/>
                  <a:gd name="connsiteY6" fmla="*/ 111200 h 191049"/>
                  <a:gd name="connsiteX7" fmla="*/ 12476 w 25031"/>
                  <a:gd name="connsiteY7" fmla="*/ 56304 h 191049"/>
                  <a:gd name="connsiteX8" fmla="*/ 12476 w 25031"/>
                  <a:gd name="connsiteY8" fmla="*/ 81257 h 191049"/>
                  <a:gd name="connsiteX9" fmla="*/ 0 w 25031"/>
                  <a:gd name="connsiteY9" fmla="*/ 68780 h 191049"/>
                  <a:gd name="connsiteX10" fmla="*/ 12476 w 25031"/>
                  <a:gd name="connsiteY10" fmla="*/ 56304 h 191049"/>
                  <a:gd name="connsiteX11" fmla="*/ 14972 w 25031"/>
                  <a:gd name="connsiteY11" fmla="*/ 160 h 191049"/>
                  <a:gd name="connsiteX12" fmla="*/ 12477 w 25031"/>
                  <a:gd name="connsiteY12" fmla="*/ 25113 h 191049"/>
                  <a:gd name="connsiteX13" fmla="*/ 14972 w 25031"/>
                  <a:gd name="connsiteY13" fmla="*/ 160 h 191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031" h="191049">
                    <a:moveTo>
                      <a:pt x="14972" y="166096"/>
                    </a:moveTo>
                    <a:cubicBezTo>
                      <a:pt x="29944" y="169839"/>
                      <a:pt x="27449" y="191049"/>
                      <a:pt x="12477" y="191049"/>
                    </a:cubicBezTo>
                    <a:cubicBezTo>
                      <a:pt x="-4990" y="191049"/>
                      <a:pt x="-2494" y="163601"/>
                      <a:pt x="14972" y="166096"/>
                    </a:cubicBezTo>
                    <a:close/>
                    <a:moveTo>
                      <a:pt x="12476" y="111200"/>
                    </a:moveTo>
                    <a:cubicBezTo>
                      <a:pt x="28696" y="111200"/>
                      <a:pt x="28696" y="136153"/>
                      <a:pt x="12476" y="136153"/>
                    </a:cubicBezTo>
                    <a:cubicBezTo>
                      <a:pt x="4991" y="136153"/>
                      <a:pt x="0" y="129914"/>
                      <a:pt x="0" y="123676"/>
                    </a:cubicBezTo>
                    <a:cubicBezTo>
                      <a:pt x="0" y="117438"/>
                      <a:pt x="6238" y="111200"/>
                      <a:pt x="12476" y="111200"/>
                    </a:cubicBezTo>
                    <a:close/>
                    <a:moveTo>
                      <a:pt x="12476" y="56304"/>
                    </a:moveTo>
                    <a:cubicBezTo>
                      <a:pt x="28696" y="56304"/>
                      <a:pt x="28696" y="81257"/>
                      <a:pt x="12476" y="81257"/>
                    </a:cubicBezTo>
                    <a:cubicBezTo>
                      <a:pt x="4991" y="81257"/>
                      <a:pt x="0" y="75019"/>
                      <a:pt x="0" y="68780"/>
                    </a:cubicBezTo>
                    <a:cubicBezTo>
                      <a:pt x="0" y="62542"/>
                      <a:pt x="6238" y="56304"/>
                      <a:pt x="12476" y="56304"/>
                    </a:cubicBezTo>
                    <a:close/>
                    <a:moveTo>
                      <a:pt x="14972" y="160"/>
                    </a:moveTo>
                    <a:cubicBezTo>
                      <a:pt x="29944" y="3903"/>
                      <a:pt x="27449" y="25113"/>
                      <a:pt x="12477" y="25113"/>
                    </a:cubicBezTo>
                    <a:cubicBezTo>
                      <a:pt x="-4990" y="25113"/>
                      <a:pt x="-2494" y="-2335"/>
                      <a:pt x="14972" y="160"/>
                    </a:cubicBezTo>
                    <a:close/>
                  </a:path>
                </a:pathLst>
              </a:custGeom>
              <a:grpFill/>
              <a:ln w="12466" cap="flat">
                <a:noFill/>
                <a:prstDash val="solid"/>
                <a:miter/>
              </a:ln>
            </p:spPr>
            <p:txBody>
              <a:bodyPr wrap="square" rtlCol="0" anchor="ctr">
                <a:noAutofit/>
              </a:bodyPr>
              <a:lstStyle/>
              <a:p>
                <a:endParaRPr lang="en-US"/>
              </a:p>
            </p:txBody>
          </p:sp>
          <p:sp>
            <p:nvSpPr>
              <p:cNvPr id="75" name="Freeform: Shape 74">
                <a:extLst>
                  <a:ext uri="{FF2B5EF4-FFF2-40B4-BE49-F238E27FC236}">
                    <a16:creationId xmlns:a16="http://schemas.microsoft.com/office/drawing/2014/main" id="{0A26C4A0-3874-46CE-A088-172838A2301D}"/>
                  </a:ext>
                </a:extLst>
              </p:cNvPr>
              <p:cNvSpPr/>
              <p:nvPr/>
            </p:nvSpPr>
            <p:spPr>
              <a:xfrm>
                <a:off x="4008706" y="4403077"/>
                <a:ext cx="24640" cy="190840"/>
              </a:xfrm>
              <a:custGeom>
                <a:avLst/>
                <a:gdLst>
                  <a:gd name="connsiteX0" fmla="*/ 17467 w 24640"/>
                  <a:gd name="connsiteY0" fmla="*/ 167135 h 190840"/>
                  <a:gd name="connsiteX1" fmla="*/ 12476 w 24640"/>
                  <a:gd name="connsiteY1" fmla="*/ 190840 h 190840"/>
                  <a:gd name="connsiteX2" fmla="*/ 17467 w 24640"/>
                  <a:gd name="connsiteY2" fmla="*/ 167135 h 190840"/>
                  <a:gd name="connsiteX3" fmla="*/ 12476 w 24640"/>
                  <a:gd name="connsiteY3" fmla="*/ 110992 h 190840"/>
                  <a:gd name="connsiteX4" fmla="*/ 12476 w 24640"/>
                  <a:gd name="connsiteY4" fmla="*/ 135944 h 190840"/>
                  <a:gd name="connsiteX5" fmla="*/ 0 w 24640"/>
                  <a:gd name="connsiteY5" fmla="*/ 123468 h 190840"/>
                  <a:gd name="connsiteX6" fmla="*/ 12476 w 24640"/>
                  <a:gd name="connsiteY6" fmla="*/ 110992 h 190840"/>
                  <a:gd name="connsiteX7" fmla="*/ 12476 w 24640"/>
                  <a:gd name="connsiteY7" fmla="*/ 54848 h 190840"/>
                  <a:gd name="connsiteX8" fmla="*/ 12476 w 24640"/>
                  <a:gd name="connsiteY8" fmla="*/ 79801 h 190840"/>
                  <a:gd name="connsiteX9" fmla="*/ 0 w 24640"/>
                  <a:gd name="connsiteY9" fmla="*/ 67324 h 190840"/>
                  <a:gd name="connsiteX10" fmla="*/ 12476 w 24640"/>
                  <a:gd name="connsiteY10" fmla="*/ 54848 h 190840"/>
                  <a:gd name="connsiteX11" fmla="*/ 17467 w 24640"/>
                  <a:gd name="connsiteY11" fmla="*/ 1199 h 190840"/>
                  <a:gd name="connsiteX12" fmla="*/ 12476 w 24640"/>
                  <a:gd name="connsiteY12" fmla="*/ 24904 h 190840"/>
                  <a:gd name="connsiteX13" fmla="*/ 17467 w 24640"/>
                  <a:gd name="connsiteY13" fmla="*/ 1199 h 19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640" h="190840">
                    <a:moveTo>
                      <a:pt x="17467" y="167135"/>
                    </a:moveTo>
                    <a:cubicBezTo>
                      <a:pt x="28695" y="170878"/>
                      <a:pt x="24952" y="190840"/>
                      <a:pt x="12476" y="190840"/>
                    </a:cubicBezTo>
                    <a:cubicBezTo>
                      <a:pt x="-7486" y="189593"/>
                      <a:pt x="-1248" y="160897"/>
                      <a:pt x="17467" y="167135"/>
                    </a:cubicBezTo>
                    <a:close/>
                    <a:moveTo>
                      <a:pt x="12476" y="110992"/>
                    </a:moveTo>
                    <a:cubicBezTo>
                      <a:pt x="28695" y="110992"/>
                      <a:pt x="28695" y="135944"/>
                      <a:pt x="12476" y="135944"/>
                    </a:cubicBezTo>
                    <a:cubicBezTo>
                      <a:pt x="4990" y="135944"/>
                      <a:pt x="0" y="129706"/>
                      <a:pt x="0" y="123468"/>
                    </a:cubicBezTo>
                    <a:cubicBezTo>
                      <a:pt x="0" y="115982"/>
                      <a:pt x="4990" y="110992"/>
                      <a:pt x="12476" y="110992"/>
                    </a:cubicBezTo>
                    <a:close/>
                    <a:moveTo>
                      <a:pt x="12476" y="54848"/>
                    </a:moveTo>
                    <a:cubicBezTo>
                      <a:pt x="28695" y="54848"/>
                      <a:pt x="28695" y="79801"/>
                      <a:pt x="12476" y="79801"/>
                    </a:cubicBezTo>
                    <a:cubicBezTo>
                      <a:pt x="4990" y="79801"/>
                      <a:pt x="0" y="74810"/>
                      <a:pt x="0" y="67324"/>
                    </a:cubicBezTo>
                    <a:cubicBezTo>
                      <a:pt x="0" y="61086"/>
                      <a:pt x="4990" y="54848"/>
                      <a:pt x="12476" y="54848"/>
                    </a:cubicBezTo>
                    <a:close/>
                    <a:moveTo>
                      <a:pt x="17467" y="1199"/>
                    </a:moveTo>
                    <a:cubicBezTo>
                      <a:pt x="28695" y="6189"/>
                      <a:pt x="24952" y="24904"/>
                      <a:pt x="12476" y="24904"/>
                    </a:cubicBezTo>
                    <a:cubicBezTo>
                      <a:pt x="-7486" y="23656"/>
                      <a:pt x="-1248" y="-6287"/>
                      <a:pt x="17467" y="1199"/>
                    </a:cubicBezTo>
                    <a:close/>
                  </a:path>
                </a:pathLst>
              </a:custGeom>
              <a:grpFill/>
              <a:ln w="12466" cap="flat">
                <a:noFill/>
                <a:prstDash val="solid"/>
                <a:miter/>
              </a:ln>
            </p:spPr>
            <p:txBody>
              <a:bodyPr wrap="square" rtlCol="0" anchor="ctr">
                <a:noAutofit/>
              </a:bodyPr>
              <a:lstStyle/>
              <a:p>
                <a:endParaRPr lang="en-US"/>
              </a:p>
            </p:txBody>
          </p:sp>
          <p:sp>
            <p:nvSpPr>
              <p:cNvPr id="80" name="Freeform: Shape 79">
                <a:extLst>
                  <a:ext uri="{FF2B5EF4-FFF2-40B4-BE49-F238E27FC236}">
                    <a16:creationId xmlns:a16="http://schemas.microsoft.com/office/drawing/2014/main" id="{4BABD1CD-8FE0-4FF7-AD33-D7DB9C1A2694}"/>
                  </a:ext>
                </a:extLst>
              </p:cNvPr>
              <p:cNvSpPr/>
              <p:nvPr userDrawn="1"/>
            </p:nvSpPr>
            <p:spPr>
              <a:xfrm>
                <a:off x="6771847" y="4402953"/>
                <a:ext cx="25437" cy="190965"/>
              </a:xfrm>
              <a:custGeom>
                <a:avLst/>
                <a:gdLst>
                  <a:gd name="connsiteX0" fmla="*/ 16707 w 25437"/>
                  <a:gd name="connsiteY0" fmla="*/ 166402 h 190965"/>
                  <a:gd name="connsiteX1" fmla="*/ 12847 w 25437"/>
                  <a:gd name="connsiteY1" fmla="*/ 190965 h 190965"/>
                  <a:gd name="connsiteX2" fmla="*/ 4114 w 25437"/>
                  <a:gd name="connsiteY2" fmla="*/ 169755 h 190965"/>
                  <a:gd name="connsiteX3" fmla="*/ 16707 w 25437"/>
                  <a:gd name="connsiteY3" fmla="*/ 166402 h 190965"/>
                  <a:gd name="connsiteX4" fmla="*/ 12847 w 25437"/>
                  <a:gd name="connsiteY4" fmla="*/ 111117 h 190965"/>
                  <a:gd name="connsiteX5" fmla="*/ 12847 w 25437"/>
                  <a:gd name="connsiteY5" fmla="*/ 136069 h 190965"/>
                  <a:gd name="connsiteX6" fmla="*/ 371 w 25437"/>
                  <a:gd name="connsiteY6" fmla="*/ 123593 h 190965"/>
                  <a:gd name="connsiteX7" fmla="*/ 12847 w 25437"/>
                  <a:gd name="connsiteY7" fmla="*/ 111117 h 190965"/>
                  <a:gd name="connsiteX8" fmla="*/ 12847 w 25437"/>
                  <a:gd name="connsiteY8" fmla="*/ 54973 h 190965"/>
                  <a:gd name="connsiteX9" fmla="*/ 12847 w 25437"/>
                  <a:gd name="connsiteY9" fmla="*/ 79926 h 190965"/>
                  <a:gd name="connsiteX10" fmla="*/ 371 w 25437"/>
                  <a:gd name="connsiteY10" fmla="*/ 67449 h 190965"/>
                  <a:gd name="connsiteX11" fmla="*/ 12847 w 25437"/>
                  <a:gd name="connsiteY11" fmla="*/ 54973 h 190965"/>
                  <a:gd name="connsiteX12" fmla="*/ 16707 w 25437"/>
                  <a:gd name="connsiteY12" fmla="*/ 467 h 190965"/>
                  <a:gd name="connsiteX13" fmla="*/ 12848 w 25437"/>
                  <a:gd name="connsiteY13" fmla="*/ 25030 h 190965"/>
                  <a:gd name="connsiteX14" fmla="*/ 4114 w 25437"/>
                  <a:gd name="connsiteY14" fmla="*/ 3820 h 190965"/>
                  <a:gd name="connsiteX15" fmla="*/ 16707 w 25437"/>
                  <a:gd name="connsiteY15" fmla="*/ 467 h 19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437" h="190965">
                    <a:moveTo>
                      <a:pt x="16707" y="166402"/>
                    </a:moveTo>
                    <a:cubicBezTo>
                      <a:pt x="27351" y="169677"/>
                      <a:pt x="30626" y="189093"/>
                      <a:pt x="12847" y="190965"/>
                    </a:cubicBezTo>
                    <a:cubicBezTo>
                      <a:pt x="1618" y="190965"/>
                      <a:pt x="-3372" y="177241"/>
                      <a:pt x="4114" y="169755"/>
                    </a:cubicBezTo>
                    <a:cubicBezTo>
                      <a:pt x="8793" y="166012"/>
                      <a:pt x="13159" y="165310"/>
                      <a:pt x="16707" y="166402"/>
                    </a:cubicBezTo>
                    <a:close/>
                    <a:moveTo>
                      <a:pt x="12847" y="111117"/>
                    </a:moveTo>
                    <a:cubicBezTo>
                      <a:pt x="29066" y="111117"/>
                      <a:pt x="29066" y="136069"/>
                      <a:pt x="12847" y="136069"/>
                    </a:cubicBezTo>
                    <a:cubicBezTo>
                      <a:pt x="6609" y="136069"/>
                      <a:pt x="371" y="129831"/>
                      <a:pt x="371" y="123593"/>
                    </a:cubicBezTo>
                    <a:cubicBezTo>
                      <a:pt x="371" y="116107"/>
                      <a:pt x="5361" y="111117"/>
                      <a:pt x="12847" y="111117"/>
                    </a:cubicBezTo>
                    <a:close/>
                    <a:moveTo>
                      <a:pt x="12847" y="54973"/>
                    </a:moveTo>
                    <a:cubicBezTo>
                      <a:pt x="29066" y="54973"/>
                      <a:pt x="29066" y="79926"/>
                      <a:pt x="12847" y="79926"/>
                    </a:cubicBezTo>
                    <a:cubicBezTo>
                      <a:pt x="6609" y="79926"/>
                      <a:pt x="371" y="74935"/>
                      <a:pt x="371" y="67449"/>
                    </a:cubicBezTo>
                    <a:cubicBezTo>
                      <a:pt x="371" y="61211"/>
                      <a:pt x="5361" y="54973"/>
                      <a:pt x="12847" y="54973"/>
                    </a:cubicBezTo>
                    <a:close/>
                    <a:moveTo>
                      <a:pt x="16707" y="467"/>
                    </a:moveTo>
                    <a:cubicBezTo>
                      <a:pt x="27351" y="3741"/>
                      <a:pt x="30627" y="23158"/>
                      <a:pt x="12848" y="25030"/>
                    </a:cubicBezTo>
                    <a:cubicBezTo>
                      <a:pt x="1618" y="26277"/>
                      <a:pt x="-4620" y="11306"/>
                      <a:pt x="4114" y="3820"/>
                    </a:cubicBezTo>
                    <a:cubicBezTo>
                      <a:pt x="8793" y="77"/>
                      <a:pt x="13159" y="-625"/>
                      <a:pt x="16707" y="467"/>
                    </a:cubicBezTo>
                    <a:close/>
                  </a:path>
                </a:pathLst>
              </a:custGeom>
              <a:grpFill/>
              <a:ln w="12466" cap="flat">
                <a:noFill/>
                <a:prstDash val="solid"/>
                <a:miter/>
              </a:ln>
            </p:spPr>
            <p:txBody>
              <a:bodyPr wrap="square" rtlCol="0" anchor="ctr">
                <a:noAutofit/>
              </a:bodyPr>
              <a:lstStyle/>
              <a:p>
                <a:endParaRPr lang="en-US"/>
              </a:p>
            </p:txBody>
          </p:sp>
          <p:sp>
            <p:nvSpPr>
              <p:cNvPr id="82" name="Freeform: Shape 81">
                <a:extLst>
                  <a:ext uri="{FF2B5EF4-FFF2-40B4-BE49-F238E27FC236}">
                    <a16:creationId xmlns:a16="http://schemas.microsoft.com/office/drawing/2014/main" id="{A8CBBF86-9E1D-432B-A292-9E98683E6B93}"/>
                  </a:ext>
                </a:extLst>
              </p:cNvPr>
              <p:cNvSpPr/>
              <p:nvPr/>
            </p:nvSpPr>
            <p:spPr>
              <a:xfrm>
                <a:off x="9536864" y="4402953"/>
                <a:ext cx="24882" cy="190965"/>
              </a:xfrm>
              <a:custGeom>
                <a:avLst/>
                <a:gdLst>
                  <a:gd name="connsiteX0" fmla="*/ 8730 w 24882"/>
                  <a:gd name="connsiteY0" fmla="*/ 166402 h 190965"/>
                  <a:gd name="connsiteX1" fmla="*/ 21323 w 24882"/>
                  <a:gd name="connsiteY1" fmla="*/ 169755 h 190965"/>
                  <a:gd name="connsiteX2" fmla="*/ 12589 w 24882"/>
                  <a:gd name="connsiteY2" fmla="*/ 190965 h 190965"/>
                  <a:gd name="connsiteX3" fmla="*/ 8730 w 24882"/>
                  <a:gd name="connsiteY3" fmla="*/ 166402 h 190965"/>
                  <a:gd name="connsiteX4" fmla="*/ 12589 w 24882"/>
                  <a:gd name="connsiteY4" fmla="*/ 111117 h 190965"/>
                  <a:gd name="connsiteX5" fmla="*/ 12589 w 24882"/>
                  <a:gd name="connsiteY5" fmla="*/ 136069 h 190965"/>
                  <a:gd name="connsiteX6" fmla="*/ 113 w 24882"/>
                  <a:gd name="connsiteY6" fmla="*/ 123593 h 190965"/>
                  <a:gd name="connsiteX7" fmla="*/ 12589 w 24882"/>
                  <a:gd name="connsiteY7" fmla="*/ 111117 h 190965"/>
                  <a:gd name="connsiteX8" fmla="*/ 12589 w 24882"/>
                  <a:gd name="connsiteY8" fmla="*/ 54973 h 190965"/>
                  <a:gd name="connsiteX9" fmla="*/ 12589 w 24882"/>
                  <a:gd name="connsiteY9" fmla="*/ 79926 h 190965"/>
                  <a:gd name="connsiteX10" fmla="*/ 113 w 24882"/>
                  <a:gd name="connsiteY10" fmla="*/ 67449 h 190965"/>
                  <a:gd name="connsiteX11" fmla="*/ 12589 w 24882"/>
                  <a:gd name="connsiteY11" fmla="*/ 54973 h 190965"/>
                  <a:gd name="connsiteX12" fmla="*/ 8730 w 24882"/>
                  <a:gd name="connsiteY12" fmla="*/ 467 h 190965"/>
                  <a:gd name="connsiteX13" fmla="*/ 21323 w 24882"/>
                  <a:gd name="connsiteY13" fmla="*/ 3820 h 190965"/>
                  <a:gd name="connsiteX14" fmla="*/ 12589 w 24882"/>
                  <a:gd name="connsiteY14" fmla="*/ 25030 h 190965"/>
                  <a:gd name="connsiteX15" fmla="*/ 8730 w 24882"/>
                  <a:gd name="connsiteY15" fmla="*/ 467 h 190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4882" h="190965">
                    <a:moveTo>
                      <a:pt x="8730" y="166402"/>
                    </a:moveTo>
                    <a:cubicBezTo>
                      <a:pt x="12278" y="165310"/>
                      <a:pt x="16644" y="166012"/>
                      <a:pt x="21323" y="169755"/>
                    </a:cubicBezTo>
                    <a:cubicBezTo>
                      <a:pt x="28808" y="177241"/>
                      <a:pt x="23818" y="190965"/>
                      <a:pt x="12589" y="190965"/>
                    </a:cubicBezTo>
                    <a:cubicBezTo>
                      <a:pt x="-5189" y="189093"/>
                      <a:pt x="-1914" y="169677"/>
                      <a:pt x="8730" y="166402"/>
                    </a:cubicBezTo>
                    <a:close/>
                    <a:moveTo>
                      <a:pt x="12589" y="111117"/>
                    </a:moveTo>
                    <a:cubicBezTo>
                      <a:pt x="28808" y="111117"/>
                      <a:pt x="28808" y="136069"/>
                      <a:pt x="12589" y="136069"/>
                    </a:cubicBezTo>
                    <a:cubicBezTo>
                      <a:pt x="5104" y="136069"/>
                      <a:pt x="113" y="129831"/>
                      <a:pt x="113" y="123593"/>
                    </a:cubicBezTo>
                    <a:cubicBezTo>
                      <a:pt x="113" y="116107"/>
                      <a:pt x="5104" y="111117"/>
                      <a:pt x="12589" y="111117"/>
                    </a:cubicBezTo>
                    <a:close/>
                    <a:moveTo>
                      <a:pt x="12589" y="54973"/>
                    </a:moveTo>
                    <a:cubicBezTo>
                      <a:pt x="28808" y="54973"/>
                      <a:pt x="28808" y="79926"/>
                      <a:pt x="12589" y="79926"/>
                    </a:cubicBezTo>
                    <a:cubicBezTo>
                      <a:pt x="5104" y="79926"/>
                      <a:pt x="113" y="74935"/>
                      <a:pt x="113" y="67449"/>
                    </a:cubicBezTo>
                    <a:cubicBezTo>
                      <a:pt x="113" y="61211"/>
                      <a:pt x="5104" y="54973"/>
                      <a:pt x="12589" y="54973"/>
                    </a:cubicBezTo>
                    <a:close/>
                    <a:moveTo>
                      <a:pt x="8730" y="467"/>
                    </a:moveTo>
                    <a:cubicBezTo>
                      <a:pt x="12278" y="-625"/>
                      <a:pt x="16644" y="77"/>
                      <a:pt x="21323" y="3820"/>
                    </a:cubicBezTo>
                    <a:cubicBezTo>
                      <a:pt x="28808" y="11306"/>
                      <a:pt x="23818" y="25030"/>
                      <a:pt x="12589" y="25030"/>
                    </a:cubicBezTo>
                    <a:cubicBezTo>
                      <a:pt x="-5189" y="23158"/>
                      <a:pt x="-1914" y="3741"/>
                      <a:pt x="8730" y="467"/>
                    </a:cubicBezTo>
                    <a:close/>
                  </a:path>
                </a:pathLst>
              </a:custGeom>
              <a:grpFill/>
              <a:ln w="12466" cap="flat">
                <a:noFill/>
                <a:prstDash val="solid"/>
                <a:miter/>
              </a:ln>
            </p:spPr>
            <p:txBody>
              <a:bodyPr wrap="square" rtlCol="0" anchor="ctr">
                <a:noAutofit/>
              </a:bodyPr>
              <a:lstStyle/>
              <a:p>
                <a:endParaRPr lang="en-US"/>
              </a:p>
            </p:txBody>
          </p:sp>
        </p:grpSp>
      </p:grpSp>
      <p:sp>
        <p:nvSpPr>
          <p:cNvPr id="67" name="Picture Placeholder 23">
            <a:extLst>
              <a:ext uri="{FF2B5EF4-FFF2-40B4-BE49-F238E27FC236}">
                <a16:creationId xmlns:a16="http://schemas.microsoft.com/office/drawing/2014/main" id="{3DF2B1DC-A2CE-4B7E-B0A2-19D955CD4237}"/>
              </a:ext>
            </a:extLst>
          </p:cNvPr>
          <p:cNvSpPr>
            <a:spLocks noGrp="1"/>
          </p:cNvSpPr>
          <p:nvPr>
            <p:ph type="pic" sz="quarter" idx="37"/>
          </p:nvPr>
        </p:nvSpPr>
        <p:spPr>
          <a:xfrm>
            <a:off x="872514" y="3320051"/>
            <a:ext cx="763716" cy="763614"/>
          </a:xfrm>
          <a:prstGeom prst="ellipse">
            <a:avLst/>
          </a:prstGeom>
          <a:solidFill>
            <a:schemeClr val="accent1"/>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sp>
        <p:nvSpPr>
          <p:cNvPr id="68" name="Picture Placeholder 23">
            <a:extLst>
              <a:ext uri="{FF2B5EF4-FFF2-40B4-BE49-F238E27FC236}">
                <a16:creationId xmlns:a16="http://schemas.microsoft.com/office/drawing/2014/main" id="{FAB1FA4A-46D4-404D-9A74-17DCCD7AF137}"/>
              </a:ext>
            </a:extLst>
          </p:cNvPr>
          <p:cNvSpPr>
            <a:spLocks noGrp="1"/>
          </p:cNvSpPr>
          <p:nvPr>
            <p:ph type="pic" sz="quarter" idx="38"/>
          </p:nvPr>
        </p:nvSpPr>
        <p:spPr>
          <a:xfrm>
            <a:off x="3637360" y="3320051"/>
            <a:ext cx="763716" cy="763614"/>
          </a:xfrm>
          <a:prstGeom prst="ellipse">
            <a:avLst/>
          </a:prstGeom>
          <a:solidFill>
            <a:schemeClr val="accent3">
              <a:lumMod val="50000"/>
            </a:schemeClr>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sp>
        <p:nvSpPr>
          <p:cNvPr id="69" name="Picture Placeholder 23">
            <a:extLst>
              <a:ext uri="{FF2B5EF4-FFF2-40B4-BE49-F238E27FC236}">
                <a16:creationId xmlns:a16="http://schemas.microsoft.com/office/drawing/2014/main" id="{9C3D1166-F760-493D-A78F-002AFA425A9D}"/>
              </a:ext>
            </a:extLst>
          </p:cNvPr>
          <p:cNvSpPr>
            <a:spLocks noGrp="1"/>
          </p:cNvSpPr>
          <p:nvPr>
            <p:ph type="pic" sz="quarter" idx="39"/>
          </p:nvPr>
        </p:nvSpPr>
        <p:spPr>
          <a:xfrm>
            <a:off x="6400560" y="3320051"/>
            <a:ext cx="763716" cy="763614"/>
          </a:xfrm>
          <a:prstGeom prst="ellipse">
            <a:avLst/>
          </a:prstGeom>
          <a:solidFill>
            <a:schemeClr val="accent2"/>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sp>
        <p:nvSpPr>
          <p:cNvPr id="70" name="Picture Placeholder 23">
            <a:extLst>
              <a:ext uri="{FF2B5EF4-FFF2-40B4-BE49-F238E27FC236}">
                <a16:creationId xmlns:a16="http://schemas.microsoft.com/office/drawing/2014/main" id="{309D8D2E-3C5E-4564-9D60-D7F9FB553007}"/>
              </a:ext>
            </a:extLst>
          </p:cNvPr>
          <p:cNvSpPr>
            <a:spLocks noGrp="1"/>
          </p:cNvSpPr>
          <p:nvPr>
            <p:ph type="pic" sz="quarter" idx="40"/>
          </p:nvPr>
        </p:nvSpPr>
        <p:spPr>
          <a:xfrm>
            <a:off x="9167439" y="3320051"/>
            <a:ext cx="763716" cy="763614"/>
          </a:xfrm>
          <a:prstGeom prst="ellipse">
            <a:avLst/>
          </a:prstGeom>
          <a:solidFill>
            <a:schemeClr val="accent1"/>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sp>
        <p:nvSpPr>
          <p:cNvPr id="71" name="Picture Placeholder 23">
            <a:extLst>
              <a:ext uri="{FF2B5EF4-FFF2-40B4-BE49-F238E27FC236}">
                <a16:creationId xmlns:a16="http://schemas.microsoft.com/office/drawing/2014/main" id="{8FAB7749-8AAD-412E-B774-F161A176A76D}"/>
              </a:ext>
            </a:extLst>
          </p:cNvPr>
          <p:cNvSpPr>
            <a:spLocks noGrp="1"/>
          </p:cNvSpPr>
          <p:nvPr>
            <p:ph type="pic" sz="quarter" idx="41"/>
          </p:nvPr>
        </p:nvSpPr>
        <p:spPr>
          <a:xfrm>
            <a:off x="10549819" y="3940126"/>
            <a:ext cx="763716" cy="763614"/>
          </a:xfrm>
          <a:prstGeom prst="ellipse">
            <a:avLst/>
          </a:prstGeom>
          <a:solidFill>
            <a:schemeClr val="accent2"/>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sp>
        <p:nvSpPr>
          <p:cNvPr id="72" name="Picture Placeholder 23">
            <a:extLst>
              <a:ext uri="{FF2B5EF4-FFF2-40B4-BE49-F238E27FC236}">
                <a16:creationId xmlns:a16="http://schemas.microsoft.com/office/drawing/2014/main" id="{9AA6208C-E277-42F1-A411-86E335B6C403}"/>
              </a:ext>
            </a:extLst>
          </p:cNvPr>
          <p:cNvSpPr>
            <a:spLocks noGrp="1"/>
          </p:cNvSpPr>
          <p:nvPr>
            <p:ph type="pic" sz="quarter" idx="42"/>
          </p:nvPr>
        </p:nvSpPr>
        <p:spPr>
          <a:xfrm>
            <a:off x="7791536" y="3940126"/>
            <a:ext cx="763716" cy="763614"/>
          </a:xfrm>
          <a:prstGeom prst="ellipse">
            <a:avLst/>
          </a:prstGeom>
          <a:solidFill>
            <a:schemeClr val="accent3">
              <a:lumMod val="50000"/>
            </a:schemeClr>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sp>
        <p:nvSpPr>
          <p:cNvPr id="73" name="Picture Placeholder 23">
            <a:extLst>
              <a:ext uri="{FF2B5EF4-FFF2-40B4-BE49-F238E27FC236}">
                <a16:creationId xmlns:a16="http://schemas.microsoft.com/office/drawing/2014/main" id="{680799D5-2F56-4445-B6E2-C17EE8791283}"/>
              </a:ext>
            </a:extLst>
          </p:cNvPr>
          <p:cNvSpPr>
            <a:spLocks noGrp="1"/>
          </p:cNvSpPr>
          <p:nvPr>
            <p:ph type="pic" sz="quarter" idx="43"/>
          </p:nvPr>
        </p:nvSpPr>
        <p:spPr>
          <a:xfrm>
            <a:off x="5025227" y="3940126"/>
            <a:ext cx="763716" cy="763614"/>
          </a:xfrm>
          <a:prstGeom prst="ellipse">
            <a:avLst/>
          </a:prstGeom>
          <a:solidFill>
            <a:schemeClr val="accent1"/>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sp>
        <p:nvSpPr>
          <p:cNvPr id="74" name="Picture Placeholder 23">
            <a:extLst>
              <a:ext uri="{FF2B5EF4-FFF2-40B4-BE49-F238E27FC236}">
                <a16:creationId xmlns:a16="http://schemas.microsoft.com/office/drawing/2014/main" id="{8F1C3536-2E18-4F48-B155-922D9EBCB62C}"/>
              </a:ext>
            </a:extLst>
          </p:cNvPr>
          <p:cNvSpPr>
            <a:spLocks noGrp="1"/>
          </p:cNvSpPr>
          <p:nvPr>
            <p:ph type="pic" sz="quarter" idx="44"/>
          </p:nvPr>
        </p:nvSpPr>
        <p:spPr>
          <a:xfrm>
            <a:off x="2260186" y="3940126"/>
            <a:ext cx="763716" cy="763614"/>
          </a:xfrm>
          <a:prstGeom prst="ellipse">
            <a:avLst/>
          </a:prstGeom>
          <a:solidFill>
            <a:schemeClr val="accent2"/>
          </a:solidFill>
        </p:spPr>
        <p:txBody>
          <a:bodyPr vert="horz" lIns="36000" tIns="36000" rIns="36000" bIns="36000" anchor="ctr">
            <a:normAutofit/>
          </a:bodyPr>
          <a:lstStyle>
            <a:lvl1pPr marL="0" indent="0" algn="ctr">
              <a:buNone/>
              <a:defRPr sz="1200">
                <a:solidFill>
                  <a:schemeClr val="bg1"/>
                </a:solidFill>
              </a:defRPr>
            </a:lvl1pPr>
          </a:lstStyle>
          <a:p>
            <a:r>
              <a:rPr lang="en-US"/>
              <a:t>Click icon to add picture</a:t>
            </a:r>
            <a:endParaRPr lang="en-IN" dirty="0"/>
          </a:p>
        </p:txBody>
      </p:sp>
      <p:grpSp>
        <p:nvGrpSpPr>
          <p:cNvPr id="3" name="Group 2">
            <a:extLst>
              <a:ext uri="{FF2B5EF4-FFF2-40B4-BE49-F238E27FC236}">
                <a16:creationId xmlns:a16="http://schemas.microsoft.com/office/drawing/2014/main" id="{0801E018-A41D-B59E-E0E2-B9980829CEA7}"/>
              </a:ext>
            </a:extLst>
          </p:cNvPr>
          <p:cNvGrpSpPr/>
          <p:nvPr/>
        </p:nvGrpSpPr>
        <p:grpSpPr>
          <a:xfrm>
            <a:off x="0" y="0"/>
            <a:ext cx="12192000" cy="301809"/>
            <a:chOff x="0" y="0"/>
            <a:chExt cx="12192000" cy="301809"/>
          </a:xfrm>
        </p:grpSpPr>
        <p:sp>
          <p:nvSpPr>
            <p:cNvPr id="4" name="Rectangle 3">
              <a:extLst>
                <a:ext uri="{FF2B5EF4-FFF2-40B4-BE49-F238E27FC236}">
                  <a16:creationId xmlns:a16="http://schemas.microsoft.com/office/drawing/2014/main" id="{313C08F1-08CD-DDE8-67AE-8B26E5EAB36A}"/>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54E6032F-5629-024A-1814-1BCA7533C803}"/>
                </a:ext>
              </a:extLst>
            </p:cNvPr>
            <p:cNvGrpSpPr/>
            <p:nvPr userDrawn="1"/>
          </p:nvGrpSpPr>
          <p:grpSpPr>
            <a:xfrm>
              <a:off x="10687010" y="58571"/>
              <a:ext cx="1279331" cy="184666"/>
              <a:chOff x="10759355" y="58571"/>
              <a:chExt cx="1279331" cy="184666"/>
            </a:xfrm>
          </p:grpSpPr>
          <p:pic>
            <p:nvPicPr>
              <p:cNvPr id="9" name="Picture 8">
                <a:extLst>
                  <a:ext uri="{FF2B5EF4-FFF2-40B4-BE49-F238E27FC236}">
                    <a16:creationId xmlns:a16="http://schemas.microsoft.com/office/drawing/2014/main" id="{16FEAAD4-D03C-BE2B-2B99-34B7EF62150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0" name="TextBox 9">
                <a:extLst>
                  <a:ext uri="{FF2B5EF4-FFF2-40B4-BE49-F238E27FC236}">
                    <a16:creationId xmlns:a16="http://schemas.microsoft.com/office/drawing/2014/main" id="{2C0C9F51-6457-5938-CFCF-D9CA97C5F355}"/>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7" name="Straight Connector 6">
              <a:extLst>
                <a:ext uri="{FF2B5EF4-FFF2-40B4-BE49-F238E27FC236}">
                  <a16:creationId xmlns:a16="http://schemas.microsoft.com/office/drawing/2014/main" id="{7A34C019-0A77-D3DD-C0E3-A7AC9085888D}"/>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8824765-CD67-3EA5-FE26-1DAC195639A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Title 3">
            <a:extLst>
              <a:ext uri="{FF2B5EF4-FFF2-40B4-BE49-F238E27FC236}">
                <a16:creationId xmlns:a16="http://schemas.microsoft.com/office/drawing/2014/main" id="{D097A3A4-5330-FCB0-4885-91344BE440C8}"/>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78801637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Infog_33">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1851339-D5C2-4C2D-9606-9182F1CB739A}"/>
              </a:ext>
            </a:extLst>
          </p:cNvPr>
          <p:cNvSpPr/>
          <p:nvPr/>
        </p:nvSpPr>
        <p:spPr>
          <a:xfrm flipV="1">
            <a:off x="2089849" y="2935233"/>
            <a:ext cx="1787856" cy="2059830"/>
          </a:xfrm>
          <a:custGeom>
            <a:avLst/>
            <a:gdLst>
              <a:gd name="connsiteX0" fmla="*/ 505778 w 1009649"/>
              <a:gd name="connsiteY0" fmla="*/ 30480 h 1163240"/>
              <a:gd name="connsiteX1" fmla="*/ 529590 w 1009649"/>
              <a:gd name="connsiteY1" fmla="*/ 54293 h 1163240"/>
              <a:gd name="connsiteX2" fmla="*/ 505778 w 1009649"/>
              <a:gd name="connsiteY2" fmla="*/ 78105 h 1163240"/>
              <a:gd name="connsiteX3" fmla="*/ 481965 w 1009649"/>
              <a:gd name="connsiteY3" fmla="*/ 54293 h 1163240"/>
              <a:gd name="connsiteX4" fmla="*/ 505778 w 1009649"/>
              <a:gd name="connsiteY4" fmla="*/ 30480 h 1163240"/>
              <a:gd name="connsiteX5" fmla="*/ 409575 w 1009649"/>
              <a:gd name="connsiteY5" fmla="*/ 1138238 h 1163240"/>
              <a:gd name="connsiteX6" fmla="*/ 95250 w 1009649"/>
              <a:gd name="connsiteY6" fmla="*/ 956310 h 1163240"/>
              <a:gd name="connsiteX7" fmla="*/ 0 w 1009649"/>
              <a:gd name="connsiteY7" fmla="*/ 790575 h 1163240"/>
              <a:gd name="connsiteX8" fmla="*/ 0 w 1009649"/>
              <a:gd name="connsiteY8" fmla="*/ 426720 h 1163240"/>
              <a:gd name="connsiteX9" fmla="*/ 95250 w 1009649"/>
              <a:gd name="connsiteY9" fmla="*/ 260985 h 1163240"/>
              <a:gd name="connsiteX10" fmla="*/ 410528 w 1009649"/>
              <a:gd name="connsiteY10" fmla="*/ 79058 h 1163240"/>
              <a:gd name="connsiteX11" fmla="*/ 452438 w 1009649"/>
              <a:gd name="connsiteY11" fmla="*/ 60960 h 1163240"/>
              <a:gd name="connsiteX12" fmla="*/ 451485 w 1009649"/>
              <a:gd name="connsiteY12" fmla="*/ 53340 h 1163240"/>
              <a:gd name="connsiteX13" fmla="*/ 504825 w 1009649"/>
              <a:gd name="connsiteY13" fmla="*/ 0 h 1163240"/>
              <a:gd name="connsiteX14" fmla="*/ 558165 w 1009649"/>
              <a:gd name="connsiteY14" fmla="*/ 53340 h 1163240"/>
              <a:gd name="connsiteX15" fmla="*/ 557213 w 1009649"/>
              <a:gd name="connsiteY15" fmla="*/ 60960 h 1163240"/>
              <a:gd name="connsiteX16" fmla="*/ 599123 w 1009649"/>
              <a:gd name="connsiteY16" fmla="*/ 79058 h 1163240"/>
              <a:gd name="connsiteX17" fmla="*/ 914400 w 1009649"/>
              <a:gd name="connsiteY17" fmla="*/ 260985 h 1163240"/>
              <a:gd name="connsiteX18" fmla="*/ 1009650 w 1009649"/>
              <a:gd name="connsiteY18" fmla="*/ 426720 h 1163240"/>
              <a:gd name="connsiteX19" fmla="*/ 1009650 w 1009649"/>
              <a:gd name="connsiteY19" fmla="*/ 790575 h 1163240"/>
              <a:gd name="connsiteX20" fmla="*/ 914400 w 1009649"/>
              <a:gd name="connsiteY20" fmla="*/ 956310 h 1163240"/>
              <a:gd name="connsiteX21" fmla="*/ 599123 w 1009649"/>
              <a:gd name="connsiteY21" fmla="*/ 1138238 h 1163240"/>
              <a:gd name="connsiteX22" fmla="*/ 409575 w 1009649"/>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49"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013" y="40958"/>
                  <a:pt x="492442" y="30480"/>
                  <a:pt x="505778" y="30480"/>
                </a:cubicBezTo>
                <a:moveTo>
                  <a:pt x="409575"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7"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2925" y="1171575"/>
                  <a:pt x="467678" y="1171575"/>
                  <a:pt x="409575" y="1138238"/>
                </a:cubicBezTo>
                <a:close/>
              </a:path>
            </a:pathLst>
          </a:custGeom>
          <a:solidFill>
            <a:schemeClr val="accent1"/>
          </a:solidFill>
          <a:ln w="9525"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2B9E696D-5174-4C19-AFFA-EED5B3D392C9}"/>
              </a:ext>
            </a:extLst>
          </p:cNvPr>
          <p:cNvSpPr/>
          <p:nvPr/>
        </p:nvSpPr>
        <p:spPr>
          <a:xfrm flipV="1">
            <a:off x="6198547" y="293523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2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2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7" y="922973"/>
                  <a:pt x="0" y="857250"/>
                  <a:pt x="0" y="790575"/>
                </a:cubicBezTo>
                <a:lnTo>
                  <a:pt x="0" y="426720"/>
                </a:lnTo>
                <a:cubicBezTo>
                  <a:pt x="0" y="360045"/>
                  <a:pt x="37147" y="294323"/>
                  <a:pt x="95250" y="260985"/>
                </a:cubicBezTo>
                <a:lnTo>
                  <a:pt x="410528" y="79058"/>
                </a:lnTo>
                <a:cubicBezTo>
                  <a:pt x="423863" y="71438"/>
                  <a:pt x="438150" y="65723"/>
                  <a:pt x="452438" y="60960"/>
                </a:cubicBezTo>
                <a:cubicBezTo>
                  <a:pt x="452438" y="58102"/>
                  <a:pt x="451485" y="56198"/>
                  <a:pt x="451485" y="53340"/>
                </a:cubicBezTo>
                <a:cubicBezTo>
                  <a:pt x="451485" y="23813"/>
                  <a:pt x="475297" y="0"/>
                  <a:pt x="504825" y="0"/>
                </a:cubicBezTo>
                <a:cubicBezTo>
                  <a:pt x="534353" y="0"/>
                  <a:pt x="558165" y="23813"/>
                  <a:pt x="558165" y="53340"/>
                </a:cubicBezTo>
                <a:cubicBezTo>
                  <a:pt x="558165" y="56198"/>
                  <a:pt x="558165" y="58102"/>
                  <a:pt x="557213" y="60960"/>
                </a:cubicBezTo>
                <a:cubicBezTo>
                  <a:pt x="571500" y="64770"/>
                  <a:pt x="585788" y="71438"/>
                  <a:pt x="599122" y="79058"/>
                </a:cubicBezTo>
                <a:lnTo>
                  <a:pt x="914400" y="260985"/>
                </a:lnTo>
                <a:cubicBezTo>
                  <a:pt x="972503" y="294323"/>
                  <a:pt x="1009650" y="360045"/>
                  <a:pt x="1009650" y="426720"/>
                </a:cubicBezTo>
                <a:lnTo>
                  <a:pt x="1009650" y="790575"/>
                </a:lnTo>
                <a:cubicBezTo>
                  <a:pt x="1009650" y="857250"/>
                  <a:pt x="972503" y="922973"/>
                  <a:pt x="914400" y="956310"/>
                </a:cubicBezTo>
                <a:lnTo>
                  <a:pt x="599122" y="1138238"/>
                </a:lnTo>
                <a:cubicBezTo>
                  <a:pt x="543878" y="1171575"/>
                  <a:pt x="468630" y="1171575"/>
                  <a:pt x="410528" y="1138238"/>
                </a:cubicBezTo>
                <a:close/>
              </a:path>
            </a:pathLst>
          </a:custGeom>
          <a:solidFill>
            <a:schemeClr val="accent5"/>
          </a:solidFill>
          <a:ln w="9525"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5F68FA97-6DC6-42B9-B6BD-EDDD9A1AE530}"/>
              </a:ext>
            </a:extLst>
          </p:cNvPr>
          <p:cNvSpPr/>
          <p:nvPr/>
        </p:nvSpPr>
        <p:spPr>
          <a:xfrm flipV="1">
            <a:off x="8252894" y="293523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601980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601980"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F027092-146A-47DB-8FC2-C1C860904F7A}"/>
              </a:ext>
            </a:extLst>
          </p:cNvPr>
          <p:cNvSpPr/>
          <p:nvPr/>
        </p:nvSpPr>
        <p:spPr>
          <a:xfrm flipV="1">
            <a:off x="4144196" y="293523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965" y="40958"/>
                  <a:pt x="492442"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2" y="294323"/>
                  <a:pt x="1009650" y="360045"/>
                  <a:pt x="1009650" y="426720"/>
                </a:cubicBezTo>
                <a:lnTo>
                  <a:pt x="1009650" y="790575"/>
                </a:lnTo>
                <a:cubicBezTo>
                  <a:pt x="1009650" y="857250"/>
                  <a:pt x="972502" y="922973"/>
                  <a:pt x="914400" y="956310"/>
                </a:cubicBezTo>
                <a:lnTo>
                  <a:pt x="599123"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7E01750A-CD6F-4B88-8ABF-78D4E0E94A87}"/>
              </a:ext>
            </a:extLst>
          </p:cNvPr>
          <p:cNvSpPr/>
          <p:nvPr/>
        </p:nvSpPr>
        <p:spPr>
          <a:xfrm flipV="1">
            <a:off x="2174181" y="301914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F1D09CFB-53BC-4034-8286-21602A9B5C9A}"/>
              </a:ext>
            </a:extLst>
          </p:cNvPr>
          <p:cNvSpPr/>
          <p:nvPr/>
        </p:nvSpPr>
        <p:spPr>
          <a:xfrm flipV="1">
            <a:off x="6282879" y="301914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4C0F351-76A8-467E-B01E-ACB27E57C2A9}"/>
              </a:ext>
            </a:extLst>
          </p:cNvPr>
          <p:cNvSpPr/>
          <p:nvPr/>
        </p:nvSpPr>
        <p:spPr>
          <a:xfrm flipV="1">
            <a:off x="8337227" y="301914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66D928CC-360F-4F3D-B2C7-77E6D173758A}"/>
              </a:ext>
            </a:extLst>
          </p:cNvPr>
          <p:cNvSpPr/>
          <p:nvPr/>
        </p:nvSpPr>
        <p:spPr>
          <a:xfrm flipV="1">
            <a:off x="4228528" y="3019142"/>
            <a:ext cx="1622563" cy="1792917"/>
          </a:xfrm>
          <a:custGeom>
            <a:avLst/>
            <a:gdLst>
              <a:gd name="connsiteX0" fmla="*/ 386715 w 916304"/>
              <a:gd name="connsiteY0" fmla="*/ 993934 h 1012507"/>
              <a:gd name="connsiteX1" fmla="*/ 71438 w 916304"/>
              <a:gd name="connsiteY1" fmla="*/ 812006 h 1012507"/>
              <a:gd name="connsiteX2" fmla="*/ 0 w 916304"/>
              <a:gd name="connsiteY2" fmla="*/ 688181 h 1012507"/>
              <a:gd name="connsiteX3" fmla="*/ 0 w 916304"/>
              <a:gd name="connsiteY3" fmla="*/ 324326 h 1012507"/>
              <a:gd name="connsiteX4" fmla="*/ 71438 w 916304"/>
              <a:gd name="connsiteY4" fmla="*/ 200501 h 1012507"/>
              <a:gd name="connsiteX5" fmla="*/ 386715 w 916304"/>
              <a:gd name="connsiteY5" fmla="*/ 18574 h 1012507"/>
              <a:gd name="connsiteX6" fmla="*/ 529590 w 916304"/>
              <a:gd name="connsiteY6" fmla="*/ 18574 h 1012507"/>
              <a:gd name="connsiteX7" fmla="*/ 844868 w 916304"/>
              <a:gd name="connsiteY7" fmla="*/ 200501 h 1012507"/>
              <a:gd name="connsiteX8" fmla="*/ 916305 w 916304"/>
              <a:gd name="connsiteY8" fmla="*/ 324326 h 1012507"/>
              <a:gd name="connsiteX9" fmla="*/ 916305 w 916304"/>
              <a:gd name="connsiteY9" fmla="*/ 688181 h 1012507"/>
              <a:gd name="connsiteX10" fmla="*/ 844868 w 916304"/>
              <a:gd name="connsiteY10" fmla="*/ 812006 h 1012507"/>
              <a:gd name="connsiteX11" fmla="*/ 529590 w 916304"/>
              <a:gd name="connsiteY11" fmla="*/ 993934 h 1012507"/>
              <a:gd name="connsiteX12" fmla="*/ 386715 w 916304"/>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4"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56" name="Picture Placeholder 23">
            <a:extLst>
              <a:ext uri="{FF2B5EF4-FFF2-40B4-BE49-F238E27FC236}">
                <a16:creationId xmlns:a16="http://schemas.microsoft.com/office/drawing/2014/main" id="{06DE7A0A-ADEC-46E5-B1A7-4C3A4CF01DB5}"/>
              </a:ext>
            </a:extLst>
          </p:cNvPr>
          <p:cNvSpPr>
            <a:spLocks noGrp="1"/>
          </p:cNvSpPr>
          <p:nvPr>
            <p:ph type="pic" sz="quarter" idx="34"/>
          </p:nvPr>
        </p:nvSpPr>
        <p:spPr>
          <a:xfrm>
            <a:off x="2650662" y="2608213"/>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59" name="Picture Placeholder 23">
            <a:extLst>
              <a:ext uri="{FF2B5EF4-FFF2-40B4-BE49-F238E27FC236}">
                <a16:creationId xmlns:a16="http://schemas.microsoft.com/office/drawing/2014/main" id="{EF967131-3EE6-46FC-9566-DE60D004458F}"/>
              </a:ext>
            </a:extLst>
          </p:cNvPr>
          <p:cNvSpPr>
            <a:spLocks noGrp="1"/>
          </p:cNvSpPr>
          <p:nvPr>
            <p:ph type="pic" sz="quarter" idx="37"/>
          </p:nvPr>
        </p:nvSpPr>
        <p:spPr>
          <a:xfrm>
            <a:off x="4705008" y="2608213"/>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0" name="Picture Placeholder 23">
            <a:extLst>
              <a:ext uri="{FF2B5EF4-FFF2-40B4-BE49-F238E27FC236}">
                <a16:creationId xmlns:a16="http://schemas.microsoft.com/office/drawing/2014/main" id="{FC93EDDE-AC46-41AC-9A60-CC4E83A7321A}"/>
              </a:ext>
            </a:extLst>
          </p:cNvPr>
          <p:cNvSpPr>
            <a:spLocks noGrp="1"/>
          </p:cNvSpPr>
          <p:nvPr>
            <p:ph type="pic" sz="quarter" idx="38"/>
          </p:nvPr>
        </p:nvSpPr>
        <p:spPr>
          <a:xfrm>
            <a:off x="6759360" y="2608213"/>
            <a:ext cx="669603" cy="669514"/>
          </a:xfrm>
          <a:prstGeom prst="ellipse">
            <a:avLst/>
          </a:prstGeom>
          <a:solidFill>
            <a:schemeClr val="accent5"/>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2" name="Picture Placeholder 23">
            <a:extLst>
              <a:ext uri="{FF2B5EF4-FFF2-40B4-BE49-F238E27FC236}">
                <a16:creationId xmlns:a16="http://schemas.microsoft.com/office/drawing/2014/main" id="{B25C17DD-E8F6-4707-B6DB-7BDF26B5D920}"/>
              </a:ext>
            </a:extLst>
          </p:cNvPr>
          <p:cNvSpPr>
            <a:spLocks noGrp="1"/>
          </p:cNvSpPr>
          <p:nvPr>
            <p:ph type="pic" sz="quarter" idx="40"/>
          </p:nvPr>
        </p:nvSpPr>
        <p:spPr>
          <a:xfrm>
            <a:off x="8813708" y="2608213"/>
            <a:ext cx="669603" cy="669514"/>
          </a:xfrm>
          <a:prstGeom prst="ellipse">
            <a:avLst/>
          </a:prstGeom>
          <a:solidFill>
            <a:schemeClr val="tx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72" name="Text Placeholder 30">
            <a:extLst>
              <a:ext uri="{FF2B5EF4-FFF2-40B4-BE49-F238E27FC236}">
                <a16:creationId xmlns:a16="http://schemas.microsoft.com/office/drawing/2014/main" id="{6C851701-B241-42DA-B929-4301BF324689}"/>
              </a:ext>
            </a:extLst>
          </p:cNvPr>
          <p:cNvSpPr>
            <a:spLocks noGrp="1"/>
          </p:cNvSpPr>
          <p:nvPr>
            <p:ph type="body" sz="quarter" idx="47"/>
          </p:nvPr>
        </p:nvSpPr>
        <p:spPr>
          <a:xfrm>
            <a:off x="2276908" y="3439824"/>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3" name="Text Placeholder 30">
            <a:extLst>
              <a:ext uri="{FF2B5EF4-FFF2-40B4-BE49-F238E27FC236}">
                <a16:creationId xmlns:a16="http://schemas.microsoft.com/office/drawing/2014/main" id="{500BC58B-6986-45E1-8C50-50488E23E659}"/>
              </a:ext>
            </a:extLst>
          </p:cNvPr>
          <p:cNvSpPr>
            <a:spLocks noGrp="1"/>
          </p:cNvSpPr>
          <p:nvPr>
            <p:ph type="body" sz="quarter" idx="48"/>
          </p:nvPr>
        </p:nvSpPr>
        <p:spPr>
          <a:xfrm>
            <a:off x="4331254" y="3439824"/>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4" name="Text Placeholder 30">
            <a:extLst>
              <a:ext uri="{FF2B5EF4-FFF2-40B4-BE49-F238E27FC236}">
                <a16:creationId xmlns:a16="http://schemas.microsoft.com/office/drawing/2014/main" id="{2C4AEF62-D845-477A-AFCF-9AB668BE7324}"/>
              </a:ext>
            </a:extLst>
          </p:cNvPr>
          <p:cNvSpPr>
            <a:spLocks noGrp="1"/>
          </p:cNvSpPr>
          <p:nvPr>
            <p:ph type="body" sz="quarter" idx="49"/>
          </p:nvPr>
        </p:nvSpPr>
        <p:spPr>
          <a:xfrm>
            <a:off x="6385606" y="3439824"/>
            <a:ext cx="1417110" cy="951552"/>
          </a:xfrm>
          <a:prstGeom prst="roundRect">
            <a:avLst/>
          </a:prstGeom>
          <a:solidFill>
            <a:schemeClr val="accent5"/>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5" name="Text Placeholder 30">
            <a:extLst>
              <a:ext uri="{FF2B5EF4-FFF2-40B4-BE49-F238E27FC236}">
                <a16:creationId xmlns:a16="http://schemas.microsoft.com/office/drawing/2014/main" id="{E39DA1B9-F00D-4EB4-A3EB-C81B1A25D714}"/>
              </a:ext>
            </a:extLst>
          </p:cNvPr>
          <p:cNvSpPr>
            <a:spLocks noGrp="1"/>
          </p:cNvSpPr>
          <p:nvPr>
            <p:ph type="body" sz="quarter" idx="50"/>
          </p:nvPr>
        </p:nvSpPr>
        <p:spPr>
          <a:xfrm>
            <a:off x="8439954" y="3439824"/>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grpSp>
        <p:nvGrpSpPr>
          <p:cNvPr id="11" name="Group 10">
            <a:extLst>
              <a:ext uri="{FF2B5EF4-FFF2-40B4-BE49-F238E27FC236}">
                <a16:creationId xmlns:a16="http://schemas.microsoft.com/office/drawing/2014/main" id="{1FB58E6A-8EF3-F624-2784-9AB61D00BF4A}"/>
              </a:ext>
            </a:extLst>
          </p:cNvPr>
          <p:cNvGrpSpPr/>
          <p:nvPr/>
        </p:nvGrpSpPr>
        <p:grpSpPr>
          <a:xfrm>
            <a:off x="0" y="0"/>
            <a:ext cx="12192000" cy="301809"/>
            <a:chOff x="0" y="0"/>
            <a:chExt cx="12192000" cy="301809"/>
          </a:xfrm>
        </p:grpSpPr>
        <p:sp>
          <p:nvSpPr>
            <p:cNvPr id="12" name="Rectangle 11">
              <a:extLst>
                <a:ext uri="{FF2B5EF4-FFF2-40B4-BE49-F238E27FC236}">
                  <a16:creationId xmlns:a16="http://schemas.microsoft.com/office/drawing/2014/main" id="{E9BBFF77-D7DC-08E0-D39B-A32F2A23837E}"/>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E4F4764D-0CE3-AA9D-E9C7-7BD96D765510}"/>
                </a:ext>
              </a:extLst>
            </p:cNvPr>
            <p:cNvGrpSpPr/>
            <p:nvPr userDrawn="1"/>
          </p:nvGrpSpPr>
          <p:grpSpPr>
            <a:xfrm>
              <a:off x="10687010" y="58571"/>
              <a:ext cx="1279331" cy="184666"/>
              <a:chOff x="10759355" y="58571"/>
              <a:chExt cx="1279331" cy="184666"/>
            </a:xfrm>
          </p:grpSpPr>
          <p:pic>
            <p:nvPicPr>
              <p:cNvPr id="20" name="Picture 19">
                <a:extLst>
                  <a:ext uri="{FF2B5EF4-FFF2-40B4-BE49-F238E27FC236}">
                    <a16:creationId xmlns:a16="http://schemas.microsoft.com/office/drawing/2014/main" id="{6F2397A5-E109-DA1B-F02B-CE4DDD83184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1" name="TextBox 20">
                <a:extLst>
                  <a:ext uri="{FF2B5EF4-FFF2-40B4-BE49-F238E27FC236}">
                    <a16:creationId xmlns:a16="http://schemas.microsoft.com/office/drawing/2014/main" id="{219AEEFE-EE16-B153-FBCC-EF7D4C208B0A}"/>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8" name="Straight Connector 17">
              <a:extLst>
                <a:ext uri="{FF2B5EF4-FFF2-40B4-BE49-F238E27FC236}">
                  <a16:creationId xmlns:a16="http://schemas.microsoft.com/office/drawing/2014/main" id="{639C202F-5625-8441-91D8-F1B001E2E1C8}"/>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666C11F-AC56-6E12-5620-18E83EAA62CF}"/>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Title 3">
            <a:extLst>
              <a:ext uri="{FF2B5EF4-FFF2-40B4-BE49-F238E27FC236}">
                <a16:creationId xmlns:a16="http://schemas.microsoft.com/office/drawing/2014/main" id="{1072B340-A866-5F9E-359C-B10579A6C384}"/>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87247799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Infog_34">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1851339-D5C2-4C2D-9606-9182F1CB739A}"/>
              </a:ext>
            </a:extLst>
          </p:cNvPr>
          <p:cNvSpPr/>
          <p:nvPr/>
        </p:nvSpPr>
        <p:spPr>
          <a:xfrm flipV="1">
            <a:off x="2089849" y="1934473"/>
            <a:ext cx="1787856" cy="2059830"/>
          </a:xfrm>
          <a:custGeom>
            <a:avLst/>
            <a:gdLst>
              <a:gd name="connsiteX0" fmla="*/ 505778 w 1009649"/>
              <a:gd name="connsiteY0" fmla="*/ 30480 h 1163240"/>
              <a:gd name="connsiteX1" fmla="*/ 529590 w 1009649"/>
              <a:gd name="connsiteY1" fmla="*/ 54293 h 1163240"/>
              <a:gd name="connsiteX2" fmla="*/ 505778 w 1009649"/>
              <a:gd name="connsiteY2" fmla="*/ 78105 h 1163240"/>
              <a:gd name="connsiteX3" fmla="*/ 481965 w 1009649"/>
              <a:gd name="connsiteY3" fmla="*/ 54293 h 1163240"/>
              <a:gd name="connsiteX4" fmla="*/ 505778 w 1009649"/>
              <a:gd name="connsiteY4" fmla="*/ 30480 h 1163240"/>
              <a:gd name="connsiteX5" fmla="*/ 409575 w 1009649"/>
              <a:gd name="connsiteY5" fmla="*/ 1138238 h 1163240"/>
              <a:gd name="connsiteX6" fmla="*/ 95250 w 1009649"/>
              <a:gd name="connsiteY6" fmla="*/ 956310 h 1163240"/>
              <a:gd name="connsiteX7" fmla="*/ 0 w 1009649"/>
              <a:gd name="connsiteY7" fmla="*/ 790575 h 1163240"/>
              <a:gd name="connsiteX8" fmla="*/ 0 w 1009649"/>
              <a:gd name="connsiteY8" fmla="*/ 426720 h 1163240"/>
              <a:gd name="connsiteX9" fmla="*/ 95250 w 1009649"/>
              <a:gd name="connsiteY9" fmla="*/ 260985 h 1163240"/>
              <a:gd name="connsiteX10" fmla="*/ 410528 w 1009649"/>
              <a:gd name="connsiteY10" fmla="*/ 79058 h 1163240"/>
              <a:gd name="connsiteX11" fmla="*/ 452438 w 1009649"/>
              <a:gd name="connsiteY11" fmla="*/ 60960 h 1163240"/>
              <a:gd name="connsiteX12" fmla="*/ 451485 w 1009649"/>
              <a:gd name="connsiteY12" fmla="*/ 53340 h 1163240"/>
              <a:gd name="connsiteX13" fmla="*/ 504825 w 1009649"/>
              <a:gd name="connsiteY13" fmla="*/ 0 h 1163240"/>
              <a:gd name="connsiteX14" fmla="*/ 558165 w 1009649"/>
              <a:gd name="connsiteY14" fmla="*/ 53340 h 1163240"/>
              <a:gd name="connsiteX15" fmla="*/ 557213 w 1009649"/>
              <a:gd name="connsiteY15" fmla="*/ 60960 h 1163240"/>
              <a:gd name="connsiteX16" fmla="*/ 599123 w 1009649"/>
              <a:gd name="connsiteY16" fmla="*/ 79058 h 1163240"/>
              <a:gd name="connsiteX17" fmla="*/ 914400 w 1009649"/>
              <a:gd name="connsiteY17" fmla="*/ 260985 h 1163240"/>
              <a:gd name="connsiteX18" fmla="*/ 1009650 w 1009649"/>
              <a:gd name="connsiteY18" fmla="*/ 426720 h 1163240"/>
              <a:gd name="connsiteX19" fmla="*/ 1009650 w 1009649"/>
              <a:gd name="connsiteY19" fmla="*/ 790575 h 1163240"/>
              <a:gd name="connsiteX20" fmla="*/ 914400 w 1009649"/>
              <a:gd name="connsiteY20" fmla="*/ 956310 h 1163240"/>
              <a:gd name="connsiteX21" fmla="*/ 599123 w 1009649"/>
              <a:gd name="connsiteY21" fmla="*/ 1138238 h 1163240"/>
              <a:gd name="connsiteX22" fmla="*/ 409575 w 1009649"/>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49"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013" y="40958"/>
                  <a:pt x="492442" y="30480"/>
                  <a:pt x="505778" y="30480"/>
                </a:cubicBezTo>
                <a:moveTo>
                  <a:pt x="409575"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7"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2925" y="1171575"/>
                  <a:pt x="467678" y="1171575"/>
                  <a:pt x="409575" y="1138238"/>
                </a:cubicBezTo>
                <a:close/>
              </a:path>
            </a:pathLst>
          </a:custGeom>
          <a:solidFill>
            <a:schemeClr val="accent1"/>
          </a:solidFill>
          <a:ln w="9525"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2B9E696D-5174-4C19-AFFA-EED5B3D392C9}"/>
              </a:ext>
            </a:extLst>
          </p:cNvPr>
          <p:cNvSpPr/>
          <p:nvPr/>
        </p:nvSpPr>
        <p:spPr>
          <a:xfrm flipV="1">
            <a:off x="6198547" y="193447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2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2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7" y="922973"/>
                  <a:pt x="0" y="857250"/>
                  <a:pt x="0" y="790575"/>
                </a:cubicBezTo>
                <a:lnTo>
                  <a:pt x="0" y="426720"/>
                </a:lnTo>
                <a:cubicBezTo>
                  <a:pt x="0" y="360045"/>
                  <a:pt x="37147" y="294323"/>
                  <a:pt x="95250" y="260985"/>
                </a:cubicBezTo>
                <a:lnTo>
                  <a:pt x="410528" y="79058"/>
                </a:lnTo>
                <a:cubicBezTo>
                  <a:pt x="423863" y="71438"/>
                  <a:pt x="438150" y="65723"/>
                  <a:pt x="452438" y="60960"/>
                </a:cubicBezTo>
                <a:cubicBezTo>
                  <a:pt x="452438" y="58102"/>
                  <a:pt x="451485" y="56198"/>
                  <a:pt x="451485" y="53340"/>
                </a:cubicBezTo>
                <a:cubicBezTo>
                  <a:pt x="451485" y="23813"/>
                  <a:pt x="475297" y="0"/>
                  <a:pt x="504825" y="0"/>
                </a:cubicBezTo>
                <a:cubicBezTo>
                  <a:pt x="534353" y="0"/>
                  <a:pt x="558165" y="23813"/>
                  <a:pt x="558165" y="53340"/>
                </a:cubicBezTo>
                <a:cubicBezTo>
                  <a:pt x="558165" y="56198"/>
                  <a:pt x="558165" y="58102"/>
                  <a:pt x="557213" y="60960"/>
                </a:cubicBezTo>
                <a:cubicBezTo>
                  <a:pt x="571500" y="64770"/>
                  <a:pt x="585788" y="71438"/>
                  <a:pt x="599122" y="79058"/>
                </a:cubicBezTo>
                <a:lnTo>
                  <a:pt x="914400" y="260985"/>
                </a:lnTo>
                <a:cubicBezTo>
                  <a:pt x="972503" y="294323"/>
                  <a:pt x="1009650" y="360045"/>
                  <a:pt x="1009650" y="426720"/>
                </a:cubicBezTo>
                <a:lnTo>
                  <a:pt x="1009650" y="790575"/>
                </a:lnTo>
                <a:cubicBezTo>
                  <a:pt x="1009650" y="857250"/>
                  <a:pt x="972503" y="922973"/>
                  <a:pt x="914400" y="956310"/>
                </a:cubicBezTo>
                <a:lnTo>
                  <a:pt x="599122" y="1138238"/>
                </a:lnTo>
                <a:cubicBezTo>
                  <a:pt x="543878" y="1171575"/>
                  <a:pt x="468630" y="1171575"/>
                  <a:pt x="410528" y="1138238"/>
                </a:cubicBezTo>
                <a:close/>
              </a:path>
            </a:pathLst>
          </a:custGeom>
          <a:solidFill>
            <a:schemeClr val="accent5"/>
          </a:solidFill>
          <a:ln w="9525"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5F68FA97-6DC6-42B9-B6BD-EDDD9A1AE530}"/>
              </a:ext>
            </a:extLst>
          </p:cNvPr>
          <p:cNvSpPr/>
          <p:nvPr/>
        </p:nvSpPr>
        <p:spPr>
          <a:xfrm flipV="1">
            <a:off x="8252894" y="193447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601980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601980"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F027092-146A-47DB-8FC2-C1C860904F7A}"/>
              </a:ext>
            </a:extLst>
          </p:cNvPr>
          <p:cNvSpPr/>
          <p:nvPr/>
        </p:nvSpPr>
        <p:spPr>
          <a:xfrm flipV="1">
            <a:off x="4144196" y="1934473"/>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965" y="40958"/>
                  <a:pt x="492442"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2" y="294323"/>
                  <a:pt x="1009650" y="360045"/>
                  <a:pt x="1009650" y="426720"/>
                </a:cubicBezTo>
                <a:lnTo>
                  <a:pt x="1009650" y="790575"/>
                </a:lnTo>
                <a:cubicBezTo>
                  <a:pt x="1009650" y="857250"/>
                  <a:pt x="972502" y="922973"/>
                  <a:pt x="914400" y="956310"/>
                </a:cubicBezTo>
                <a:lnTo>
                  <a:pt x="599123"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7E01750A-CD6F-4B88-8ABF-78D4E0E94A87}"/>
              </a:ext>
            </a:extLst>
          </p:cNvPr>
          <p:cNvSpPr/>
          <p:nvPr/>
        </p:nvSpPr>
        <p:spPr>
          <a:xfrm flipV="1">
            <a:off x="2174181" y="201838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F1D09CFB-53BC-4034-8286-21602A9B5C9A}"/>
              </a:ext>
            </a:extLst>
          </p:cNvPr>
          <p:cNvSpPr/>
          <p:nvPr/>
        </p:nvSpPr>
        <p:spPr>
          <a:xfrm flipV="1">
            <a:off x="6282879" y="201838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4C0F351-76A8-467E-B01E-ACB27E57C2A9}"/>
              </a:ext>
            </a:extLst>
          </p:cNvPr>
          <p:cNvSpPr/>
          <p:nvPr/>
        </p:nvSpPr>
        <p:spPr>
          <a:xfrm flipV="1">
            <a:off x="8337227" y="2018382"/>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66D928CC-360F-4F3D-B2C7-77E6D173758A}"/>
              </a:ext>
            </a:extLst>
          </p:cNvPr>
          <p:cNvSpPr/>
          <p:nvPr/>
        </p:nvSpPr>
        <p:spPr>
          <a:xfrm flipV="1">
            <a:off x="4228528" y="2018382"/>
            <a:ext cx="1622563" cy="1792917"/>
          </a:xfrm>
          <a:custGeom>
            <a:avLst/>
            <a:gdLst>
              <a:gd name="connsiteX0" fmla="*/ 386715 w 916304"/>
              <a:gd name="connsiteY0" fmla="*/ 993934 h 1012507"/>
              <a:gd name="connsiteX1" fmla="*/ 71438 w 916304"/>
              <a:gd name="connsiteY1" fmla="*/ 812006 h 1012507"/>
              <a:gd name="connsiteX2" fmla="*/ 0 w 916304"/>
              <a:gd name="connsiteY2" fmla="*/ 688181 h 1012507"/>
              <a:gd name="connsiteX3" fmla="*/ 0 w 916304"/>
              <a:gd name="connsiteY3" fmla="*/ 324326 h 1012507"/>
              <a:gd name="connsiteX4" fmla="*/ 71438 w 916304"/>
              <a:gd name="connsiteY4" fmla="*/ 200501 h 1012507"/>
              <a:gd name="connsiteX5" fmla="*/ 386715 w 916304"/>
              <a:gd name="connsiteY5" fmla="*/ 18574 h 1012507"/>
              <a:gd name="connsiteX6" fmla="*/ 529590 w 916304"/>
              <a:gd name="connsiteY6" fmla="*/ 18574 h 1012507"/>
              <a:gd name="connsiteX7" fmla="*/ 844868 w 916304"/>
              <a:gd name="connsiteY7" fmla="*/ 200501 h 1012507"/>
              <a:gd name="connsiteX8" fmla="*/ 916305 w 916304"/>
              <a:gd name="connsiteY8" fmla="*/ 324326 h 1012507"/>
              <a:gd name="connsiteX9" fmla="*/ 916305 w 916304"/>
              <a:gd name="connsiteY9" fmla="*/ 688181 h 1012507"/>
              <a:gd name="connsiteX10" fmla="*/ 844868 w 916304"/>
              <a:gd name="connsiteY10" fmla="*/ 812006 h 1012507"/>
              <a:gd name="connsiteX11" fmla="*/ 529590 w 916304"/>
              <a:gd name="connsiteY11" fmla="*/ 993934 h 1012507"/>
              <a:gd name="connsiteX12" fmla="*/ 386715 w 916304"/>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4"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56" name="Picture Placeholder 23">
            <a:extLst>
              <a:ext uri="{FF2B5EF4-FFF2-40B4-BE49-F238E27FC236}">
                <a16:creationId xmlns:a16="http://schemas.microsoft.com/office/drawing/2014/main" id="{06DE7A0A-ADEC-46E5-B1A7-4C3A4CF01DB5}"/>
              </a:ext>
            </a:extLst>
          </p:cNvPr>
          <p:cNvSpPr>
            <a:spLocks noGrp="1"/>
          </p:cNvSpPr>
          <p:nvPr>
            <p:ph type="pic" sz="quarter" idx="34"/>
          </p:nvPr>
        </p:nvSpPr>
        <p:spPr>
          <a:xfrm>
            <a:off x="2650662" y="1607453"/>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59" name="Picture Placeholder 23">
            <a:extLst>
              <a:ext uri="{FF2B5EF4-FFF2-40B4-BE49-F238E27FC236}">
                <a16:creationId xmlns:a16="http://schemas.microsoft.com/office/drawing/2014/main" id="{EF967131-3EE6-46FC-9566-DE60D004458F}"/>
              </a:ext>
            </a:extLst>
          </p:cNvPr>
          <p:cNvSpPr>
            <a:spLocks noGrp="1"/>
          </p:cNvSpPr>
          <p:nvPr>
            <p:ph type="pic" sz="quarter" idx="37"/>
          </p:nvPr>
        </p:nvSpPr>
        <p:spPr>
          <a:xfrm>
            <a:off x="4705008" y="1607453"/>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0" name="Picture Placeholder 23">
            <a:extLst>
              <a:ext uri="{FF2B5EF4-FFF2-40B4-BE49-F238E27FC236}">
                <a16:creationId xmlns:a16="http://schemas.microsoft.com/office/drawing/2014/main" id="{FC93EDDE-AC46-41AC-9A60-CC4E83A7321A}"/>
              </a:ext>
            </a:extLst>
          </p:cNvPr>
          <p:cNvSpPr>
            <a:spLocks noGrp="1"/>
          </p:cNvSpPr>
          <p:nvPr>
            <p:ph type="pic" sz="quarter" idx="38"/>
          </p:nvPr>
        </p:nvSpPr>
        <p:spPr>
          <a:xfrm>
            <a:off x="6759360" y="1607453"/>
            <a:ext cx="669603" cy="669514"/>
          </a:xfrm>
          <a:prstGeom prst="ellipse">
            <a:avLst/>
          </a:prstGeom>
          <a:solidFill>
            <a:schemeClr val="accent5"/>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2" name="Picture Placeholder 23">
            <a:extLst>
              <a:ext uri="{FF2B5EF4-FFF2-40B4-BE49-F238E27FC236}">
                <a16:creationId xmlns:a16="http://schemas.microsoft.com/office/drawing/2014/main" id="{B25C17DD-E8F6-4707-B6DB-7BDF26B5D920}"/>
              </a:ext>
            </a:extLst>
          </p:cNvPr>
          <p:cNvSpPr>
            <a:spLocks noGrp="1"/>
          </p:cNvSpPr>
          <p:nvPr>
            <p:ph type="pic" sz="quarter" idx="40"/>
          </p:nvPr>
        </p:nvSpPr>
        <p:spPr>
          <a:xfrm>
            <a:off x="8813708" y="1607453"/>
            <a:ext cx="669603" cy="669514"/>
          </a:xfrm>
          <a:prstGeom prst="ellipse">
            <a:avLst/>
          </a:prstGeom>
          <a:solidFill>
            <a:schemeClr val="tx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72" name="Text Placeholder 30">
            <a:extLst>
              <a:ext uri="{FF2B5EF4-FFF2-40B4-BE49-F238E27FC236}">
                <a16:creationId xmlns:a16="http://schemas.microsoft.com/office/drawing/2014/main" id="{6C851701-B241-42DA-B929-4301BF324689}"/>
              </a:ext>
            </a:extLst>
          </p:cNvPr>
          <p:cNvSpPr>
            <a:spLocks noGrp="1"/>
          </p:cNvSpPr>
          <p:nvPr>
            <p:ph type="body" sz="quarter" idx="47"/>
          </p:nvPr>
        </p:nvSpPr>
        <p:spPr>
          <a:xfrm>
            <a:off x="2276908" y="2439064"/>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3" name="Text Placeholder 30">
            <a:extLst>
              <a:ext uri="{FF2B5EF4-FFF2-40B4-BE49-F238E27FC236}">
                <a16:creationId xmlns:a16="http://schemas.microsoft.com/office/drawing/2014/main" id="{500BC58B-6986-45E1-8C50-50488E23E659}"/>
              </a:ext>
            </a:extLst>
          </p:cNvPr>
          <p:cNvSpPr>
            <a:spLocks noGrp="1"/>
          </p:cNvSpPr>
          <p:nvPr>
            <p:ph type="body" sz="quarter" idx="48"/>
          </p:nvPr>
        </p:nvSpPr>
        <p:spPr>
          <a:xfrm>
            <a:off x="4331254" y="2439064"/>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4" name="Text Placeholder 30">
            <a:extLst>
              <a:ext uri="{FF2B5EF4-FFF2-40B4-BE49-F238E27FC236}">
                <a16:creationId xmlns:a16="http://schemas.microsoft.com/office/drawing/2014/main" id="{2C4AEF62-D845-477A-AFCF-9AB668BE7324}"/>
              </a:ext>
            </a:extLst>
          </p:cNvPr>
          <p:cNvSpPr>
            <a:spLocks noGrp="1"/>
          </p:cNvSpPr>
          <p:nvPr>
            <p:ph type="body" sz="quarter" idx="49"/>
          </p:nvPr>
        </p:nvSpPr>
        <p:spPr>
          <a:xfrm>
            <a:off x="6385606" y="2439064"/>
            <a:ext cx="1417110" cy="951552"/>
          </a:xfrm>
          <a:prstGeom prst="roundRect">
            <a:avLst/>
          </a:prstGeom>
          <a:solidFill>
            <a:schemeClr val="accent5"/>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5" name="Text Placeholder 30">
            <a:extLst>
              <a:ext uri="{FF2B5EF4-FFF2-40B4-BE49-F238E27FC236}">
                <a16:creationId xmlns:a16="http://schemas.microsoft.com/office/drawing/2014/main" id="{E39DA1B9-F00D-4EB4-A3EB-C81B1A25D714}"/>
              </a:ext>
            </a:extLst>
          </p:cNvPr>
          <p:cNvSpPr>
            <a:spLocks noGrp="1"/>
          </p:cNvSpPr>
          <p:nvPr>
            <p:ph type="body" sz="quarter" idx="50"/>
          </p:nvPr>
        </p:nvSpPr>
        <p:spPr>
          <a:xfrm>
            <a:off x="8439954" y="2439064"/>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 name="Text Placeholder 51">
            <a:extLst>
              <a:ext uri="{FF2B5EF4-FFF2-40B4-BE49-F238E27FC236}">
                <a16:creationId xmlns:a16="http://schemas.microsoft.com/office/drawing/2014/main" id="{7E52238D-0C8F-4888-B959-7867187CA5A0}"/>
              </a:ext>
            </a:extLst>
          </p:cNvPr>
          <p:cNvSpPr>
            <a:spLocks noGrp="1"/>
          </p:cNvSpPr>
          <p:nvPr>
            <p:ph type="body" sz="quarter" idx="30"/>
          </p:nvPr>
        </p:nvSpPr>
        <p:spPr>
          <a:xfrm>
            <a:off x="2089849" y="4197082"/>
            <a:ext cx="1787856" cy="2059830"/>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 name="Text Placeholder 51">
            <a:extLst>
              <a:ext uri="{FF2B5EF4-FFF2-40B4-BE49-F238E27FC236}">
                <a16:creationId xmlns:a16="http://schemas.microsoft.com/office/drawing/2014/main" id="{66328FD4-3767-ABA5-6FC2-A4F01C5553D0}"/>
              </a:ext>
            </a:extLst>
          </p:cNvPr>
          <p:cNvSpPr>
            <a:spLocks noGrp="1"/>
          </p:cNvSpPr>
          <p:nvPr>
            <p:ph type="body" sz="quarter" idx="51"/>
          </p:nvPr>
        </p:nvSpPr>
        <p:spPr>
          <a:xfrm>
            <a:off x="4140178" y="4197082"/>
            <a:ext cx="1787856" cy="2059830"/>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Text Placeholder 51">
            <a:extLst>
              <a:ext uri="{FF2B5EF4-FFF2-40B4-BE49-F238E27FC236}">
                <a16:creationId xmlns:a16="http://schemas.microsoft.com/office/drawing/2014/main" id="{1C8E78B7-49C8-F9FE-7B83-60623094BE7B}"/>
              </a:ext>
            </a:extLst>
          </p:cNvPr>
          <p:cNvSpPr>
            <a:spLocks noGrp="1"/>
          </p:cNvSpPr>
          <p:nvPr>
            <p:ph type="body" sz="quarter" idx="52"/>
          </p:nvPr>
        </p:nvSpPr>
        <p:spPr>
          <a:xfrm>
            <a:off x="6198548" y="4197082"/>
            <a:ext cx="1787856" cy="2059830"/>
          </a:xfrm>
          <a:prstGeom prst="rect">
            <a:avLst/>
          </a:prstGeom>
          <a:solidFill>
            <a:schemeClr val="accent5">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 name="Text Placeholder 51">
            <a:extLst>
              <a:ext uri="{FF2B5EF4-FFF2-40B4-BE49-F238E27FC236}">
                <a16:creationId xmlns:a16="http://schemas.microsoft.com/office/drawing/2014/main" id="{89592C98-66B6-4025-A861-907194294853}"/>
              </a:ext>
            </a:extLst>
          </p:cNvPr>
          <p:cNvSpPr>
            <a:spLocks noGrp="1"/>
          </p:cNvSpPr>
          <p:nvPr>
            <p:ph type="body" sz="quarter" idx="53"/>
          </p:nvPr>
        </p:nvSpPr>
        <p:spPr>
          <a:xfrm>
            <a:off x="8256933" y="4197082"/>
            <a:ext cx="1787856" cy="2059830"/>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grpSp>
        <p:nvGrpSpPr>
          <p:cNvPr id="19" name="Group 18">
            <a:extLst>
              <a:ext uri="{FF2B5EF4-FFF2-40B4-BE49-F238E27FC236}">
                <a16:creationId xmlns:a16="http://schemas.microsoft.com/office/drawing/2014/main" id="{A7C7648D-0732-8C98-54BE-F51889707D61}"/>
              </a:ext>
            </a:extLst>
          </p:cNvPr>
          <p:cNvGrpSpPr/>
          <p:nvPr/>
        </p:nvGrpSpPr>
        <p:grpSpPr>
          <a:xfrm>
            <a:off x="0" y="0"/>
            <a:ext cx="12192000" cy="301809"/>
            <a:chOff x="0" y="0"/>
            <a:chExt cx="12192000" cy="301809"/>
          </a:xfrm>
        </p:grpSpPr>
        <p:sp>
          <p:nvSpPr>
            <p:cNvPr id="20" name="Rectangle 19">
              <a:extLst>
                <a:ext uri="{FF2B5EF4-FFF2-40B4-BE49-F238E27FC236}">
                  <a16:creationId xmlns:a16="http://schemas.microsoft.com/office/drawing/2014/main" id="{0F59D450-30B2-D568-4681-9CACEE2A8FF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85B1694E-1769-CC9E-6ADB-095DA3125243}"/>
                </a:ext>
              </a:extLst>
            </p:cNvPr>
            <p:cNvGrpSpPr/>
            <p:nvPr userDrawn="1"/>
          </p:nvGrpSpPr>
          <p:grpSpPr>
            <a:xfrm>
              <a:off x="10687010" y="58571"/>
              <a:ext cx="1279331" cy="184666"/>
              <a:chOff x="10759355" y="58571"/>
              <a:chExt cx="1279331" cy="184666"/>
            </a:xfrm>
          </p:grpSpPr>
          <p:pic>
            <p:nvPicPr>
              <p:cNvPr id="24" name="Picture 23">
                <a:extLst>
                  <a:ext uri="{FF2B5EF4-FFF2-40B4-BE49-F238E27FC236}">
                    <a16:creationId xmlns:a16="http://schemas.microsoft.com/office/drawing/2014/main" id="{0163CC68-D36E-6D66-F4F6-498B05B0AA6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5" name="TextBox 24">
                <a:extLst>
                  <a:ext uri="{FF2B5EF4-FFF2-40B4-BE49-F238E27FC236}">
                    <a16:creationId xmlns:a16="http://schemas.microsoft.com/office/drawing/2014/main" id="{7574234F-B5C6-6B46-59A8-6292F8D97328}"/>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22" name="Straight Connector 21">
              <a:extLst>
                <a:ext uri="{FF2B5EF4-FFF2-40B4-BE49-F238E27FC236}">
                  <a16:creationId xmlns:a16="http://schemas.microsoft.com/office/drawing/2014/main" id="{777D2209-F459-5B42-E80D-92DDC3D2DD95}"/>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8D7CB5-8B4E-D5E0-E200-F6E365FEC77C}"/>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Title 3">
            <a:extLst>
              <a:ext uri="{FF2B5EF4-FFF2-40B4-BE49-F238E27FC236}">
                <a16:creationId xmlns:a16="http://schemas.microsoft.com/office/drawing/2014/main" id="{07AB6EA4-501C-8D90-BCA9-4955C1DB178A}"/>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422088003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Infog_35">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1851339-D5C2-4C2D-9606-9182F1CB739A}"/>
              </a:ext>
            </a:extLst>
          </p:cNvPr>
          <p:cNvSpPr/>
          <p:nvPr/>
        </p:nvSpPr>
        <p:spPr>
          <a:xfrm flipV="1">
            <a:off x="1118965" y="2924944"/>
            <a:ext cx="1787856" cy="2059830"/>
          </a:xfrm>
          <a:custGeom>
            <a:avLst/>
            <a:gdLst>
              <a:gd name="connsiteX0" fmla="*/ 505778 w 1009649"/>
              <a:gd name="connsiteY0" fmla="*/ 30480 h 1163240"/>
              <a:gd name="connsiteX1" fmla="*/ 529590 w 1009649"/>
              <a:gd name="connsiteY1" fmla="*/ 54293 h 1163240"/>
              <a:gd name="connsiteX2" fmla="*/ 505778 w 1009649"/>
              <a:gd name="connsiteY2" fmla="*/ 78105 h 1163240"/>
              <a:gd name="connsiteX3" fmla="*/ 481965 w 1009649"/>
              <a:gd name="connsiteY3" fmla="*/ 54293 h 1163240"/>
              <a:gd name="connsiteX4" fmla="*/ 505778 w 1009649"/>
              <a:gd name="connsiteY4" fmla="*/ 30480 h 1163240"/>
              <a:gd name="connsiteX5" fmla="*/ 409575 w 1009649"/>
              <a:gd name="connsiteY5" fmla="*/ 1138238 h 1163240"/>
              <a:gd name="connsiteX6" fmla="*/ 95250 w 1009649"/>
              <a:gd name="connsiteY6" fmla="*/ 956310 h 1163240"/>
              <a:gd name="connsiteX7" fmla="*/ 0 w 1009649"/>
              <a:gd name="connsiteY7" fmla="*/ 790575 h 1163240"/>
              <a:gd name="connsiteX8" fmla="*/ 0 w 1009649"/>
              <a:gd name="connsiteY8" fmla="*/ 426720 h 1163240"/>
              <a:gd name="connsiteX9" fmla="*/ 95250 w 1009649"/>
              <a:gd name="connsiteY9" fmla="*/ 260985 h 1163240"/>
              <a:gd name="connsiteX10" fmla="*/ 410528 w 1009649"/>
              <a:gd name="connsiteY10" fmla="*/ 79058 h 1163240"/>
              <a:gd name="connsiteX11" fmla="*/ 452438 w 1009649"/>
              <a:gd name="connsiteY11" fmla="*/ 60960 h 1163240"/>
              <a:gd name="connsiteX12" fmla="*/ 451485 w 1009649"/>
              <a:gd name="connsiteY12" fmla="*/ 53340 h 1163240"/>
              <a:gd name="connsiteX13" fmla="*/ 504825 w 1009649"/>
              <a:gd name="connsiteY13" fmla="*/ 0 h 1163240"/>
              <a:gd name="connsiteX14" fmla="*/ 558165 w 1009649"/>
              <a:gd name="connsiteY14" fmla="*/ 53340 h 1163240"/>
              <a:gd name="connsiteX15" fmla="*/ 557213 w 1009649"/>
              <a:gd name="connsiteY15" fmla="*/ 60960 h 1163240"/>
              <a:gd name="connsiteX16" fmla="*/ 599123 w 1009649"/>
              <a:gd name="connsiteY16" fmla="*/ 79058 h 1163240"/>
              <a:gd name="connsiteX17" fmla="*/ 914400 w 1009649"/>
              <a:gd name="connsiteY17" fmla="*/ 260985 h 1163240"/>
              <a:gd name="connsiteX18" fmla="*/ 1009650 w 1009649"/>
              <a:gd name="connsiteY18" fmla="*/ 426720 h 1163240"/>
              <a:gd name="connsiteX19" fmla="*/ 1009650 w 1009649"/>
              <a:gd name="connsiteY19" fmla="*/ 790575 h 1163240"/>
              <a:gd name="connsiteX20" fmla="*/ 914400 w 1009649"/>
              <a:gd name="connsiteY20" fmla="*/ 956310 h 1163240"/>
              <a:gd name="connsiteX21" fmla="*/ 599123 w 1009649"/>
              <a:gd name="connsiteY21" fmla="*/ 1138238 h 1163240"/>
              <a:gd name="connsiteX22" fmla="*/ 409575 w 1009649"/>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49"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013" y="40958"/>
                  <a:pt x="492442" y="30480"/>
                  <a:pt x="505778" y="30480"/>
                </a:cubicBezTo>
                <a:moveTo>
                  <a:pt x="409575"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7"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2925" y="1171575"/>
                  <a:pt x="467678" y="1171575"/>
                  <a:pt x="409575" y="1138238"/>
                </a:cubicBezTo>
                <a:close/>
              </a:path>
            </a:pathLst>
          </a:custGeom>
          <a:solidFill>
            <a:schemeClr val="accent1"/>
          </a:solidFill>
          <a:ln w="9525"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2B9E696D-5174-4C19-AFFA-EED5B3D392C9}"/>
              </a:ext>
            </a:extLst>
          </p:cNvPr>
          <p:cNvSpPr/>
          <p:nvPr/>
        </p:nvSpPr>
        <p:spPr>
          <a:xfrm flipV="1">
            <a:off x="5227663" y="2924944"/>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2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2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7" y="922973"/>
                  <a:pt x="0" y="857250"/>
                  <a:pt x="0" y="790575"/>
                </a:cubicBezTo>
                <a:lnTo>
                  <a:pt x="0" y="426720"/>
                </a:lnTo>
                <a:cubicBezTo>
                  <a:pt x="0" y="360045"/>
                  <a:pt x="37147" y="294323"/>
                  <a:pt x="95250" y="260985"/>
                </a:cubicBezTo>
                <a:lnTo>
                  <a:pt x="410528" y="79058"/>
                </a:lnTo>
                <a:cubicBezTo>
                  <a:pt x="423863" y="71438"/>
                  <a:pt x="438150" y="65723"/>
                  <a:pt x="452438" y="60960"/>
                </a:cubicBezTo>
                <a:cubicBezTo>
                  <a:pt x="452438" y="58102"/>
                  <a:pt x="451485" y="56198"/>
                  <a:pt x="451485" y="53340"/>
                </a:cubicBezTo>
                <a:cubicBezTo>
                  <a:pt x="451485" y="23813"/>
                  <a:pt x="475297" y="0"/>
                  <a:pt x="504825" y="0"/>
                </a:cubicBezTo>
                <a:cubicBezTo>
                  <a:pt x="534353" y="0"/>
                  <a:pt x="558165" y="23813"/>
                  <a:pt x="558165" y="53340"/>
                </a:cubicBezTo>
                <a:cubicBezTo>
                  <a:pt x="558165" y="56198"/>
                  <a:pt x="558165" y="58102"/>
                  <a:pt x="557213" y="60960"/>
                </a:cubicBezTo>
                <a:cubicBezTo>
                  <a:pt x="571500" y="64770"/>
                  <a:pt x="585788" y="71438"/>
                  <a:pt x="599122" y="79058"/>
                </a:cubicBezTo>
                <a:lnTo>
                  <a:pt x="914400" y="260985"/>
                </a:lnTo>
                <a:cubicBezTo>
                  <a:pt x="972503" y="294323"/>
                  <a:pt x="1009650" y="360045"/>
                  <a:pt x="1009650" y="426720"/>
                </a:cubicBezTo>
                <a:lnTo>
                  <a:pt x="1009650" y="790575"/>
                </a:lnTo>
                <a:cubicBezTo>
                  <a:pt x="1009650" y="857250"/>
                  <a:pt x="972503" y="922973"/>
                  <a:pt x="914400" y="956310"/>
                </a:cubicBezTo>
                <a:lnTo>
                  <a:pt x="599122" y="1138238"/>
                </a:lnTo>
                <a:cubicBezTo>
                  <a:pt x="543878" y="1171575"/>
                  <a:pt x="468630" y="1171575"/>
                  <a:pt x="410528" y="1138238"/>
                </a:cubicBezTo>
                <a:close/>
              </a:path>
            </a:pathLst>
          </a:custGeom>
          <a:solidFill>
            <a:schemeClr val="accent1"/>
          </a:solidFill>
          <a:ln w="9525"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5F68FA97-6DC6-42B9-B6BD-EDDD9A1AE530}"/>
              </a:ext>
            </a:extLst>
          </p:cNvPr>
          <p:cNvSpPr/>
          <p:nvPr/>
        </p:nvSpPr>
        <p:spPr>
          <a:xfrm flipV="1">
            <a:off x="7282010" y="2924944"/>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601980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601980"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67D2293F-8710-4FA5-8E40-A814F8EA7D36}"/>
              </a:ext>
            </a:extLst>
          </p:cNvPr>
          <p:cNvSpPr/>
          <p:nvPr/>
        </p:nvSpPr>
        <p:spPr>
          <a:xfrm flipV="1">
            <a:off x="9336360" y="2924944"/>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3878" y="1171575"/>
                  <a:pt x="468630" y="1171575"/>
                  <a:pt x="410528" y="1138238"/>
                </a:cubicBezTo>
                <a:close/>
              </a:path>
            </a:pathLst>
          </a:custGeom>
          <a:solidFill>
            <a:schemeClr val="accent1"/>
          </a:solidFill>
          <a:ln w="9525"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F027092-146A-47DB-8FC2-C1C860904F7A}"/>
              </a:ext>
            </a:extLst>
          </p:cNvPr>
          <p:cNvSpPr/>
          <p:nvPr/>
        </p:nvSpPr>
        <p:spPr>
          <a:xfrm flipV="1">
            <a:off x="3173312" y="2924944"/>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965" y="40958"/>
                  <a:pt x="492442"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2" y="294323"/>
                  <a:pt x="1009650" y="360045"/>
                  <a:pt x="1009650" y="426720"/>
                </a:cubicBezTo>
                <a:lnTo>
                  <a:pt x="1009650" y="790575"/>
                </a:lnTo>
                <a:cubicBezTo>
                  <a:pt x="1009650" y="857250"/>
                  <a:pt x="972502" y="922973"/>
                  <a:pt x="914400" y="956310"/>
                </a:cubicBezTo>
                <a:lnTo>
                  <a:pt x="599123"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7E01750A-CD6F-4B88-8ABF-78D4E0E94A87}"/>
              </a:ext>
            </a:extLst>
          </p:cNvPr>
          <p:cNvSpPr/>
          <p:nvPr/>
        </p:nvSpPr>
        <p:spPr>
          <a:xfrm flipV="1">
            <a:off x="1203297" y="3008853"/>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F1D09CFB-53BC-4034-8286-21602A9B5C9A}"/>
              </a:ext>
            </a:extLst>
          </p:cNvPr>
          <p:cNvSpPr/>
          <p:nvPr/>
        </p:nvSpPr>
        <p:spPr>
          <a:xfrm flipV="1">
            <a:off x="5311995" y="3008853"/>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4C0F351-76A8-467E-B01E-ACB27E57C2A9}"/>
              </a:ext>
            </a:extLst>
          </p:cNvPr>
          <p:cNvSpPr/>
          <p:nvPr/>
        </p:nvSpPr>
        <p:spPr>
          <a:xfrm flipV="1">
            <a:off x="7366343" y="3008853"/>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CB4443A3-72D1-444C-A876-486D5270E985}"/>
              </a:ext>
            </a:extLst>
          </p:cNvPr>
          <p:cNvSpPr/>
          <p:nvPr/>
        </p:nvSpPr>
        <p:spPr>
          <a:xfrm flipV="1">
            <a:off x="9420692" y="3008853"/>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30530" y="1018699"/>
                  <a:pt x="386715" y="993934"/>
                </a:cubicBezTo>
              </a:path>
            </a:pathLst>
          </a:custGeom>
          <a:solidFill>
            <a:srgbClr val="FFFFFF"/>
          </a:solidFill>
          <a:ln w="952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66D928CC-360F-4F3D-B2C7-77E6D173758A}"/>
              </a:ext>
            </a:extLst>
          </p:cNvPr>
          <p:cNvSpPr/>
          <p:nvPr/>
        </p:nvSpPr>
        <p:spPr>
          <a:xfrm flipV="1">
            <a:off x="3257644" y="3008853"/>
            <a:ext cx="1622563" cy="1792917"/>
          </a:xfrm>
          <a:custGeom>
            <a:avLst/>
            <a:gdLst>
              <a:gd name="connsiteX0" fmla="*/ 386715 w 916304"/>
              <a:gd name="connsiteY0" fmla="*/ 993934 h 1012507"/>
              <a:gd name="connsiteX1" fmla="*/ 71438 w 916304"/>
              <a:gd name="connsiteY1" fmla="*/ 812006 h 1012507"/>
              <a:gd name="connsiteX2" fmla="*/ 0 w 916304"/>
              <a:gd name="connsiteY2" fmla="*/ 688181 h 1012507"/>
              <a:gd name="connsiteX3" fmla="*/ 0 w 916304"/>
              <a:gd name="connsiteY3" fmla="*/ 324326 h 1012507"/>
              <a:gd name="connsiteX4" fmla="*/ 71438 w 916304"/>
              <a:gd name="connsiteY4" fmla="*/ 200501 h 1012507"/>
              <a:gd name="connsiteX5" fmla="*/ 386715 w 916304"/>
              <a:gd name="connsiteY5" fmla="*/ 18574 h 1012507"/>
              <a:gd name="connsiteX6" fmla="*/ 529590 w 916304"/>
              <a:gd name="connsiteY6" fmla="*/ 18574 h 1012507"/>
              <a:gd name="connsiteX7" fmla="*/ 844868 w 916304"/>
              <a:gd name="connsiteY7" fmla="*/ 200501 h 1012507"/>
              <a:gd name="connsiteX8" fmla="*/ 916305 w 916304"/>
              <a:gd name="connsiteY8" fmla="*/ 324326 h 1012507"/>
              <a:gd name="connsiteX9" fmla="*/ 916305 w 916304"/>
              <a:gd name="connsiteY9" fmla="*/ 688181 h 1012507"/>
              <a:gd name="connsiteX10" fmla="*/ 844868 w 916304"/>
              <a:gd name="connsiteY10" fmla="*/ 812006 h 1012507"/>
              <a:gd name="connsiteX11" fmla="*/ 529590 w 916304"/>
              <a:gd name="connsiteY11" fmla="*/ 993934 h 1012507"/>
              <a:gd name="connsiteX12" fmla="*/ 386715 w 916304"/>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4"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56" name="Picture Placeholder 23">
            <a:extLst>
              <a:ext uri="{FF2B5EF4-FFF2-40B4-BE49-F238E27FC236}">
                <a16:creationId xmlns:a16="http://schemas.microsoft.com/office/drawing/2014/main" id="{06DE7A0A-ADEC-46E5-B1A7-4C3A4CF01DB5}"/>
              </a:ext>
            </a:extLst>
          </p:cNvPr>
          <p:cNvSpPr>
            <a:spLocks noGrp="1"/>
          </p:cNvSpPr>
          <p:nvPr>
            <p:ph type="pic" sz="quarter" idx="34"/>
          </p:nvPr>
        </p:nvSpPr>
        <p:spPr>
          <a:xfrm>
            <a:off x="1679778" y="2597924"/>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59" name="Picture Placeholder 23">
            <a:extLst>
              <a:ext uri="{FF2B5EF4-FFF2-40B4-BE49-F238E27FC236}">
                <a16:creationId xmlns:a16="http://schemas.microsoft.com/office/drawing/2014/main" id="{EF967131-3EE6-46FC-9566-DE60D004458F}"/>
              </a:ext>
            </a:extLst>
          </p:cNvPr>
          <p:cNvSpPr>
            <a:spLocks noGrp="1"/>
          </p:cNvSpPr>
          <p:nvPr>
            <p:ph type="pic" sz="quarter" idx="37"/>
          </p:nvPr>
        </p:nvSpPr>
        <p:spPr>
          <a:xfrm>
            <a:off x="3734124" y="2597924"/>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0" name="Picture Placeholder 23">
            <a:extLst>
              <a:ext uri="{FF2B5EF4-FFF2-40B4-BE49-F238E27FC236}">
                <a16:creationId xmlns:a16="http://schemas.microsoft.com/office/drawing/2014/main" id="{FC93EDDE-AC46-41AC-9A60-CC4E83A7321A}"/>
              </a:ext>
            </a:extLst>
          </p:cNvPr>
          <p:cNvSpPr>
            <a:spLocks noGrp="1"/>
          </p:cNvSpPr>
          <p:nvPr>
            <p:ph type="pic" sz="quarter" idx="38"/>
          </p:nvPr>
        </p:nvSpPr>
        <p:spPr>
          <a:xfrm>
            <a:off x="5788476" y="2597924"/>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2" name="Picture Placeholder 23">
            <a:extLst>
              <a:ext uri="{FF2B5EF4-FFF2-40B4-BE49-F238E27FC236}">
                <a16:creationId xmlns:a16="http://schemas.microsoft.com/office/drawing/2014/main" id="{B25C17DD-E8F6-4707-B6DB-7BDF26B5D920}"/>
              </a:ext>
            </a:extLst>
          </p:cNvPr>
          <p:cNvSpPr>
            <a:spLocks noGrp="1"/>
          </p:cNvSpPr>
          <p:nvPr>
            <p:ph type="pic" sz="quarter" idx="40"/>
          </p:nvPr>
        </p:nvSpPr>
        <p:spPr>
          <a:xfrm>
            <a:off x="7842824" y="2597924"/>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4" name="Picture Placeholder 23">
            <a:extLst>
              <a:ext uri="{FF2B5EF4-FFF2-40B4-BE49-F238E27FC236}">
                <a16:creationId xmlns:a16="http://schemas.microsoft.com/office/drawing/2014/main" id="{4D9F74DE-D3D0-4284-8F44-8D5480FCE58C}"/>
              </a:ext>
            </a:extLst>
          </p:cNvPr>
          <p:cNvSpPr>
            <a:spLocks noGrp="1"/>
          </p:cNvSpPr>
          <p:nvPr>
            <p:ph type="pic" sz="quarter" idx="42"/>
          </p:nvPr>
        </p:nvSpPr>
        <p:spPr>
          <a:xfrm>
            <a:off x="9897173" y="2597924"/>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72" name="Text Placeholder 30">
            <a:extLst>
              <a:ext uri="{FF2B5EF4-FFF2-40B4-BE49-F238E27FC236}">
                <a16:creationId xmlns:a16="http://schemas.microsoft.com/office/drawing/2014/main" id="{6C851701-B241-42DA-B929-4301BF324689}"/>
              </a:ext>
            </a:extLst>
          </p:cNvPr>
          <p:cNvSpPr>
            <a:spLocks noGrp="1"/>
          </p:cNvSpPr>
          <p:nvPr>
            <p:ph type="body" sz="quarter" idx="47"/>
          </p:nvPr>
        </p:nvSpPr>
        <p:spPr>
          <a:xfrm>
            <a:off x="1306024" y="3429535"/>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3" name="Text Placeholder 30">
            <a:extLst>
              <a:ext uri="{FF2B5EF4-FFF2-40B4-BE49-F238E27FC236}">
                <a16:creationId xmlns:a16="http://schemas.microsoft.com/office/drawing/2014/main" id="{500BC58B-6986-45E1-8C50-50488E23E659}"/>
              </a:ext>
            </a:extLst>
          </p:cNvPr>
          <p:cNvSpPr>
            <a:spLocks noGrp="1"/>
          </p:cNvSpPr>
          <p:nvPr>
            <p:ph type="body" sz="quarter" idx="48"/>
          </p:nvPr>
        </p:nvSpPr>
        <p:spPr>
          <a:xfrm>
            <a:off x="3360370" y="3429535"/>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4" name="Text Placeholder 30">
            <a:extLst>
              <a:ext uri="{FF2B5EF4-FFF2-40B4-BE49-F238E27FC236}">
                <a16:creationId xmlns:a16="http://schemas.microsoft.com/office/drawing/2014/main" id="{2C4AEF62-D845-477A-AFCF-9AB668BE7324}"/>
              </a:ext>
            </a:extLst>
          </p:cNvPr>
          <p:cNvSpPr>
            <a:spLocks noGrp="1"/>
          </p:cNvSpPr>
          <p:nvPr>
            <p:ph type="body" sz="quarter" idx="49"/>
          </p:nvPr>
        </p:nvSpPr>
        <p:spPr>
          <a:xfrm>
            <a:off x="5414722" y="3429535"/>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5" name="Text Placeholder 30">
            <a:extLst>
              <a:ext uri="{FF2B5EF4-FFF2-40B4-BE49-F238E27FC236}">
                <a16:creationId xmlns:a16="http://schemas.microsoft.com/office/drawing/2014/main" id="{E39DA1B9-F00D-4EB4-A3EB-C81B1A25D714}"/>
              </a:ext>
            </a:extLst>
          </p:cNvPr>
          <p:cNvSpPr>
            <a:spLocks noGrp="1"/>
          </p:cNvSpPr>
          <p:nvPr>
            <p:ph type="body" sz="quarter" idx="50"/>
          </p:nvPr>
        </p:nvSpPr>
        <p:spPr>
          <a:xfrm>
            <a:off x="7469070" y="3429535"/>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6" name="Text Placeholder 30">
            <a:extLst>
              <a:ext uri="{FF2B5EF4-FFF2-40B4-BE49-F238E27FC236}">
                <a16:creationId xmlns:a16="http://schemas.microsoft.com/office/drawing/2014/main" id="{15228BF2-8277-4649-A845-C7696D7E85FB}"/>
              </a:ext>
            </a:extLst>
          </p:cNvPr>
          <p:cNvSpPr>
            <a:spLocks noGrp="1"/>
          </p:cNvSpPr>
          <p:nvPr>
            <p:ph type="body" sz="quarter" idx="51"/>
          </p:nvPr>
        </p:nvSpPr>
        <p:spPr>
          <a:xfrm>
            <a:off x="9523419" y="3429535"/>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grpSp>
        <p:nvGrpSpPr>
          <p:cNvPr id="11" name="Group 10">
            <a:extLst>
              <a:ext uri="{FF2B5EF4-FFF2-40B4-BE49-F238E27FC236}">
                <a16:creationId xmlns:a16="http://schemas.microsoft.com/office/drawing/2014/main" id="{A29B48A4-B7FC-EDAC-BAF2-5D58EBCA4238}"/>
              </a:ext>
            </a:extLst>
          </p:cNvPr>
          <p:cNvGrpSpPr/>
          <p:nvPr/>
        </p:nvGrpSpPr>
        <p:grpSpPr>
          <a:xfrm>
            <a:off x="0" y="0"/>
            <a:ext cx="12192000" cy="301809"/>
            <a:chOff x="0" y="0"/>
            <a:chExt cx="12192000" cy="301809"/>
          </a:xfrm>
        </p:grpSpPr>
        <p:sp>
          <p:nvSpPr>
            <p:cNvPr id="12" name="Rectangle 11">
              <a:extLst>
                <a:ext uri="{FF2B5EF4-FFF2-40B4-BE49-F238E27FC236}">
                  <a16:creationId xmlns:a16="http://schemas.microsoft.com/office/drawing/2014/main" id="{34366823-BF3A-8912-BC13-87888ECD4936}"/>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48705972-8686-931B-A518-9CBC0DF23F6A}"/>
                </a:ext>
              </a:extLst>
            </p:cNvPr>
            <p:cNvGrpSpPr/>
            <p:nvPr userDrawn="1"/>
          </p:nvGrpSpPr>
          <p:grpSpPr>
            <a:xfrm>
              <a:off x="10687010" y="58571"/>
              <a:ext cx="1279331" cy="184666"/>
              <a:chOff x="10759355" y="58571"/>
              <a:chExt cx="1279331" cy="184666"/>
            </a:xfrm>
          </p:grpSpPr>
          <p:pic>
            <p:nvPicPr>
              <p:cNvPr id="21" name="Picture 20">
                <a:extLst>
                  <a:ext uri="{FF2B5EF4-FFF2-40B4-BE49-F238E27FC236}">
                    <a16:creationId xmlns:a16="http://schemas.microsoft.com/office/drawing/2014/main" id="{1ADE42CA-631C-951D-4E84-1C48304A710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22" name="TextBox 21">
                <a:extLst>
                  <a:ext uri="{FF2B5EF4-FFF2-40B4-BE49-F238E27FC236}">
                    <a16:creationId xmlns:a16="http://schemas.microsoft.com/office/drawing/2014/main" id="{71C858AD-959F-2F4A-143F-B96D0F4612C2}"/>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9" name="Straight Connector 18">
              <a:extLst>
                <a:ext uri="{FF2B5EF4-FFF2-40B4-BE49-F238E27FC236}">
                  <a16:creationId xmlns:a16="http://schemas.microsoft.com/office/drawing/2014/main" id="{A10C698A-FFE2-6EFB-0CC1-82AE33773CD2}"/>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4F4C26F-465B-A7C0-B307-93680348B454}"/>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Title 3">
            <a:extLst>
              <a:ext uri="{FF2B5EF4-FFF2-40B4-BE49-F238E27FC236}">
                <a16:creationId xmlns:a16="http://schemas.microsoft.com/office/drawing/2014/main" id="{B89BA1CA-273F-8965-8F38-778A33FEAEA8}"/>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18532172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Infog_36">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1851339-D5C2-4C2D-9606-9182F1CB739A}"/>
              </a:ext>
            </a:extLst>
          </p:cNvPr>
          <p:cNvSpPr/>
          <p:nvPr/>
        </p:nvSpPr>
        <p:spPr>
          <a:xfrm flipV="1">
            <a:off x="1118965" y="1863790"/>
            <a:ext cx="1787856" cy="2059830"/>
          </a:xfrm>
          <a:custGeom>
            <a:avLst/>
            <a:gdLst>
              <a:gd name="connsiteX0" fmla="*/ 505778 w 1009649"/>
              <a:gd name="connsiteY0" fmla="*/ 30480 h 1163240"/>
              <a:gd name="connsiteX1" fmla="*/ 529590 w 1009649"/>
              <a:gd name="connsiteY1" fmla="*/ 54293 h 1163240"/>
              <a:gd name="connsiteX2" fmla="*/ 505778 w 1009649"/>
              <a:gd name="connsiteY2" fmla="*/ 78105 h 1163240"/>
              <a:gd name="connsiteX3" fmla="*/ 481965 w 1009649"/>
              <a:gd name="connsiteY3" fmla="*/ 54293 h 1163240"/>
              <a:gd name="connsiteX4" fmla="*/ 505778 w 1009649"/>
              <a:gd name="connsiteY4" fmla="*/ 30480 h 1163240"/>
              <a:gd name="connsiteX5" fmla="*/ 409575 w 1009649"/>
              <a:gd name="connsiteY5" fmla="*/ 1138238 h 1163240"/>
              <a:gd name="connsiteX6" fmla="*/ 95250 w 1009649"/>
              <a:gd name="connsiteY6" fmla="*/ 956310 h 1163240"/>
              <a:gd name="connsiteX7" fmla="*/ 0 w 1009649"/>
              <a:gd name="connsiteY7" fmla="*/ 790575 h 1163240"/>
              <a:gd name="connsiteX8" fmla="*/ 0 w 1009649"/>
              <a:gd name="connsiteY8" fmla="*/ 426720 h 1163240"/>
              <a:gd name="connsiteX9" fmla="*/ 95250 w 1009649"/>
              <a:gd name="connsiteY9" fmla="*/ 260985 h 1163240"/>
              <a:gd name="connsiteX10" fmla="*/ 410528 w 1009649"/>
              <a:gd name="connsiteY10" fmla="*/ 79058 h 1163240"/>
              <a:gd name="connsiteX11" fmla="*/ 452438 w 1009649"/>
              <a:gd name="connsiteY11" fmla="*/ 60960 h 1163240"/>
              <a:gd name="connsiteX12" fmla="*/ 451485 w 1009649"/>
              <a:gd name="connsiteY12" fmla="*/ 53340 h 1163240"/>
              <a:gd name="connsiteX13" fmla="*/ 504825 w 1009649"/>
              <a:gd name="connsiteY13" fmla="*/ 0 h 1163240"/>
              <a:gd name="connsiteX14" fmla="*/ 558165 w 1009649"/>
              <a:gd name="connsiteY14" fmla="*/ 53340 h 1163240"/>
              <a:gd name="connsiteX15" fmla="*/ 557213 w 1009649"/>
              <a:gd name="connsiteY15" fmla="*/ 60960 h 1163240"/>
              <a:gd name="connsiteX16" fmla="*/ 599123 w 1009649"/>
              <a:gd name="connsiteY16" fmla="*/ 79058 h 1163240"/>
              <a:gd name="connsiteX17" fmla="*/ 914400 w 1009649"/>
              <a:gd name="connsiteY17" fmla="*/ 260985 h 1163240"/>
              <a:gd name="connsiteX18" fmla="*/ 1009650 w 1009649"/>
              <a:gd name="connsiteY18" fmla="*/ 426720 h 1163240"/>
              <a:gd name="connsiteX19" fmla="*/ 1009650 w 1009649"/>
              <a:gd name="connsiteY19" fmla="*/ 790575 h 1163240"/>
              <a:gd name="connsiteX20" fmla="*/ 914400 w 1009649"/>
              <a:gd name="connsiteY20" fmla="*/ 956310 h 1163240"/>
              <a:gd name="connsiteX21" fmla="*/ 599123 w 1009649"/>
              <a:gd name="connsiteY21" fmla="*/ 1138238 h 1163240"/>
              <a:gd name="connsiteX22" fmla="*/ 409575 w 1009649"/>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49"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013" y="40958"/>
                  <a:pt x="492442" y="30480"/>
                  <a:pt x="505778" y="30480"/>
                </a:cubicBezTo>
                <a:moveTo>
                  <a:pt x="409575"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7"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2925" y="1171575"/>
                  <a:pt x="467678" y="1171575"/>
                  <a:pt x="409575" y="1138238"/>
                </a:cubicBezTo>
                <a:close/>
              </a:path>
            </a:pathLst>
          </a:custGeom>
          <a:solidFill>
            <a:schemeClr val="accent1"/>
          </a:solidFill>
          <a:ln w="9525"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2B9E696D-5174-4C19-AFFA-EED5B3D392C9}"/>
              </a:ext>
            </a:extLst>
          </p:cNvPr>
          <p:cNvSpPr/>
          <p:nvPr/>
        </p:nvSpPr>
        <p:spPr>
          <a:xfrm flipV="1">
            <a:off x="5227663" y="1863790"/>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2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2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7" y="922973"/>
                  <a:pt x="0" y="857250"/>
                  <a:pt x="0" y="790575"/>
                </a:cubicBezTo>
                <a:lnTo>
                  <a:pt x="0" y="426720"/>
                </a:lnTo>
                <a:cubicBezTo>
                  <a:pt x="0" y="360045"/>
                  <a:pt x="37147" y="294323"/>
                  <a:pt x="95250" y="260985"/>
                </a:cubicBezTo>
                <a:lnTo>
                  <a:pt x="410528" y="79058"/>
                </a:lnTo>
                <a:cubicBezTo>
                  <a:pt x="423863" y="71438"/>
                  <a:pt x="438150" y="65723"/>
                  <a:pt x="452438" y="60960"/>
                </a:cubicBezTo>
                <a:cubicBezTo>
                  <a:pt x="452438" y="58102"/>
                  <a:pt x="451485" y="56198"/>
                  <a:pt x="451485" y="53340"/>
                </a:cubicBezTo>
                <a:cubicBezTo>
                  <a:pt x="451485" y="23813"/>
                  <a:pt x="475297" y="0"/>
                  <a:pt x="504825" y="0"/>
                </a:cubicBezTo>
                <a:cubicBezTo>
                  <a:pt x="534353" y="0"/>
                  <a:pt x="558165" y="23813"/>
                  <a:pt x="558165" y="53340"/>
                </a:cubicBezTo>
                <a:cubicBezTo>
                  <a:pt x="558165" y="56198"/>
                  <a:pt x="558165" y="58102"/>
                  <a:pt x="557213" y="60960"/>
                </a:cubicBezTo>
                <a:cubicBezTo>
                  <a:pt x="571500" y="64770"/>
                  <a:pt x="585788" y="71438"/>
                  <a:pt x="599122" y="79058"/>
                </a:cubicBezTo>
                <a:lnTo>
                  <a:pt x="914400" y="260985"/>
                </a:lnTo>
                <a:cubicBezTo>
                  <a:pt x="972503" y="294323"/>
                  <a:pt x="1009650" y="360045"/>
                  <a:pt x="1009650" y="426720"/>
                </a:cubicBezTo>
                <a:lnTo>
                  <a:pt x="1009650" y="790575"/>
                </a:lnTo>
                <a:cubicBezTo>
                  <a:pt x="1009650" y="857250"/>
                  <a:pt x="972503" y="922973"/>
                  <a:pt x="914400" y="956310"/>
                </a:cubicBezTo>
                <a:lnTo>
                  <a:pt x="599122" y="1138238"/>
                </a:lnTo>
                <a:cubicBezTo>
                  <a:pt x="543878" y="1171575"/>
                  <a:pt x="468630" y="1171575"/>
                  <a:pt x="410528" y="1138238"/>
                </a:cubicBezTo>
                <a:close/>
              </a:path>
            </a:pathLst>
          </a:custGeom>
          <a:solidFill>
            <a:schemeClr val="accent1"/>
          </a:solidFill>
          <a:ln w="9525"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5F68FA97-6DC6-42B9-B6BD-EDDD9A1AE530}"/>
              </a:ext>
            </a:extLst>
          </p:cNvPr>
          <p:cNvSpPr/>
          <p:nvPr/>
        </p:nvSpPr>
        <p:spPr>
          <a:xfrm flipV="1">
            <a:off x="7282010" y="1863790"/>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601980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601980"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67D2293F-8710-4FA5-8E40-A814F8EA7D36}"/>
              </a:ext>
            </a:extLst>
          </p:cNvPr>
          <p:cNvSpPr/>
          <p:nvPr/>
        </p:nvSpPr>
        <p:spPr>
          <a:xfrm flipV="1">
            <a:off x="9336360" y="1863790"/>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3" y="78105"/>
                  <a:pt x="481965" y="67627"/>
                  <a:pt x="481965" y="54293"/>
                </a:cubicBezTo>
                <a:cubicBezTo>
                  <a:pt x="481965" y="40958"/>
                  <a:pt x="492443"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3" y="294323"/>
                  <a:pt x="1009650" y="360045"/>
                  <a:pt x="1009650" y="426720"/>
                </a:cubicBezTo>
                <a:lnTo>
                  <a:pt x="1009650" y="790575"/>
                </a:lnTo>
                <a:cubicBezTo>
                  <a:pt x="1009650" y="857250"/>
                  <a:pt x="972503" y="922973"/>
                  <a:pt x="914400" y="956310"/>
                </a:cubicBezTo>
                <a:lnTo>
                  <a:pt x="599123" y="1138238"/>
                </a:lnTo>
                <a:cubicBezTo>
                  <a:pt x="543878" y="1171575"/>
                  <a:pt x="468630" y="1171575"/>
                  <a:pt x="410528" y="1138238"/>
                </a:cubicBezTo>
                <a:close/>
              </a:path>
            </a:pathLst>
          </a:custGeom>
          <a:solidFill>
            <a:schemeClr val="accent1"/>
          </a:solidFill>
          <a:ln w="9525"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3F027092-146A-47DB-8FC2-C1C860904F7A}"/>
              </a:ext>
            </a:extLst>
          </p:cNvPr>
          <p:cNvSpPr/>
          <p:nvPr/>
        </p:nvSpPr>
        <p:spPr>
          <a:xfrm flipV="1">
            <a:off x="3173312" y="1863790"/>
            <a:ext cx="1787857" cy="2059830"/>
          </a:xfrm>
          <a:custGeom>
            <a:avLst/>
            <a:gdLst>
              <a:gd name="connsiteX0" fmla="*/ 505778 w 1009650"/>
              <a:gd name="connsiteY0" fmla="*/ 30480 h 1163240"/>
              <a:gd name="connsiteX1" fmla="*/ 529590 w 1009650"/>
              <a:gd name="connsiteY1" fmla="*/ 54293 h 1163240"/>
              <a:gd name="connsiteX2" fmla="*/ 505778 w 1009650"/>
              <a:gd name="connsiteY2" fmla="*/ 78105 h 1163240"/>
              <a:gd name="connsiteX3" fmla="*/ 481965 w 1009650"/>
              <a:gd name="connsiteY3" fmla="*/ 54293 h 1163240"/>
              <a:gd name="connsiteX4" fmla="*/ 505778 w 1009650"/>
              <a:gd name="connsiteY4" fmla="*/ 30480 h 1163240"/>
              <a:gd name="connsiteX5" fmla="*/ 410528 w 1009650"/>
              <a:gd name="connsiteY5" fmla="*/ 1138238 h 1163240"/>
              <a:gd name="connsiteX6" fmla="*/ 95250 w 1009650"/>
              <a:gd name="connsiteY6" fmla="*/ 956310 h 1163240"/>
              <a:gd name="connsiteX7" fmla="*/ 0 w 1009650"/>
              <a:gd name="connsiteY7" fmla="*/ 790575 h 1163240"/>
              <a:gd name="connsiteX8" fmla="*/ 0 w 1009650"/>
              <a:gd name="connsiteY8" fmla="*/ 426720 h 1163240"/>
              <a:gd name="connsiteX9" fmla="*/ 95250 w 1009650"/>
              <a:gd name="connsiteY9" fmla="*/ 260985 h 1163240"/>
              <a:gd name="connsiteX10" fmla="*/ 410528 w 1009650"/>
              <a:gd name="connsiteY10" fmla="*/ 79058 h 1163240"/>
              <a:gd name="connsiteX11" fmla="*/ 452438 w 1009650"/>
              <a:gd name="connsiteY11" fmla="*/ 60960 h 1163240"/>
              <a:gd name="connsiteX12" fmla="*/ 451485 w 1009650"/>
              <a:gd name="connsiteY12" fmla="*/ 53340 h 1163240"/>
              <a:gd name="connsiteX13" fmla="*/ 504825 w 1009650"/>
              <a:gd name="connsiteY13" fmla="*/ 0 h 1163240"/>
              <a:gd name="connsiteX14" fmla="*/ 558165 w 1009650"/>
              <a:gd name="connsiteY14" fmla="*/ 53340 h 1163240"/>
              <a:gd name="connsiteX15" fmla="*/ 557213 w 1009650"/>
              <a:gd name="connsiteY15" fmla="*/ 60960 h 1163240"/>
              <a:gd name="connsiteX16" fmla="*/ 599123 w 1009650"/>
              <a:gd name="connsiteY16" fmla="*/ 79058 h 1163240"/>
              <a:gd name="connsiteX17" fmla="*/ 914400 w 1009650"/>
              <a:gd name="connsiteY17" fmla="*/ 260985 h 1163240"/>
              <a:gd name="connsiteX18" fmla="*/ 1009650 w 1009650"/>
              <a:gd name="connsiteY18" fmla="*/ 426720 h 1163240"/>
              <a:gd name="connsiteX19" fmla="*/ 1009650 w 1009650"/>
              <a:gd name="connsiteY19" fmla="*/ 790575 h 1163240"/>
              <a:gd name="connsiteX20" fmla="*/ 914400 w 1009650"/>
              <a:gd name="connsiteY20" fmla="*/ 956310 h 1163240"/>
              <a:gd name="connsiteX21" fmla="*/ 599123 w 1009650"/>
              <a:gd name="connsiteY21" fmla="*/ 1138238 h 1163240"/>
              <a:gd name="connsiteX22" fmla="*/ 410528 w 1009650"/>
              <a:gd name="connsiteY22" fmla="*/ 1138238 h 11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09650" h="1163240">
                <a:moveTo>
                  <a:pt x="505778" y="30480"/>
                </a:moveTo>
                <a:cubicBezTo>
                  <a:pt x="519113" y="30480"/>
                  <a:pt x="529590" y="40958"/>
                  <a:pt x="529590" y="54293"/>
                </a:cubicBezTo>
                <a:cubicBezTo>
                  <a:pt x="529590" y="67627"/>
                  <a:pt x="519113" y="78105"/>
                  <a:pt x="505778" y="78105"/>
                </a:cubicBezTo>
                <a:cubicBezTo>
                  <a:pt x="492442" y="78105"/>
                  <a:pt x="481965" y="67627"/>
                  <a:pt x="481965" y="54293"/>
                </a:cubicBezTo>
                <a:cubicBezTo>
                  <a:pt x="481965" y="40958"/>
                  <a:pt x="492442" y="30480"/>
                  <a:pt x="505778" y="30480"/>
                </a:cubicBezTo>
                <a:moveTo>
                  <a:pt x="410528" y="1138238"/>
                </a:moveTo>
                <a:lnTo>
                  <a:pt x="95250" y="956310"/>
                </a:lnTo>
                <a:cubicBezTo>
                  <a:pt x="37148" y="922973"/>
                  <a:pt x="0" y="857250"/>
                  <a:pt x="0" y="790575"/>
                </a:cubicBezTo>
                <a:lnTo>
                  <a:pt x="0" y="426720"/>
                </a:lnTo>
                <a:cubicBezTo>
                  <a:pt x="0" y="360045"/>
                  <a:pt x="37148" y="294323"/>
                  <a:pt x="95250" y="260985"/>
                </a:cubicBezTo>
                <a:lnTo>
                  <a:pt x="410528" y="79058"/>
                </a:lnTo>
                <a:cubicBezTo>
                  <a:pt x="423863" y="71438"/>
                  <a:pt x="438150" y="65723"/>
                  <a:pt x="452438" y="60960"/>
                </a:cubicBezTo>
                <a:cubicBezTo>
                  <a:pt x="452438" y="58102"/>
                  <a:pt x="451485" y="56198"/>
                  <a:pt x="451485" y="53340"/>
                </a:cubicBezTo>
                <a:cubicBezTo>
                  <a:pt x="451485" y="23813"/>
                  <a:pt x="475298" y="0"/>
                  <a:pt x="504825" y="0"/>
                </a:cubicBezTo>
                <a:cubicBezTo>
                  <a:pt x="534353" y="0"/>
                  <a:pt x="558165" y="23813"/>
                  <a:pt x="558165" y="53340"/>
                </a:cubicBezTo>
                <a:cubicBezTo>
                  <a:pt x="558165" y="56198"/>
                  <a:pt x="558165" y="58102"/>
                  <a:pt x="557213" y="60960"/>
                </a:cubicBezTo>
                <a:cubicBezTo>
                  <a:pt x="571500" y="64770"/>
                  <a:pt x="585788" y="71438"/>
                  <a:pt x="599123" y="79058"/>
                </a:cubicBezTo>
                <a:lnTo>
                  <a:pt x="914400" y="260985"/>
                </a:lnTo>
                <a:cubicBezTo>
                  <a:pt x="972502" y="294323"/>
                  <a:pt x="1009650" y="360045"/>
                  <a:pt x="1009650" y="426720"/>
                </a:cubicBezTo>
                <a:lnTo>
                  <a:pt x="1009650" y="790575"/>
                </a:lnTo>
                <a:cubicBezTo>
                  <a:pt x="1009650" y="857250"/>
                  <a:pt x="972502" y="922973"/>
                  <a:pt x="914400" y="956310"/>
                </a:cubicBezTo>
                <a:lnTo>
                  <a:pt x="599123" y="1138238"/>
                </a:lnTo>
                <a:cubicBezTo>
                  <a:pt x="543878" y="1171575"/>
                  <a:pt x="468630" y="1171575"/>
                  <a:pt x="410528" y="1138238"/>
                </a:cubicBezTo>
                <a:close/>
              </a:path>
            </a:pathLst>
          </a:custGeom>
          <a:solidFill>
            <a:schemeClr val="tx1"/>
          </a:solidFill>
          <a:ln w="9525" cap="flat">
            <a:noFill/>
            <a:prstDash val="solid"/>
            <a:miter/>
          </a:ln>
        </p:spPr>
        <p:txBody>
          <a:bodyPr rtlCol="0" anchor="ctr"/>
          <a:lstStyle/>
          <a:p>
            <a:endParaRPr lang="en-IN"/>
          </a:p>
        </p:txBody>
      </p:sp>
      <p:sp>
        <p:nvSpPr>
          <p:cNvPr id="29" name="Freeform: Shape 28">
            <a:extLst>
              <a:ext uri="{FF2B5EF4-FFF2-40B4-BE49-F238E27FC236}">
                <a16:creationId xmlns:a16="http://schemas.microsoft.com/office/drawing/2014/main" id="{7E01750A-CD6F-4B88-8ABF-78D4E0E94A87}"/>
              </a:ext>
            </a:extLst>
          </p:cNvPr>
          <p:cNvSpPr/>
          <p:nvPr/>
        </p:nvSpPr>
        <p:spPr>
          <a:xfrm flipV="1">
            <a:off x="1203297" y="1947699"/>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F1D09CFB-53BC-4034-8286-21602A9B5C9A}"/>
              </a:ext>
            </a:extLst>
          </p:cNvPr>
          <p:cNvSpPr/>
          <p:nvPr/>
        </p:nvSpPr>
        <p:spPr>
          <a:xfrm flipV="1">
            <a:off x="5311995" y="1947699"/>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74C0F351-76A8-467E-B01E-ACB27E57C2A9}"/>
              </a:ext>
            </a:extLst>
          </p:cNvPr>
          <p:cNvSpPr/>
          <p:nvPr/>
        </p:nvSpPr>
        <p:spPr>
          <a:xfrm flipV="1">
            <a:off x="7366343" y="1947699"/>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CB4443A3-72D1-444C-A876-486D5270E985}"/>
              </a:ext>
            </a:extLst>
          </p:cNvPr>
          <p:cNvSpPr/>
          <p:nvPr/>
        </p:nvSpPr>
        <p:spPr>
          <a:xfrm flipV="1">
            <a:off x="9420692" y="1947699"/>
            <a:ext cx="1622565" cy="1792917"/>
          </a:xfrm>
          <a:custGeom>
            <a:avLst/>
            <a:gdLst>
              <a:gd name="connsiteX0" fmla="*/ 386715 w 916305"/>
              <a:gd name="connsiteY0" fmla="*/ 993934 h 1012507"/>
              <a:gd name="connsiteX1" fmla="*/ 71438 w 916305"/>
              <a:gd name="connsiteY1" fmla="*/ 812006 h 1012507"/>
              <a:gd name="connsiteX2" fmla="*/ 0 w 916305"/>
              <a:gd name="connsiteY2" fmla="*/ 688181 h 1012507"/>
              <a:gd name="connsiteX3" fmla="*/ 0 w 916305"/>
              <a:gd name="connsiteY3" fmla="*/ 324326 h 1012507"/>
              <a:gd name="connsiteX4" fmla="*/ 71438 w 916305"/>
              <a:gd name="connsiteY4" fmla="*/ 200501 h 1012507"/>
              <a:gd name="connsiteX5" fmla="*/ 386715 w 916305"/>
              <a:gd name="connsiteY5" fmla="*/ 18574 h 1012507"/>
              <a:gd name="connsiteX6" fmla="*/ 529590 w 916305"/>
              <a:gd name="connsiteY6" fmla="*/ 18574 h 1012507"/>
              <a:gd name="connsiteX7" fmla="*/ 844868 w 916305"/>
              <a:gd name="connsiteY7" fmla="*/ 200501 h 1012507"/>
              <a:gd name="connsiteX8" fmla="*/ 916305 w 916305"/>
              <a:gd name="connsiteY8" fmla="*/ 324326 h 1012507"/>
              <a:gd name="connsiteX9" fmla="*/ 916305 w 916305"/>
              <a:gd name="connsiteY9" fmla="*/ 688181 h 1012507"/>
              <a:gd name="connsiteX10" fmla="*/ 844868 w 916305"/>
              <a:gd name="connsiteY10" fmla="*/ 812006 h 1012507"/>
              <a:gd name="connsiteX11" fmla="*/ 529590 w 916305"/>
              <a:gd name="connsiteY11" fmla="*/ 993934 h 1012507"/>
              <a:gd name="connsiteX12" fmla="*/ 386715 w 916305"/>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5"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30530" y="1018699"/>
                  <a:pt x="386715" y="993934"/>
                </a:cubicBezTo>
              </a:path>
            </a:pathLst>
          </a:custGeom>
          <a:solidFill>
            <a:srgbClr val="FFFFFF"/>
          </a:solidFill>
          <a:ln w="952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66D928CC-360F-4F3D-B2C7-77E6D173758A}"/>
              </a:ext>
            </a:extLst>
          </p:cNvPr>
          <p:cNvSpPr/>
          <p:nvPr/>
        </p:nvSpPr>
        <p:spPr>
          <a:xfrm flipV="1">
            <a:off x="3257644" y="1947699"/>
            <a:ext cx="1622563" cy="1792917"/>
          </a:xfrm>
          <a:custGeom>
            <a:avLst/>
            <a:gdLst>
              <a:gd name="connsiteX0" fmla="*/ 386715 w 916304"/>
              <a:gd name="connsiteY0" fmla="*/ 993934 h 1012507"/>
              <a:gd name="connsiteX1" fmla="*/ 71438 w 916304"/>
              <a:gd name="connsiteY1" fmla="*/ 812006 h 1012507"/>
              <a:gd name="connsiteX2" fmla="*/ 0 w 916304"/>
              <a:gd name="connsiteY2" fmla="*/ 688181 h 1012507"/>
              <a:gd name="connsiteX3" fmla="*/ 0 w 916304"/>
              <a:gd name="connsiteY3" fmla="*/ 324326 h 1012507"/>
              <a:gd name="connsiteX4" fmla="*/ 71438 w 916304"/>
              <a:gd name="connsiteY4" fmla="*/ 200501 h 1012507"/>
              <a:gd name="connsiteX5" fmla="*/ 386715 w 916304"/>
              <a:gd name="connsiteY5" fmla="*/ 18574 h 1012507"/>
              <a:gd name="connsiteX6" fmla="*/ 529590 w 916304"/>
              <a:gd name="connsiteY6" fmla="*/ 18574 h 1012507"/>
              <a:gd name="connsiteX7" fmla="*/ 844868 w 916304"/>
              <a:gd name="connsiteY7" fmla="*/ 200501 h 1012507"/>
              <a:gd name="connsiteX8" fmla="*/ 916305 w 916304"/>
              <a:gd name="connsiteY8" fmla="*/ 324326 h 1012507"/>
              <a:gd name="connsiteX9" fmla="*/ 916305 w 916304"/>
              <a:gd name="connsiteY9" fmla="*/ 688181 h 1012507"/>
              <a:gd name="connsiteX10" fmla="*/ 844868 w 916304"/>
              <a:gd name="connsiteY10" fmla="*/ 812006 h 1012507"/>
              <a:gd name="connsiteX11" fmla="*/ 529590 w 916304"/>
              <a:gd name="connsiteY11" fmla="*/ 993934 h 1012507"/>
              <a:gd name="connsiteX12" fmla="*/ 386715 w 916304"/>
              <a:gd name="connsiteY12" fmla="*/ 993934 h 101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6304" h="1012507">
                <a:moveTo>
                  <a:pt x="386715" y="993934"/>
                </a:moveTo>
                <a:lnTo>
                  <a:pt x="71438" y="812006"/>
                </a:lnTo>
                <a:cubicBezTo>
                  <a:pt x="28575" y="787241"/>
                  <a:pt x="0" y="737711"/>
                  <a:pt x="0" y="688181"/>
                </a:cubicBezTo>
                <a:lnTo>
                  <a:pt x="0" y="324326"/>
                </a:lnTo>
                <a:cubicBezTo>
                  <a:pt x="0" y="274796"/>
                  <a:pt x="28575" y="225266"/>
                  <a:pt x="71438" y="200501"/>
                </a:cubicBezTo>
                <a:lnTo>
                  <a:pt x="386715" y="18574"/>
                </a:lnTo>
                <a:cubicBezTo>
                  <a:pt x="429578" y="-6191"/>
                  <a:pt x="486728" y="-6191"/>
                  <a:pt x="529590" y="18574"/>
                </a:cubicBezTo>
                <a:lnTo>
                  <a:pt x="844868" y="200501"/>
                </a:lnTo>
                <a:cubicBezTo>
                  <a:pt x="887730" y="225266"/>
                  <a:pt x="916305" y="274796"/>
                  <a:pt x="916305" y="324326"/>
                </a:cubicBezTo>
                <a:lnTo>
                  <a:pt x="916305" y="688181"/>
                </a:lnTo>
                <a:cubicBezTo>
                  <a:pt x="916305" y="737711"/>
                  <a:pt x="887730" y="787241"/>
                  <a:pt x="844868" y="812006"/>
                </a:cubicBezTo>
                <a:lnTo>
                  <a:pt x="529590" y="993934"/>
                </a:lnTo>
                <a:cubicBezTo>
                  <a:pt x="486728" y="1018699"/>
                  <a:pt x="429578" y="1018699"/>
                  <a:pt x="386715" y="993934"/>
                </a:cubicBezTo>
              </a:path>
            </a:pathLst>
          </a:custGeom>
          <a:solidFill>
            <a:srgbClr val="FFFFFF"/>
          </a:solidFill>
          <a:ln w="9525" cap="flat">
            <a:noFill/>
            <a:prstDash val="solid"/>
            <a:miter/>
          </a:ln>
        </p:spPr>
        <p:txBody>
          <a:bodyPr rtlCol="0" anchor="ctr"/>
          <a:lstStyle/>
          <a:p>
            <a:endParaRPr lang="en-IN"/>
          </a:p>
        </p:txBody>
      </p:sp>
      <p:sp>
        <p:nvSpPr>
          <p:cNvPr id="56" name="Picture Placeholder 23">
            <a:extLst>
              <a:ext uri="{FF2B5EF4-FFF2-40B4-BE49-F238E27FC236}">
                <a16:creationId xmlns:a16="http://schemas.microsoft.com/office/drawing/2014/main" id="{06DE7A0A-ADEC-46E5-B1A7-4C3A4CF01DB5}"/>
              </a:ext>
            </a:extLst>
          </p:cNvPr>
          <p:cNvSpPr>
            <a:spLocks noGrp="1"/>
          </p:cNvSpPr>
          <p:nvPr>
            <p:ph type="pic" sz="quarter" idx="34"/>
          </p:nvPr>
        </p:nvSpPr>
        <p:spPr>
          <a:xfrm>
            <a:off x="1679778" y="1536770"/>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59" name="Picture Placeholder 23">
            <a:extLst>
              <a:ext uri="{FF2B5EF4-FFF2-40B4-BE49-F238E27FC236}">
                <a16:creationId xmlns:a16="http://schemas.microsoft.com/office/drawing/2014/main" id="{EF967131-3EE6-46FC-9566-DE60D004458F}"/>
              </a:ext>
            </a:extLst>
          </p:cNvPr>
          <p:cNvSpPr>
            <a:spLocks noGrp="1"/>
          </p:cNvSpPr>
          <p:nvPr>
            <p:ph type="pic" sz="quarter" idx="37"/>
          </p:nvPr>
        </p:nvSpPr>
        <p:spPr>
          <a:xfrm>
            <a:off x="3734124" y="1536770"/>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0" name="Picture Placeholder 23">
            <a:extLst>
              <a:ext uri="{FF2B5EF4-FFF2-40B4-BE49-F238E27FC236}">
                <a16:creationId xmlns:a16="http://schemas.microsoft.com/office/drawing/2014/main" id="{FC93EDDE-AC46-41AC-9A60-CC4E83A7321A}"/>
              </a:ext>
            </a:extLst>
          </p:cNvPr>
          <p:cNvSpPr>
            <a:spLocks noGrp="1"/>
          </p:cNvSpPr>
          <p:nvPr>
            <p:ph type="pic" sz="quarter" idx="38"/>
          </p:nvPr>
        </p:nvSpPr>
        <p:spPr>
          <a:xfrm>
            <a:off x="5788476" y="1536770"/>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2" name="Picture Placeholder 23">
            <a:extLst>
              <a:ext uri="{FF2B5EF4-FFF2-40B4-BE49-F238E27FC236}">
                <a16:creationId xmlns:a16="http://schemas.microsoft.com/office/drawing/2014/main" id="{B25C17DD-E8F6-4707-B6DB-7BDF26B5D920}"/>
              </a:ext>
            </a:extLst>
          </p:cNvPr>
          <p:cNvSpPr>
            <a:spLocks noGrp="1"/>
          </p:cNvSpPr>
          <p:nvPr>
            <p:ph type="pic" sz="quarter" idx="40"/>
          </p:nvPr>
        </p:nvSpPr>
        <p:spPr>
          <a:xfrm>
            <a:off x="7842824" y="1536770"/>
            <a:ext cx="669603" cy="669514"/>
          </a:xfrm>
          <a:prstGeom prst="ellipse">
            <a:avLst/>
          </a:prstGeom>
          <a:solidFill>
            <a:schemeClr val="accent2"/>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64" name="Picture Placeholder 23">
            <a:extLst>
              <a:ext uri="{FF2B5EF4-FFF2-40B4-BE49-F238E27FC236}">
                <a16:creationId xmlns:a16="http://schemas.microsoft.com/office/drawing/2014/main" id="{4D9F74DE-D3D0-4284-8F44-8D5480FCE58C}"/>
              </a:ext>
            </a:extLst>
          </p:cNvPr>
          <p:cNvSpPr>
            <a:spLocks noGrp="1"/>
          </p:cNvSpPr>
          <p:nvPr>
            <p:ph type="pic" sz="quarter" idx="42"/>
          </p:nvPr>
        </p:nvSpPr>
        <p:spPr>
          <a:xfrm>
            <a:off x="9897173" y="1536770"/>
            <a:ext cx="669603" cy="669514"/>
          </a:xfrm>
          <a:prstGeom prst="ellipse">
            <a:avLst/>
          </a:prstGeom>
          <a:solidFill>
            <a:schemeClr val="accent1"/>
          </a:solidFill>
        </p:spPr>
        <p:txBody>
          <a:bodyPr vert="horz" lIns="36000" tIns="36000" rIns="36000" bIns="36000" anchor="ctr">
            <a:noAutofit/>
          </a:bodyPr>
          <a:lstStyle>
            <a:lvl1pPr marL="0" indent="0" algn="ctr">
              <a:buNone/>
              <a:defRPr sz="800">
                <a:solidFill>
                  <a:schemeClr val="bg1"/>
                </a:solidFill>
              </a:defRPr>
            </a:lvl1pPr>
          </a:lstStyle>
          <a:p>
            <a:r>
              <a:rPr lang="en-US"/>
              <a:t>Click icon to add picture</a:t>
            </a:r>
            <a:endParaRPr lang="en-IN" dirty="0"/>
          </a:p>
        </p:txBody>
      </p:sp>
      <p:sp>
        <p:nvSpPr>
          <p:cNvPr id="72" name="Text Placeholder 30">
            <a:extLst>
              <a:ext uri="{FF2B5EF4-FFF2-40B4-BE49-F238E27FC236}">
                <a16:creationId xmlns:a16="http://schemas.microsoft.com/office/drawing/2014/main" id="{6C851701-B241-42DA-B929-4301BF324689}"/>
              </a:ext>
            </a:extLst>
          </p:cNvPr>
          <p:cNvSpPr>
            <a:spLocks noGrp="1"/>
          </p:cNvSpPr>
          <p:nvPr>
            <p:ph type="body" sz="quarter" idx="47"/>
          </p:nvPr>
        </p:nvSpPr>
        <p:spPr>
          <a:xfrm>
            <a:off x="1306024" y="2368381"/>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3" name="Text Placeholder 30">
            <a:extLst>
              <a:ext uri="{FF2B5EF4-FFF2-40B4-BE49-F238E27FC236}">
                <a16:creationId xmlns:a16="http://schemas.microsoft.com/office/drawing/2014/main" id="{500BC58B-6986-45E1-8C50-50488E23E659}"/>
              </a:ext>
            </a:extLst>
          </p:cNvPr>
          <p:cNvSpPr>
            <a:spLocks noGrp="1"/>
          </p:cNvSpPr>
          <p:nvPr>
            <p:ph type="body" sz="quarter" idx="48"/>
          </p:nvPr>
        </p:nvSpPr>
        <p:spPr>
          <a:xfrm>
            <a:off x="3360370" y="2368381"/>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4" name="Text Placeholder 30">
            <a:extLst>
              <a:ext uri="{FF2B5EF4-FFF2-40B4-BE49-F238E27FC236}">
                <a16:creationId xmlns:a16="http://schemas.microsoft.com/office/drawing/2014/main" id="{2C4AEF62-D845-477A-AFCF-9AB668BE7324}"/>
              </a:ext>
            </a:extLst>
          </p:cNvPr>
          <p:cNvSpPr>
            <a:spLocks noGrp="1"/>
          </p:cNvSpPr>
          <p:nvPr>
            <p:ph type="body" sz="quarter" idx="49"/>
          </p:nvPr>
        </p:nvSpPr>
        <p:spPr>
          <a:xfrm>
            <a:off x="5414722" y="2368381"/>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5" name="Text Placeholder 30">
            <a:extLst>
              <a:ext uri="{FF2B5EF4-FFF2-40B4-BE49-F238E27FC236}">
                <a16:creationId xmlns:a16="http://schemas.microsoft.com/office/drawing/2014/main" id="{E39DA1B9-F00D-4EB4-A3EB-C81B1A25D714}"/>
              </a:ext>
            </a:extLst>
          </p:cNvPr>
          <p:cNvSpPr>
            <a:spLocks noGrp="1"/>
          </p:cNvSpPr>
          <p:nvPr>
            <p:ph type="body" sz="quarter" idx="50"/>
          </p:nvPr>
        </p:nvSpPr>
        <p:spPr>
          <a:xfrm>
            <a:off x="7469070" y="2368381"/>
            <a:ext cx="1417110" cy="951552"/>
          </a:xfrm>
          <a:prstGeom prst="roundRect">
            <a:avLst/>
          </a:prstGeom>
          <a:solidFill>
            <a:schemeClr val="tx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76" name="Text Placeholder 30">
            <a:extLst>
              <a:ext uri="{FF2B5EF4-FFF2-40B4-BE49-F238E27FC236}">
                <a16:creationId xmlns:a16="http://schemas.microsoft.com/office/drawing/2014/main" id="{15228BF2-8277-4649-A845-C7696D7E85FB}"/>
              </a:ext>
            </a:extLst>
          </p:cNvPr>
          <p:cNvSpPr>
            <a:spLocks noGrp="1"/>
          </p:cNvSpPr>
          <p:nvPr>
            <p:ph type="body" sz="quarter" idx="51"/>
          </p:nvPr>
        </p:nvSpPr>
        <p:spPr>
          <a:xfrm>
            <a:off x="9523419" y="2368381"/>
            <a:ext cx="1417110" cy="951552"/>
          </a:xfrm>
          <a:prstGeom prst="roundRect">
            <a:avLst/>
          </a:prstGeom>
          <a:solidFill>
            <a:schemeClr val="accent1"/>
          </a:solidFill>
        </p:spPr>
        <p:txBody>
          <a:bodyPr lIns="36000" tIns="36000" rIns="36000" bIns="36000" anchor="ctr">
            <a:noAutofit/>
          </a:bodyPr>
          <a:lstStyle>
            <a:lvl1pPr marL="0" indent="0" algn="ctr">
              <a:buNone/>
              <a:defRPr sz="1100" b="1">
                <a:solidFill>
                  <a:schemeClr val="bg1"/>
                </a:solidFill>
              </a:defRPr>
            </a:lvl1pPr>
            <a:lvl2pPr marL="252000" indent="0">
              <a:buNone/>
              <a:defRPr sz="1200">
                <a:solidFill>
                  <a:schemeClr val="bg1"/>
                </a:solidFill>
              </a:defRPr>
            </a:lvl2pPr>
            <a:lvl3pPr marL="504000" indent="0">
              <a:buNone/>
              <a:defRPr sz="1100">
                <a:solidFill>
                  <a:schemeClr val="bg1"/>
                </a:solidFill>
              </a:defRPr>
            </a:lvl3pPr>
            <a:lvl4pPr marL="756000" indent="0">
              <a:buNone/>
              <a:defRPr sz="1050">
                <a:solidFill>
                  <a:schemeClr val="bg1"/>
                </a:solidFill>
              </a:defRPr>
            </a:lvl4pPr>
            <a:lvl5pPr marL="1008000" indent="0">
              <a:buNone/>
              <a:defRPr sz="1050">
                <a:solidFill>
                  <a:schemeClr val="bg1"/>
                </a:solidFill>
              </a:defRPr>
            </a:lvl5pPr>
          </a:lstStyle>
          <a:p>
            <a:pPr lvl="0"/>
            <a:r>
              <a:rPr lang="en-US"/>
              <a:t>Click to edit Master text styles</a:t>
            </a:r>
          </a:p>
        </p:txBody>
      </p:sp>
      <p:sp>
        <p:nvSpPr>
          <p:cNvPr id="2" name="Text Placeholder 51">
            <a:extLst>
              <a:ext uri="{FF2B5EF4-FFF2-40B4-BE49-F238E27FC236}">
                <a16:creationId xmlns:a16="http://schemas.microsoft.com/office/drawing/2014/main" id="{D29A4B2D-BA10-7E95-D24E-00B23D0E9FC4}"/>
              </a:ext>
            </a:extLst>
          </p:cNvPr>
          <p:cNvSpPr>
            <a:spLocks noGrp="1"/>
          </p:cNvSpPr>
          <p:nvPr>
            <p:ph type="body" sz="quarter" idx="30"/>
          </p:nvPr>
        </p:nvSpPr>
        <p:spPr>
          <a:xfrm>
            <a:off x="1118965" y="4197082"/>
            <a:ext cx="1787856" cy="2059830"/>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 name="Text Placeholder 51">
            <a:extLst>
              <a:ext uri="{FF2B5EF4-FFF2-40B4-BE49-F238E27FC236}">
                <a16:creationId xmlns:a16="http://schemas.microsoft.com/office/drawing/2014/main" id="{F5F90AE8-1271-AD5D-1FC5-9FB79FCFCFC3}"/>
              </a:ext>
            </a:extLst>
          </p:cNvPr>
          <p:cNvSpPr>
            <a:spLocks noGrp="1"/>
          </p:cNvSpPr>
          <p:nvPr>
            <p:ph type="body" sz="quarter" idx="52"/>
          </p:nvPr>
        </p:nvSpPr>
        <p:spPr>
          <a:xfrm>
            <a:off x="3173313" y="4197082"/>
            <a:ext cx="1787856" cy="2059830"/>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Text Placeholder 51">
            <a:extLst>
              <a:ext uri="{FF2B5EF4-FFF2-40B4-BE49-F238E27FC236}">
                <a16:creationId xmlns:a16="http://schemas.microsoft.com/office/drawing/2014/main" id="{F86BFF29-B8B7-60E7-5D12-C525A50BB86E}"/>
              </a:ext>
            </a:extLst>
          </p:cNvPr>
          <p:cNvSpPr>
            <a:spLocks noGrp="1"/>
          </p:cNvSpPr>
          <p:nvPr>
            <p:ph type="body" sz="quarter" idx="53"/>
          </p:nvPr>
        </p:nvSpPr>
        <p:spPr>
          <a:xfrm>
            <a:off x="5227661" y="4197082"/>
            <a:ext cx="1787856" cy="2059830"/>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 name="Text Placeholder 51">
            <a:extLst>
              <a:ext uri="{FF2B5EF4-FFF2-40B4-BE49-F238E27FC236}">
                <a16:creationId xmlns:a16="http://schemas.microsoft.com/office/drawing/2014/main" id="{7F4FDC45-C657-CF28-5901-0E5BF221CB6A}"/>
              </a:ext>
            </a:extLst>
          </p:cNvPr>
          <p:cNvSpPr>
            <a:spLocks noGrp="1"/>
          </p:cNvSpPr>
          <p:nvPr>
            <p:ph type="body" sz="quarter" idx="54"/>
          </p:nvPr>
        </p:nvSpPr>
        <p:spPr>
          <a:xfrm>
            <a:off x="7282009" y="4197082"/>
            <a:ext cx="1787856" cy="2059830"/>
          </a:xfrm>
          <a:prstGeom prst="rect">
            <a:avLst/>
          </a:prstGeom>
          <a:solidFill>
            <a:schemeClr val="bg1">
              <a:lumMod val="95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7" name="Text Placeholder 51">
            <a:extLst>
              <a:ext uri="{FF2B5EF4-FFF2-40B4-BE49-F238E27FC236}">
                <a16:creationId xmlns:a16="http://schemas.microsoft.com/office/drawing/2014/main" id="{114BAA6F-7CEB-86D9-86A6-464293048A06}"/>
              </a:ext>
            </a:extLst>
          </p:cNvPr>
          <p:cNvSpPr>
            <a:spLocks noGrp="1"/>
          </p:cNvSpPr>
          <p:nvPr>
            <p:ph type="body" sz="quarter" idx="55"/>
          </p:nvPr>
        </p:nvSpPr>
        <p:spPr>
          <a:xfrm>
            <a:off x="9336357" y="4197082"/>
            <a:ext cx="1787856" cy="2059830"/>
          </a:xfrm>
          <a:prstGeom prst="rect">
            <a:avLst/>
          </a:prstGeom>
          <a:solidFill>
            <a:schemeClr val="accent1">
              <a:lumMod val="20000"/>
              <a:lumOff val="80000"/>
            </a:schemeClr>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grpSp>
        <p:nvGrpSpPr>
          <p:cNvPr id="8" name="Group 7">
            <a:extLst>
              <a:ext uri="{FF2B5EF4-FFF2-40B4-BE49-F238E27FC236}">
                <a16:creationId xmlns:a16="http://schemas.microsoft.com/office/drawing/2014/main" id="{24A3B772-BF59-07FD-99E8-A09FD54F0BA9}"/>
              </a:ext>
            </a:extLst>
          </p:cNvPr>
          <p:cNvGrpSpPr/>
          <p:nvPr/>
        </p:nvGrpSpPr>
        <p:grpSpPr>
          <a:xfrm>
            <a:off x="0" y="0"/>
            <a:ext cx="12192000" cy="301809"/>
            <a:chOff x="0" y="0"/>
            <a:chExt cx="12192000" cy="301809"/>
          </a:xfrm>
        </p:grpSpPr>
        <p:sp>
          <p:nvSpPr>
            <p:cNvPr id="9" name="Rectangle 8">
              <a:extLst>
                <a:ext uri="{FF2B5EF4-FFF2-40B4-BE49-F238E27FC236}">
                  <a16:creationId xmlns:a16="http://schemas.microsoft.com/office/drawing/2014/main" id="{FDFAF88B-342E-28CD-6BEB-4793794631BA}"/>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ED9C95F7-4A80-B413-6DCA-6DB56D4A4624}"/>
                </a:ext>
              </a:extLst>
            </p:cNvPr>
            <p:cNvGrpSpPr/>
            <p:nvPr userDrawn="1"/>
          </p:nvGrpSpPr>
          <p:grpSpPr>
            <a:xfrm>
              <a:off x="10687010" y="58571"/>
              <a:ext cx="1279331" cy="184666"/>
              <a:chOff x="10759355" y="58571"/>
              <a:chExt cx="1279331" cy="184666"/>
            </a:xfrm>
          </p:grpSpPr>
          <p:pic>
            <p:nvPicPr>
              <p:cNvPr id="18" name="Picture 17">
                <a:extLst>
                  <a:ext uri="{FF2B5EF4-FFF2-40B4-BE49-F238E27FC236}">
                    <a16:creationId xmlns:a16="http://schemas.microsoft.com/office/drawing/2014/main" id="{DDE731D7-49A1-CDF1-11B7-FCDF4F1C587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19" name="TextBox 18">
                <a:extLst>
                  <a:ext uri="{FF2B5EF4-FFF2-40B4-BE49-F238E27FC236}">
                    <a16:creationId xmlns:a16="http://schemas.microsoft.com/office/drawing/2014/main" id="{6102D45A-857E-BB77-3091-1ADA72F66A9D}"/>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086DB074-FA81-70A9-13E1-856B52E7DA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7D820E9-0DE1-5364-A9A8-98D928FCFFAA}"/>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Title 3">
            <a:extLst>
              <a:ext uri="{FF2B5EF4-FFF2-40B4-BE49-F238E27FC236}">
                <a16:creationId xmlns:a16="http://schemas.microsoft.com/office/drawing/2014/main" id="{4DEA8709-44CB-A040-B048-12E9F0585CE0}"/>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41872871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Infog_3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Freeform 28">
            <a:extLst>
              <a:ext uri="{FF2B5EF4-FFF2-40B4-BE49-F238E27FC236}">
                <a16:creationId xmlns:a16="http://schemas.microsoft.com/office/drawing/2014/main" id="{B95ECF6E-8C52-80A9-DFC9-0F33457153AE}"/>
              </a:ext>
            </a:extLst>
          </p:cNvPr>
          <p:cNvSpPr/>
          <p:nvPr/>
        </p:nvSpPr>
        <p:spPr>
          <a:xfrm>
            <a:off x="6738491" y="2647259"/>
            <a:ext cx="1051290" cy="837260"/>
          </a:xfrm>
          <a:custGeom>
            <a:avLst/>
            <a:gdLst>
              <a:gd name="connsiteX0" fmla="*/ 0 w 753533"/>
              <a:gd name="connsiteY0" fmla="*/ 474141 h 598264"/>
              <a:gd name="connsiteX1" fmla="*/ 342900 w 753533"/>
              <a:gd name="connsiteY1" fmla="*/ 575741 h 598264"/>
              <a:gd name="connsiteX2" fmla="*/ 533400 w 753533"/>
              <a:gd name="connsiteY2" fmla="*/ 93141 h 598264"/>
              <a:gd name="connsiteX3" fmla="*/ 753533 w 753533"/>
              <a:gd name="connsiteY3" fmla="*/ 8 h 598264"/>
              <a:gd name="connsiteX0" fmla="*/ 0 w 753533"/>
              <a:gd name="connsiteY0" fmla="*/ 474137 h 594697"/>
              <a:gd name="connsiteX1" fmla="*/ 397934 w 753533"/>
              <a:gd name="connsiteY1" fmla="*/ 571503 h 594697"/>
              <a:gd name="connsiteX2" fmla="*/ 533400 w 753533"/>
              <a:gd name="connsiteY2" fmla="*/ 93137 h 594697"/>
              <a:gd name="connsiteX3" fmla="*/ 753533 w 753533"/>
              <a:gd name="connsiteY3" fmla="*/ 4 h 594697"/>
              <a:gd name="connsiteX0" fmla="*/ 0 w 753533"/>
              <a:gd name="connsiteY0" fmla="*/ 474137 h 596499"/>
              <a:gd name="connsiteX1" fmla="*/ 397934 w 753533"/>
              <a:gd name="connsiteY1" fmla="*/ 571503 h 596499"/>
              <a:gd name="connsiteX2" fmla="*/ 533400 w 753533"/>
              <a:gd name="connsiteY2" fmla="*/ 93137 h 596499"/>
              <a:gd name="connsiteX3" fmla="*/ 753533 w 753533"/>
              <a:gd name="connsiteY3" fmla="*/ 4 h 596499"/>
              <a:gd name="connsiteX0" fmla="*/ 0 w 753533"/>
              <a:gd name="connsiteY0" fmla="*/ 474137 h 582387"/>
              <a:gd name="connsiteX1" fmla="*/ 397934 w 753533"/>
              <a:gd name="connsiteY1" fmla="*/ 571503 h 582387"/>
              <a:gd name="connsiteX2" fmla="*/ 533400 w 753533"/>
              <a:gd name="connsiteY2" fmla="*/ 93137 h 582387"/>
              <a:gd name="connsiteX3" fmla="*/ 753533 w 753533"/>
              <a:gd name="connsiteY3" fmla="*/ 4 h 582387"/>
              <a:gd name="connsiteX0" fmla="*/ 0 w 753533"/>
              <a:gd name="connsiteY0" fmla="*/ 474137 h 600123"/>
              <a:gd name="connsiteX1" fmla="*/ 397934 w 753533"/>
              <a:gd name="connsiteY1" fmla="*/ 571503 h 600123"/>
              <a:gd name="connsiteX2" fmla="*/ 533400 w 753533"/>
              <a:gd name="connsiteY2" fmla="*/ 93137 h 600123"/>
              <a:gd name="connsiteX3" fmla="*/ 753533 w 753533"/>
              <a:gd name="connsiteY3" fmla="*/ 4 h 600123"/>
            </a:gdLst>
            <a:ahLst/>
            <a:cxnLst>
              <a:cxn ang="0">
                <a:pos x="connsiteX0" y="connsiteY0"/>
              </a:cxn>
              <a:cxn ang="0">
                <a:pos x="connsiteX1" y="connsiteY1"/>
              </a:cxn>
              <a:cxn ang="0">
                <a:pos x="connsiteX2" y="connsiteY2"/>
              </a:cxn>
              <a:cxn ang="0">
                <a:pos x="connsiteX3" y="connsiteY3"/>
              </a:cxn>
            </a:cxnLst>
            <a:rect l="l" t="t" r="r" b="b"/>
            <a:pathLst>
              <a:path w="753533" h="600123">
                <a:moveTo>
                  <a:pt x="0" y="474137"/>
                </a:moveTo>
                <a:cubicBezTo>
                  <a:pt x="127000" y="556687"/>
                  <a:pt x="228601" y="647704"/>
                  <a:pt x="397934" y="571503"/>
                </a:cubicBezTo>
                <a:cubicBezTo>
                  <a:pt x="567267" y="495302"/>
                  <a:pt x="474134" y="188387"/>
                  <a:pt x="533400" y="93137"/>
                </a:cubicBezTo>
                <a:cubicBezTo>
                  <a:pt x="592667" y="-2113"/>
                  <a:pt x="753533" y="4"/>
                  <a:pt x="753533" y="4"/>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Freeform 30">
            <a:extLst>
              <a:ext uri="{FF2B5EF4-FFF2-40B4-BE49-F238E27FC236}">
                <a16:creationId xmlns:a16="http://schemas.microsoft.com/office/drawing/2014/main" id="{6F720016-1D54-AE10-5BEB-3CBCE651428D}"/>
              </a:ext>
            </a:extLst>
          </p:cNvPr>
          <p:cNvSpPr/>
          <p:nvPr/>
        </p:nvSpPr>
        <p:spPr>
          <a:xfrm flipH="1">
            <a:off x="4405571" y="2647259"/>
            <a:ext cx="1051290" cy="837260"/>
          </a:xfrm>
          <a:custGeom>
            <a:avLst/>
            <a:gdLst>
              <a:gd name="connsiteX0" fmla="*/ 0 w 753533"/>
              <a:gd name="connsiteY0" fmla="*/ 474141 h 598264"/>
              <a:gd name="connsiteX1" fmla="*/ 342900 w 753533"/>
              <a:gd name="connsiteY1" fmla="*/ 575741 h 598264"/>
              <a:gd name="connsiteX2" fmla="*/ 533400 w 753533"/>
              <a:gd name="connsiteY2" fmla="*/ 93141 h 598264"/>
              <a:gd name="connsiteX3" fmla="*/ 753533 w 753533"/>
              <a:gd name="connsiteY3" fmla="*/ 8 h 598264"/>
              <a:gd name="connsiteX0" fmla="*/ 0 w 753533"/>
              <a:gd name="connsiteY0" fmla="*/ 474137 h 594697"/>
              <a:gd name="connsiteX1" fmla="*/ 397934 w 753533"/>
              <a:gd name="connsiteY1" fmla="*/ 571503 h 594697"/>
              <a:gd name="connsiteX2" fmla="*/ 533400 w 753533"/>
              <a:gd name="connsiteY2" fmla="*/ 93137 h 594697"/>
              <a:gd name="connsiteX3" fmla="*/ 753533 w 753533"/>
              <a:gd name="connsiteY3" fmla="*/ 4 h 594697"/>
              <a:gd name="connsiteX0" fmla="*/ 0 w 753533"/>
              <a:gd name="connsiteY0" fmla="*/ 474137 h 596499"/>
              <a:gd name="connsiteX1" fmla="*/ 397934 w 753533"/>
              <a:gd name="connsiteY1" fmla="*/ 571503 h 596499"/>
              <a:gd name="connsiteX2" fmla="*/ 533400 w 753533"/>
              <a:gd name="connsiteY2" fmla="*/ 93137 h 596499"/>
              <a:gd name="connsiteX3" fmla="*/ 753533 w 753533"/>
              <a:gd name="connsiteY3" fmla="*/ 4 h 596499"/>
              <a:gd name="connsiteX0" fmla="*/ 0 w 753533"/>
              <a:gd name="connsiteY0" fmla="*/ 474137 h 582387"/>
              <a:gd name="connsiteX1" fmla="*/ 397934 w 753533"/>
              <a:gd name="connsiteY1" fmla="*/ 571503 h 582387"/>
              <a:gd name="connsiteX2" fmla="*/ 533400 w 753533"/>
              <a:gd name="connsiteY2" fmla="*/ 93137 h 582387"/>
              <a:gd name="connsiteX3" fmla="*/ 753533 w 753533"/>
              <a:gd name="connsiteY3" fmla="*/ 4 h 582387"/>
              <a:gd name="connsiteX0" fmla="*/ 0 w 753533"/>
              <a:gd name="connsiteY0" fmla="*/ 474137 h 600123"/>
              <a:gd name="connsiteX1" fmla="*/ 397934 w 753533"/>
              <a:gd name="connsiteY1" fmla="*/ 571503 h 600123"/>
              <a:gd name="connsiteX2" fmla="*/ 533400 w 753533"/>
              <a:gd name="connsiteY2" fmla="*/ 93137 h 600123"/>
              <a:gd name="connsiteX3" fmla="*/ 753533 w 753533"/>
              <a:gd name="connsiteY3" fmla="*/ 4 h 600123"/>
            </a:gdLst>
            <a:ahLst/>
            <a:cxnLst>
              <a:cxn ang="0">
                <a:pos x="connsiteX0" y="connsiteY0"/>
              </a:cxn>
              <a:cxn ang="0">
                <a:pos x="connsiteX1" y="connsiteY1"/>
              </a:cxn>
              <a:cxn ang="0">
                <a:pos x="connsiteX2" y="connsiteY2"/>
              </a:cxn>
              <a:cxn ang="0">
                <a:pos x="connsiteX3" y="connsiteY3"/>
              </a:cxn>
            </a:cxnLst>
            <a:rect l="l" t="t" r="r" b="b"/>
            <a:pathLst>
              <a:path w="753533" h="600123">
                <a:moveTo>
                  <a:pt x="0" y="474137"/>
                </a:moveTo>
                <a:cubicBezTo>
                  <a:pt x="127000" y="556687"/>
                  <a:pt x="228601" y="647704"/>
                  <a:pt x="397934" y="571503"/>
                </a:cubicBezTo>
                <a:cubicBezTo>
                  <a:pt x="567267" y="495302"/>
                  <a:pt x="474134" y="188387"/>
                  <a:pt x="533400" y="93137"/>
                </a:cubicBezTo>
                <a:cubicBezTo>
                  <a:pt x="592667" y="-2113"/>
                  <a:pt x="753533" y="4"/>
                  <a:pt x="753533" y="4"/>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Freeform 31">
            <a:extLst>
              <a:ext uri="{FF2B5EF4-FFF2-40B4-BE49-F238E27FC236}">
                <a16:creationId xmlns:a16="http://schemas.microsoft.com/office/drawing/2014/main" id="{234DFFE0-6972-99EB-908E-3910ED2AFB19}"/>
              </a:ext>
            </a:extLst>
          </p:cNvPr>
          <p:cNvSpPr/>
          <p:nvPr/>
        </p:nvSpPr>
        <p:spPr>
          <a:xfrm>
            <a:off x="4907593" y="3509561"/>
            <a:ext cx="838669" cy="360273"/>
          </a:xfrm>
          <a:custGeom>
            <a:avLst/>
            <a:gdLst>
              <a:gd name="connsiteX0" fmla="*/ 601133 w 601133"/>
              <a:gd name="connsiteY0" fmla="*/ 0 h 258233"/>
              <a:gd name="connsiteX1" fmla="*/ 440266 w 601133"/>
              <a:gd name="connsiteY1" fmla="*/ 165100 h 258233"/>
              <a:gd name="connsiteX2" fmla="*/ 122766 w 601133"/>
              <a:gd name="connsiteY2" fmla="*/ 169333 h 258233"/>
              <a:gd name="connsiteX3" fmla="*/ 0 w 601133"/>
              <a:gd name="connsiteY3" fmla="*/ 258233 h 258233"/>
            </a:gdLst>
            <a:ahLst/>
            <a:cxnLst>
              <a:cxn ang="0">
                <a:pos x="connsiteX0" y="connsiteY0"/>
              </a:cxn>
              <a:cxn ang="0">
                <a:pos x="connsiteX1" y="connsiteY1"/>
              </a:cxn>
              <a:cxn ang="0">
                <a:pos x="connsiteX2" y="connsiteY2"/>
              </a:cxn>
              <a:cxn ang="0">
                <a:pos x="connsiteX3" y="connsiteY3"/>
              </a:cxn>
            </a:cxnLst>
            <a:rect l="l" t="t" r="r" b="b"/>
            <a:pathLst>
              <a:path w="601133" h="258233">
                <a:moveTo>
                  <a:pt x="601133" y="0"/>
                </a:moveTo>
                <a:cubicBezTo>
                  <a:pt x="560563" y="68439"/>
                  <a:pt x="519994" y="136878"/>
                  <a:pt x="440266" y="165100"/>
                </a:cubicBezTo>
                <a:cubicBezTo>
                  <a:pt x="360538" y="193322"/>
                  <a:pt x="196144" y="153811"/>
                  <a:pt x="122766" y="169333"/>
                </a:cubicBezTo>
                <a:cubicBezTo>
                  <a:pt x="49388" y="184855"/>
                  <a:pt x="24694" y="221544"/>
                  <a:pt x="0" y="258233"/>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Freeform 33">
            <a:extLst>
              <a:ext uri="{FF2B5EF4-FFF2-40B4-BE49-F238E27FC236}">
                <a16:creationId xmlns:a16="http://schemas.microsoft.com/office/drawing/2014/main" id="{F76C55DE-3A50-47FD-8C8D-D877E435122F}"/>
              </a:ext>
            </a:extLst>
          </p:cNvPr>
          <p:cNvSpPr/>
          <p:nvPr/>
        </p:nvSpPr>
        <p:spPr>
          <a:xfrm flipH="1">
            <a:off x="6454997" y="3509561"/>
            <a:ext cx="838669" cy="360273"/>
          </a:xfrm>
          <a:custGeom>
            <a:avLst/>
            <a:gdLst>
              <a:gd name="connsiteX0" fmla="*/ 601133 w 601133"/>
              <a:gd name="connsiteY0" fmla="*/ 0 h 258233"/>
              <a:gd name="connsiteX1" fmla="*/ 440266 w 601133"/>
              <a:gd name="connsiteY1" fmla="*/ 165100 h 258233"/>
              <a:gd name="connsiteX2" fmla="*/ 122766 w 601133"/>
              <a:gd name="connsiteY2" fmla="*/ 169333 h 258233"/>
              <a:gd name="connsiteX3" fmla="*/ 0 w 601133"/>
              <a:gd name="connsiteY3" fmla="*/ 258233 h 258233"/>
            </a:gdLst>
            <a:ahLst/>
            <a:cxnLst>
              <a:cxn ang="0">
                <a:pos x="connsiteX0" y="connsiteY0"/>
              </a:cxn>
              <a:cxn ang="0">
                <a:pos x="connsiteX1" y="connsiteY1"/>
              </a:cxn>
              <a:cxn ang="0">
                <a:pos x="connsiteX2" y="connsiteY2"/>
              </a:cxn>
              <a:cxn ang="0">
                <a:pos x="connsiteX3" y="connsiteY3"/>
              </a:cxn>
            </a:cxnLst>
            <a:rect l="l" t="t" r="r" b="b"/>
            <a:pathLst>
              <a:path w="601133" h="258233">
                <a:moveTo>
                  <a:pt x="601133" y="0"/>
                </a:moveTo>
                <a:cubicBezTo>
                  <a:pt x="560563" y="68439"/>
                  <a:pt x="519994" y="136878"/>
                  <a:pt x="440266" y="165100"/>
                </a:cubicBezTo>
                <a:cubicBezTo>
                  <a:pt x="360538" y="193322"/>
                  <a:pt x="196144" y="153811"/>
                  <a:pt x="122766" y="169333"/>
                </a:cubicBezTo>
                <a:cubicBezTo>
                  <a:pt x="49388" y="184855"/>
                  <a:pt x="24694" y="221544"/>
                  <a:pt x="0" y="258233"/>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37C6501A-5147-B28D-508A-CF85E2E62C78}"/>
              </a:ext>
            </a:extLst>
          </p:cNvPr>
          <p:cNvCxnSpPr>
            <a:stCxn id="21" idx="4"/>
            <a:endCxn id="30" idx="0"/>
          </p:cNvCxnSpPr>
          <p:nvPr/>
        </p:nvCxnSpPr>
        <p:spPr>
          <a:xfrm>
            <a:off x="6091573" y="3588896"/>
            <a:ext cx="4427" cy="773701"/>
          </a:xfrm>
          <a:prstGeom prst="line">
            <a:avLst/>
          </a:pr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770D3011-BB21-B360-A8A0-0886A94EB569}"/>
              </a:ext>
            </a:extLst>
          </p:cNvPr>
          <p:cNvGrpSpPr/>
          <p:nvPr/>
        </p:nvGrpSpPr>
        <p:grpSpPr>
          <a:xfrm>
            <a:off x="5071686" y="1659467"/>
            <a:ext cx="2048631" cy="2039772"/>
            <a:chOff x="5428476" y="2022475"/>
            <a:chExt cx="1468398" cy="1462048"/>
          </a:xfrm>
        </p:grpSpPr>
        <p:sp>
          <p:nvSpPr>
            <p:cNvPr id="15" name="Pie 5">
              <a:extLst>
                <a:ext uri="{FF2B5EF4-FFF2-40B4-BE49-F238E27FC236}">
                  <a16:creationId xmlns:a16="http://schemas.microsoft.com/office/drawing/2014/main" id="{108BCF2D-DDD6-E032-5FC1-9F53B88BE4C0}"/>
                </a:ext>
              </a:extLst>
            </p:cNvPr>
            <p:cNvSpPr/>
            <p:nvPr/>
          </p:nvSpPr>
          <p:spPr>
            <a:xfrm>
              <a:off x="5428476" y="2022475"/>
              <a:ext cx="1462048" cy="1462048"/>
            </a:xfrm>
            <a:prstGeom prst="pie">
              <a:avLst>
                <a:gd name="adj1" fmla="val 13977654"/>
                <a:gd name="adj2" fmla="val 18390411"/>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Pie 6">
              <a:extLst>
                <a:ext uri="{FF2B5EF4-FFF2-40B4-BE49-F238E27FC236}">
                  <a16:creationId xmlns:a16="http://schemas.microsoft.com/office/drawing/2014/main" id="{176C62D4-BC62-01A0-2123-59A0848A67EA}"/>
                </a:ext>
              </a:extLst>
            </p:cNvPr>
            <p:cNvSpPr/>
            <p:nvPr/>
          </p:nvSpPr>
          <p:spPr>
            <a:xfrm>
              <a:off x="5428476" y="2022475"/>
              <a:ext cx="1462048" cy="1462048"/>
            </a:xfrm>
            <a:prstGeom prst="pie">
              <a:avLst>
                <a:gd name="adj1" fmla="val 18381512"/>
                <a:gd name="adj2" fmla="val 1142808"/>
              </a:avLst>
            </a:prstGeom>
            <a:solidFill>
              <a:schemeClr val="accent5">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Pie 7">
              <a:extLst>
                <a:ext uri="{FF2B5EF4-FFF2-40B4-BE49-F238E27FC236}">
                  <a16:creationId xmlns:a16="http://schemas.microsoft.com/office/drawing/2014/main" id="{2AB1D767-4F24-9B31-AE03-73D22E4D3429}"/>
                </a:ext>
              </a:extLst>
            </p:cNvPr>
            <p:cNvSpPr/>
            <p:nvPr/>
          </p:nvSpPr>
          <p:spPr>
            <a:xfrm>
              <a:off x="5428476" y="2022475"/>
              <a:ext cx="1462048" cy="1462048"/>
            </a:xfrm>
            <a:prstGeom prst="pie">
              <a:avLst>
                <a:gd name="adj1" fmla="val 1119995"/>
                <a:gd name="adj2" fmla="val 5388518"/>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Pie 11">
              <a:extLst>
                <a:ext uri="{FF2B5EF4-FFF2-40B4-BE49-F238E27FC236}">
                  <a16:creationId xmlns:a16="http://schemas.microsoft.com/office/drawing/2014/main" id="{CF6FF583-D196-1EE2-7186-A347914654F9}"/>
                </a:ext>
              </a:extLst>
            </p:cNvPr>
            <p:cNvSpPr/>
            <p:nvPr/>
          </p:nvSpPr>
          <p:spPr>
            <a:xfrm flipH="1">
              <a:off x="5434826" y="2022475"/>
              <a:ext cx="1462048" cy="1462048"/>
            </a:xfrm>
            <a:prstGeom prst="pie">
              <a:avLst>
                <a:gd name="adj1" fmla="val 18392133"/>
                <a:gd name="adj2" fmla="val 1142808"/>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Pie 12">
              <a:extLst>
                <a:ext uri="{FF2B5EF4-FFF2-40B4-BE49-F238E27FC236}">
                  <a16:creationId xmlns:a16="http://schemas.microsoft.com/office/drawing/2014/main" id="{6E369313-1AD6-7424-F31B-0609934EB6A0}"/>
                </a:ext>
              </a:extLst>
            </p:cNvPr>
            <p:cNvSpPr/>
            <p:nvPr/>
          </p:nvSpPr>
          <p:spPr>
            <a:xfrm flipH="1">
              <a:off x="5434826" y="2022475"/>
              <a:ext cx="1462048" cy="1462048"/>
            </a:xfrm>
            <a:prstGeom prst="pie">
              <a:avLst>
                <a:gd name="adj1" fmla="val 1119995"/>
                <a:gd name="adj2" fmla="val 5388518"/>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E183FEB-5341-4F95-33BF-220C3ED9DBA7}"/>
                </a:ext>
              </a:extLst>
            </p:cNvPr>
            <p:cNvSpPr/>
            <p:nvPr/>
          </p:nvSpPr>
          <p:spPr>
            <a:xfrm>
              <a:off x="5507567" y="2101566"/>
              <a:ext cx="1303866" cy="1303866"/>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7ACC2CB5-6FD1-83DB-DFAF-FB664CE6BA81}"/>
              </a:ext>
            </a:extLst>
          </p:cNvPr>
          <p:cNvGrpSpPr/>
          <p:nvPr/>
        </p:nvGrpSpPr>
        <p:grpSpPr>
          <a:xfrm>
            <a:off x="7681598" y="2113841"/>
            <a:ext cx="1104842" cy="1104842"/>
            <a:chOff x="7292691" y="2348157"/>
            <a:chExt cx="791918" cy="791918"/>
          </a:xfrm>
        </p:grpSpPr>
        <p:sp>
          <p:nvSpPr>
            <p:cNvPr id="23" name="Oval 22">
              <a:extLst>
                <a:ext uri="{FF2B5EF4-FFF2-40B4-BE49-F238E27FC236}">
                  <a16:creationId xmlns:a16="http://schemas.microsoft.com/office/drawing/2014/main" id="{8F533832-DC29-8056-8BB6-75925DA4740B}"/>
                </a:ext>
              </a:extLst>
            </p:cNvPr>
            <p:cNvSpPr/>
            <p:nvPr/>
          </p:nvSpPr>
          <p:spPr>
            <a:xfrm>
              <a:off x="7292691" y="2348157"/>
              <a:ext cx="791918" cy="79191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E419BE81-3EEA-C3CE-89E2-327C51AA7CE7}"/>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3EF479B3-D1CB-97E6-8630-8FDD1B4B2EC3}"/>
              </a:ext>
            </a:extLst>
          </p:cNvPr>
          <p:cNvGrpSpPr/>
          <p:nvPr/>
        </p:nvGrpSpPr>
        <p:grpSpPr>
          <a:xfrm>
            <a:off x="7049645" y="3631714"/>
            <a:ext cx="1104842" cy="1104842"/>
            <a:chOff x="7292691" y="2348157"/>
            <a:chExt cx="791918" cy="791918"/>
          </a:xfrm>
        </p:grpSpPr>
        <p:sp>
          <p:nvSpPr>
            <p:cNvPr id="26" name="Oval 25">
              <a:extLst>
                <a:ext uri="{FF2B5EF4-FFF2-40B4-BE49-F238E27FC236}">
                  <a16:creationId xmlns:a16="http://schemas.microsoft.com/office/drawing/2014/main" id="{17F4B2E9-59F0-D67F-6F98-D94B244644DF}"/>
                </a:ext>
              </a:extLst>
            </p:cNvPr>
            <p:cNvSpPr/>
            <p:nvPr/>
          </p:nvSpPr>
          <p:spPr>
            <a:xfrm>
              <a:off x="7292691" y="2348157"/>
              <a:ext cx="791918" cy="79191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E9F99AC-DBF2-2C9F-8945-DE548311FDE6}"/>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33DEB6AD-9BF9-71EC-D02C-CF72D32D083F}"/>
              </a:ext>
            </a:extLst>
          </p:cNvPr>
          <p:cNvGrpSpPr/>
          <p:nvPr/>
        </p:nvGrpSpPr>
        <p:grpSpPr>
          <a:xfrm>
            <a:off x="5543579" y="4257763"/>
            <a:ext cx="1104842" cy="1104842"/>
            <a:chOff x="7292691" y="2348157"/>
            <a:chExt cx="791918" cy="791918"/>
          </a:xfrm>
        </p:grpSpPr>
        <p:sp>
          <p:nvSpPr>
            <p:cNvPr id="29" name="Oval 28">
              <a:extLst>
                <a:ext uri="{FF2B5EF4-FFF2-40B4-BE49-F238E27FC236}">
                  <a16:creationId xmlns:a16="http://schemas.microsoft.com/office/drawing/2014/main" id="{306E0A67-4F75-239C-95BB-9FCBB67093C2}"/>
                </a:ext>
              </a:extLst>
            </p:cNvPr>
            <p:cNvSpPr/>
            <p:nvPr/>
          </p:nvSpPr>
          <p:spPr>
            <a:xfrm>
              <a:off x="7292691" y="2348157"/>
              <a:ext cx="791918" cy="79191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7EF79CC3-0BE1-7E06-CA6D-726E9FC9D8D0}"/>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B25FB9F3-C617-981C-05B7-9F6FB46CA96D}"/>
              </a:ext>
            </a:extLst>
          </p:cNvPr>
          <p:cNvGrpSpPr/>
          <p:nvPr/>
        </p:nvGrpSpPr>
        <p:grpSpPr>
          <a:xfrm>
            <a:off x="4031616" y="3631714"/>
            <a:ext cx="1104842" cy="1104842"/>
            <a:chOff x="7292691" y="2348157"/>
            <a:chExt cx="791918" cy="791918"/>
          </a:xfrm>
        </p:grpSpPr>
        <p:sp>
          <p:nvSpPr>
            <p:cNvPr id="32" name="Oval 31">
              <a:extLst>
                <a:ext uri="{FF2B5EF4-FFF2-40B4-BE49-F238E27FC236}">
                  <a16:creationId xmlns:a16="http://schemas.microsoft.com/office/drawing/2014/main" id="{7A4210DC-BB7C-0076-2C59-C03D4648388B}"/>
                </a:ext>
              </a:extLst>
            </p:cNvPr>
            <p:cNvSpPr/>
            <p:nvPr/>
          </p:nvSpPr>
          <p:spPr>
            <a:xfrm>
              <a:off x="7292691" y="2348157"/>
              <a:ext cx="791918" cy="79191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137D8889-AD9F-ABDC-D8CB-EFF2D2D9B188}"/>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1B1CD1D8-7479-53E4-6F66-1C7531A8FF35}"/>
              </a:ext>
            </a:extLst>
          </p:cNvPr>
          <p:cNvGrpSpPr/>
          <p:nvPr/>
        </p:nvGrpSpPr>
        <p:grpSpPr>
          <a:xfrm>
            <a:off x="3405562" y="2113841"/>
            <a:ext cx="1104842" cy="1104842"/>
            <a:chOff x="7292691" y="2348157"/>
            <a:chExt cx="791918" cy="791918"/>
          </a:xfrm>
        </p:grpSpPr>
        <p:sp>
          <p:nvSpPr>
            <p:cNvPr id="35" name="Oval 34">
              <a:extLst>
                <a:ext uri="{FF2B5EF4-FFF2-40B4-BE49-F238E27FC236}">
                  <a16:creationId xmlns:a16="http://schemas.microsoft.com/office/drawing/2014/main" id="{8198858B-DBC7-DB05-BC91-53CA236C7C8B}"/>
                </a:ext>
              </a:extLst>
            </p:cNvPr>
            <p:cNvSpPr/>
            <p:nvPr/>
          </p:nvSpPr>
          <p:spPr>
            <a:xfrm>
              <a:off x="7292691" y="2348157"/>
              <a:ext cx="791918" cy="79191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90459051-1F20-F688-1F45-08CDB0A1971A}"/>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3" name="Picture Placeholder 23">
            <a:extLst>
              <a:ext uri="{FF2B5EF4-FFF2-40B4-BE49-F238E27FC236}">
                <a16:creationId xmlns:a16="http://schemas.microsoft.com/office/drawing/2014/main" id="{20A33DB0-BF4C-A68B-F776-9E3E48778612}"/>
              </a:ext>
            </a:extLst>
          </p:cNvPr>
          <p:cNvSpPr>
            <a:spLocks noGrp="1" noChangeAspect="1"/>
          </p:cNvSpPr>
          <p:nvPr>
            <p:ph type="pic" sz="quarter" idx="50"/>
          </p:nvPr>
        </p:nvSpPr>
        <p:spPr>
          <a:xfrm>
            <a:off x="3650257" y="2371666"/>
            <a:ext cx="615452" cy="61537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4" name="Picture Placeholder 23">
            <a:extLst>
              <a:ext uri="{FF2B5EF4-FFF2-40B4-BE49-F238E27FC236}">
                <a16:creationId xmlns:a16="http://schemas.microsoft.com/office/drawing/2014/main" id="{2D160121-3EF4-7C64-5651-CB92A87C5AEC}"/>
              </a:ext>
            </a:extLst>
          </p:cNvPr>
          <p:cNvSpPr>
            <a:spLocks noGrp="1" noChangeAspect="1"/>
          </p:cNvSpPr>
          <p:nvPr>
            <p:ph type="pic" sz="quarter" idx="51"/>
          </p:nvPr>
        </p:nvSpPr>
        <p:spPr>
          <a:xfrm>
            <a:off x="4276311" y="3876448"/>
            <a:ext cx="615452" cy="61537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5" name="Picture Placeholder 23">
            <a:extLst>
              <a:ext uri="{FF2B5EF4-FFF2-40B4-BE49-F238E27FC236}">
                <a16:creationId xmlns:a16="http://schemas.microsoft.com/office/drawing/2014/main" id="{D55CF1EA-8FA6-3C12-42A8-2B64ED6BC9B5}"/>
              </a:ext>
            </a:extLst>
          </p:cNvPr>
          <p:cNvSpPr>
            <a:spLocks noGrp="1" noChangeAspect="1"/>
          </p:cNvSpPr>
          <p:nvPr>
            <p:ph type="pic" sz="quarter" idx="52"/>
          </p:nvPr>
        </p:nvSpPr>
        <p:spPr>
          <a:xfrm>
            <a:off x="5792705" y="4502497"/>
            <a:ext cx="615452" cy="61537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6" name="Picture Placeholder 23">
            <a:extLst>
              <a:ext uri="{FF2B5EF4-FFF2-40B4-BE49-F238E27FC236}">
                <a16:creationId xmlns:a16="http://schemas.microsoft.com/office/drawing/2014/main" id="{A675622D-539C-E79E-6F5C-8013B229C21E}"/>
              </a:ext>
            </a:extLst>
          </p:cNvPr>
          <p:cNvSpPr>
            <a:spLocks noGrp="1" noChangeAspect="1"/>
          </p:cNvSpPr>
          <p:nvPr>
            <p:ph type="pic" sz="quarter" idx="53"/>
          </p:nvPr>
        </p:nvSpPr>
        <p:spPr>
          <a:xfrm>
            <a:off x="7294340" y="3876448"/>
            <a:ext cx="615452" cy="61537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7" name="Picture Placeholder 23">
            <a:extLst>
              <a:ext uri="{FF2B5EF4-FFF2-40B4-BE49-F238E27FC236}">
                <a16:creationId xmlns:a16="http://schemas.microsoft.com/office/drawing/2014/main" id="{660C4495-6AD7-E09F-B279-978D5DE10662}"/>
              </a:ext>
            </a:extLst>
          </p:cNvPr>
          <p:cNvSpPr>
            <a:spLocks noGrp="1" noChangeAspect="1"/>
          </p:cNvSpPr>
          <p:nvPr>
            <p:ph type="pic" sz="quarter" idx="54"/>
          </p:nvPr>
        </p:nvSpPr>
        <p:spPr>
          <a:xfrm>
            <a:off x="7927967" y="2371285"/>
            <a:ext cx="615452" cy="61537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8" name="Picture Placeholder 23">
            <a:extLst>
              <a:ext uri="{FF2B5EF4-FFF2-40B4-BE49-F238E27FC236}">
                <a16:creationId xmlns:a16="http://schemas.microsoft.com/office/drawing/2014/main" id="{8CA01B9B-A06E-96F4-3B8D-E1160D80FD9F}"/>
              </a:ext>
            </a:extLst>
          </p:cNvPr>
          <p:cNvSpPr>
            <a:spLocks noGrp="1" noChangeAspect="1"/>
          </p:cNvSpPr>
          <p:nvPr>
            <p:ph type="pic" sz="quarter" idx="55"/>
          </p:nvPr>
        </p:nvSpPr>
        <p:spPr>
          <a:xfrm>
            <a:off x="5294436" y="1877890"/>
            <a:ext cx="1603130" cy="160292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9" name="Text Placeholder 51">
            <a:extLst>
              <a:ext uri="{FF2B5EF4-FFF2-40B4-BE49-F238E27FC236}">
                <a16:creationId xmlns:a16="http://schemas.microsoft.com/office/drawing/2014/main" id="{539CBE67-D5CD-47AC-7B2B-B424F014D14B}"/>
              </a:ext>
            </a:extLst>
          </p:cNvPr>
          <p:cNvSpPr>
            <a:spLocks noGrp="1"/>
          </p:cNvSpPr>
          <p:nvPr>
            <p:ph type="body" sz="quarter" idx="58"/>
          </p:nvPr>
        </p:nvSpPr>
        <p:spPr>
          <a:xfrm>
            <a:off x="9052697" y="2058494"/>
            <a:ext cx="2474739" cy="1160190"/>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0" name="Text Placeholder 51">
            <a:extLst>
              <a:ext uri="{FF2B5EF4-FFF2-40B4-BE49-F238E27FC236}">
                <a16:creationId xmlns:a16="http://schemas.microsoft.com/office/drawing/2014/main" id="{0C6E827F-3A3E-8C34-5DCF-E153E5119C6E}"/>
              </a:ext>
            </a:extLst>
          </p:cNvPr>
          <p:cNvSpPr>
            <a:spLocks noGrp="1"/>
          </p:cNvSpPr>
          <p:nvPr>
            <p:ph type="body" sz="quarter" idx="59"/>
          </p:nvPr>
        </p:nvSpPr>
        <p:spPr>
          <a:xfrm>
            <a:off x="8431723" y="3604040"/>
            <a:ext cx="2474739" cy="1160190"/>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1" name="Text Placeholder 51">
            <a:extLst>
              <a:ext uri="{FF2B5EF4-FFF2-40B4-BE49-F238E27FC236}">
                <a16:creationId xmlns:a16="http://schemas.microsoft.com/office/drawing/2014/main" id="{04643699-F043-D308-B64C-76CF7B38B677}"/>
              </a:ext>
            </a:extLst>
          </p:cNvPr>
          <p:cNvSpPr>
            <a:spLocks noGrp="1"/>
          </p:cNvSpPr>
          <p:nvPr>
            <p:ph type="body" sz="quarter" idx="60"/>
          </p:nvPr>
        </p:nvSpPr>
        <p:spPr>
          <a:xfrm>
            <a:off x="4282209" y="5505727"/>
            <a:ext cx="3627584" cy="1160190"/>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2" name="Text Placeholder 51">
            <a:extLst>
              <a:ext uri="{FF2B5EF4-FFF2-40B4-BE49-F238E27FC236}">
                <a16:creationId xmlns:a16="http://schemas.microsoft.com/office/drawing/2014/main" id="{9BAB4692-1DD0-6F64-054D-DCEAA0BF3200}"/>
              </a:ext>
            </a:extLst>
          </p:cNvPr>
          <p:cNvSpPr>
            <a:spLocks noGrp="1"/>
          </p:cNvSpPr>
          <p:nvPr>
            <p:ph type="body" sz="quarter" idx="61"/>
          </p:nvPr>
        </p:nvSpPr>
        <p:spPr>
          <a:xfrm>
            <a:off x="1247370" y="3604040"/>
            <a:ext cx="2474739" cy="1160190"/>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3" name="Text Placeholder 51">
            <a:extLst>
              <a:ext uri="{FF2B5EF4-FFF2-40B4-BE49-F238E27FC236}">
                <a16:creationId xmlns:a16="http://schemas.microsoft.com/office/drawing/2014/main" id="{3ADFC023-A039-9FD6-7507-812D452E264B}"/>
              </a:ext>
            </a:extLst>
          </p:cNvPr>
          <p:cNvSpPr>
            <a:spLocks noGrp="1"/>
          </p:cNvSpPr>
          <p:nvPr>
            <p:ph type="body" sz="quarter" idx="62"/>
          </p:nvPr>
        </p:nvSpPr>
        <p:spPr>
          <a:xfrm>
            <a:off x="650182" y="2085013"/>
            <a:ext cx="2474739" cy="1160190"/>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306466866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Infog_3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Freeform 31">
            <a:extLst>
              <a:ext uri="{FF2B5EF4-FFF2-40B4-BE49-F238E27FC236}">
                <a16:creationId xmlns:a16="http://schemas.microsoft.com/office/drawing/2014/main" id="{5BD79ADD-6CB5-DF04-1545-BEB81968550E}"/>
              </a:ext>
            </a:extLst>
          </p:cNvPr>
          <p:cNvSpPr/>
          <p:nvPr/>
        </p:nvSpPr>
        <p:spPr>
          <a:xfrm>
            <a:off x="1574799" y="3127573"/>
            <a:ext cx="3958435" cy="833796"/>
          </a:xfrm>
          <a:custGeom>
            <a:avLst/>
            <a:gdLst>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39 w 1765339"/>
              <a:gd name="connsiteY0" fmla="*/ 0 h 660400"/>
              <a:gd name="connsiteX1" fmla="*/ 1257339 w 1765339"/>
              <a:gd name="connsiteY1" fmla="*/ 393700 h 660400"/>
              <a:gd name="connsiteX2" fmla="*/ 419139 w 1765339"/>
              <a:gd name="connsiteY2" fmla="*/ 158750 h 660400"/>
              <a:gd name="connsiteX3" fmla="*/ 39 w 1765339"/>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Lst>
            <a:ahLst/>
            <a:cxnLst>
              <a:cxn ang="0">
                <a:pos x="connsiteX0" y="connsiteY0"/>
              </a:cxn>
              <a:cxn ang="0">
                <a:pos x="connsiteX1" y="connsiteY1"/>
              </a:cxn>
              <a:cxn ang="0">
                <a:pos x="connsiteX2" y="connsiteY2"/>
              </a:cxn>
              <a:cxn ang="0">
                <a:pos x="connsiteX3" y="connsiteY3"/>
              </a:cxn>
            </a:cxnLst>
            <a:rect l="l" t="t" r="r" b="b"/>
            <a:pathLst>
              <a:path w="1765300" h="660400">
                <a:moveTo>
                  <a:pt x="1765300" y="0"/>
                </a:moveTo>
                <a:cubicBezTo>
                  <a:pt x="1664758" y="266171"/>
                  <a:pt x="1545167" y="430742"/>
                  <a:pt x="1257300" y="393700"/>
                </a:cubicBezTo>
                <a:cubicBezTo>
                  <a:pt x="969433" y="356658"/>
                  <a:pt x="755650" y="120650"/>
                  <a:pt x="419100" y="158750"/>
                </a:cubicBezTo>
                <a:cubicBezTo>
                  <a:pt x="82550" y="196850"/>
                  <a:pt x="0" y="660400"/>
                  <a:pt x="0" y="660400"/>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Freeform 32">
            <a:extLst>
              <a:ext uri="{FF2B5EF4-FFF2-40B4-BE49-F238E27FC236}">
                <a16:creationId xmlns:a16="http://schemas.microsoft.com/office/drawing/2014/main" id="{08531B40-5931-DE30-38CC-26720E4D75DE}"/>
              </a:ext>
            </a:extLst>
          </p:cNvPr>
          <p:cNvSpPr/>
          <p:nvPr/>
        </p:nvSpPr>
        <p:spPr>
          <a:xfrm flipH="1">
            <a:off x="6655649" y="3127573"/>
            <a:ext cx="3953084" cy="833796"/>
          </a:xfrm>
          <a:custGeom>
            <a:avLst/>
            <a:gdLst>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39 w 1765339"/>
              <a:gd name="connsiteY0" fmla="*/ 0 h 660400"/>
              <a:gd name="connsiteX1" fmla="*/ 1257339 w 1765339"/>
              <a:gd name="connsiteY1" fmla="*/ 393700 h 660400"/>
              <a:gd name="connsiteX2" fmla="*/ 419139 w 1765339"/>
              <a:gd name="connsiteY2" fmla="*/ 158750 h 660400"/>
              <a:gd name="connsiteX3" fmla="*/ 39 w 1765339"/>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Lst>
            <a:ahLst/>
            <a:cxnLst>
              <a:cxn ang="0">
                <a:pos x="connsiteX0" y="connsiteY0"/>
              </a:cxn>
              <a:cxn ang="0">
                <a:pos x="connsiteX1" y="connsiteY1"/>
              </a:cxn>
              <a:cxn ang="0">
                <a:pos x="connsiteX2" y="connsiteY2"/>
              </a:cxn>
              <a:cxn ang="0">
                <a:pos x="connsiteX3" y="connsiteY3"/>
              </a:cxn>
            </a:cxnLst>
            <a:rect l="l" t="t" r="r" b="b"/>
            <a:pathLst>
              <a:path w="1765300" h="660400">
                <a:moveTo>
                  <a:pt x="1765300" y="0"/>
                </a:moveTo>
                <a:cubicBezTo>
                  <a:pt x="1664758" y="266171"/>
                  <a:pt x="1545167" y="430742"/>
                  <a:pt x="1257300" y="393700"/>
                </a:cubicBezTo>
                <a:cubicBezTo>
                  <a:pt x="969433" y="356658"/>
                  <a:pt x="755650" y="120650"/>
                  <a:pt x="419100" y="158750"/>
                </a:cubicBezTo>
                <a:cubicBezTo>
                  <a:pt x="82550" y="196850"/>
                  <a:pt x="0" y="660400"/>
                  <a:pt x="0" y="660400"/>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Freeform 33">
            <a:extLst>
              <a:ext uri="{FF2B5EF4-FFF2-40B4-BE49-F238E27FC236}">
                <a16:creationId xmlns:a16="http://schemas.microsoft.com/office/drawing/2014/main" id="{A6F7D1C4-6D11-D546-45CB-B26DC33AAE5A}"/>
              </a:ext>
            </a:extLst>
          </p:cNvPr>
          <p:cNvSpPr/>
          <p:nvPr/>
        </p:nvSpPr>
        <p:spPr>
          <a:xfrm>
            <a:off x="3378200" y="3283910"/>
            <a:ext cx="2303352" cy="677459"/>
          </a:xfrm>
          <a:custGeom>
            <a:avLst/>
            <a:gdLst>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39 w 1765339"/>
              <a:gd name="connsiteY0" fmla="*/ 0 h 660400"/>
              <a:gd name="connsiteX1" fmla="*/ 1257339 w 1765339"/>
              <a:gd name="connsiteY1" fmla="*/ 393700 h 660400"/>
              <a:gd name="connsiteX2" fmla="*/ 419139 w 1765339"/>
              <a:gd name="connsiteY2" fmla="*/ 158750 h 660400"/>
              <a:gd name="connsiteX3" fmla="*/ 39 w 1765339"/>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24651 w 1765300"/>
              <a:gd name="connsiteY2" fmla="*/ 457200 h 660400"/>
              <a:gd name="connsiteX3" fmla="*/ 0 w 1765300"/>
              <a:gd name="connsiteY3" fmla="*/ 660400 h 660400"/>
              <a:gd name="connsiteX0" fmla="*/ 1767319 w 1767319"/>
              <a:gd name="connsiteY0" fmla="*/ 0 h 660400"/>
              <a:gd name="connsiteX1" fmla="*/ 1259319 w 1767319"/>
              <a:gd name="connsiteY1" fmla="*/ 393700 h 660400"/>
              <a:gd name="connsiteX2" fmla="*/ 426670 w 1767319"/>
              <a:gd name="connsiteY2" fmla="*/ 457200 h 660400"/>
              <a:gd name="connsiteX3" fmla="*/ 2019 w 1767319"/>
              <a:gd name="connsiteY3" fmla="*/ 660400 h 660400"/>
              <a:gd name="connsiteX0" fmla="*/ 1765300 w 1765300"/>
              <a:gd name="connsiteY0" fmla="*/ 0 h 660400"/>
              <a:gd name="connsiteX1" fmla="*/ 1257300 w 1765300"/>
              <a:gd name="connsiteY1" fmla="*/ 393700 h 660400"/>
              <a:gd name="connsiteX2" fmla="*/ 424651 w 1765300"/>
              <a:gd name="connsiteY2" fmla="*/ 45720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431800 h 660400"/>
              <a:gd name="connsiteX3" fmla="*/ 0 w 1765300"/>
              <a:gd name="connsiteY3" fmla="*/ 660400 h 660400"/>
              <a:gd name="connsiteX0" fmla="*/ 1765503 w 1765503"/>
              <a:gd name="connsiteY0" fmla="*/ 0 h 660400"/>
              <a:gd name="connsiteX1" fmla="*/ 1257503 w 1765503"/>
              <a:gd name="connsiteY1" fmla="*/ 393700 h 660400"/>
              <a:gd name="connsiteX2" fmla="*/ 419303 w 1765503"/>
              <a:gd name="connsiteY2" fmla="*/ 431800 h 660400"/>
              <a:gd name="connsiteX3" fmla="*/ 203 w 1765503"/>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59749 w 1759749"/>
              <a:gd name="connsiteY0" fmla="*/ 0 h 536575"/>
              <a:gd name="connsiteX1" fmla="*/ 1296158 w 1759749"/>
              <a:gd name="connsiteY1" fmla="*/ 301625 h 536575"/>
              <a:gd name="connsiteX2" fmla="*/ 419100 w 1759749"/>
              <a:gd name="connsiteY2" fmla="*/ 307975 h 536575"/>
              <a:gd name="connsiteX3" fmla="*/ 0 w 1759749"/>
              <a:gd name="connsiteY3" fmla="*/ 536575 h 536575"/>
              <a:gd name="connsiteX0" fmla="*/ 1759749 w 1759749"/>
              <a:gd name="connsiteY0" fmla="*/ 0 h 536575"/>
              <a:gd name="connsiteX1" fmla="*/ 1296158 w 1759749"/>
              <a:gd name="connsiteY1" fmla="*/ 301625 h 536575"/>
              <a:gd name="connsiteX2" fmla="*/ 419100 w 1759749"/>
              <a:gd name="connsiteY2" fmla="*/ 307975 h 536575"/>
              <a:gd name="connsiteX3" fmla="*/ 0 w 1759749"/>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 name="connsiteX0" fmla="*/ 1763307 w 1763307"/>
              <a:gd name="connsiteY0" fmla="*/ 0 h 536575"/>
              <a:gd name="connsiteX1" fmla="*/ 1244204 w 1763307"/>
              <a:gd name="connsiteY1" fmla="*/ 320675 h 536575"/>
              <a:gd name="connsiteX2" fmla="*/ 422658 w 1763307"/>
              <a:gd name="connsiteY2" fmla="*/ 307975 h 536575"/>
              <a:gd name="connsiteX3" fmla="*/ 3558 w 1763307"/>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759749" h="536575">
                <a:moveTo>
                  <a:pt x="1759749" y="0"/>
                </a:moveTo>
                <a:cubicBezTo>
                  <a:pt x="1548182" y="170921"/>
                  <a:pt x="1414127" y="266171"/>
                  <a:pt x="1240646" y="320675"/>
                </a:cubicBezTo>
                <a:cubicBezTo>
                  <a:pt x="1067165" y="375179"/>
                  <a:pt x="803515" y="360892"/>
                  <a:pt x="419100" y="307975"/>
                </a:cubicBezTo>
                <a:cubicBezTo>
                  <a:pt x="34685" y="255058"/>
                  <a:pt x="0" y="536575"/>
                  <a:pt x="0" y="536575"/>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Freeform 34">
            <a:extLst>
              <a:ext uri="{FF2B5EF4-FFF2-40B4-BE49-F238E27FC236}">
                <a16:creationId xmlns:a16="http://schemas.microsoft.com/office/drawing/2014/main" id="{C8834B2B-3FA2-579B-B39F-CD8204DFF22D}"/>
              </a:ext>
            </a:extLst>
          </p:cNvPr>
          <p:cNvSpPr/>
          <p:nvPr/>
        </p:nvSpPr>
        <p:spPr>
          <a:xfrm flipH="1">
            <a:off x="6507329" y="3283910"/>
            <a:ext cx="2298004" cy="677459"/>
          </a:xfrm>
          <a:custGeom>
            <a:avLst/>
            <a:gdLst>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0950 w 1765300"/>
              <a:gd name="connsiteY1" fmla="*/ 3556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39 w 1765339"/>
              <a:gd name="connsiteY0" fmla="*/ 0 h 660400"/>
              <a:gd name="connsiteX1" fmla="*/ 1257339 w 1765339"/>
              <a:gd name="connsiteY1" fmla="*/ 393700 h 660400"/>
              <a:gd name="connsiteX2" fmla="*/ 419139 w 1765339"/>
              <a:gd name="connsiteY2" fmla="*/ 158750 h 660400"/>
              <a:gd name="connsiteX3" fmla="*/ 39 w 1765339"/>
              <a:gd name="connsiteY3" fmla="*/ 660400 h 660400"/>
              <a:gd name="connsiteX0" fmla="*/ 1765300 w 1765300"/>
              <a:gd name="connsiteY0" fmla="*/ 0 h 660400"/>
              <a:gd name="connsiteX1" fmla="*/ 1257300 w 1765300"/>
              <a:gd name="connsiteY1" fmla="*/ 393700 h 660400"/>
              <a:gd name="connsiteX2" fmla="*/ 419100 w 1765300"/>
              <a:gd name="connsiteY2" fmla="*/ 158750 h 660400"/>
              <a:gd name="connsiteX3" fmla="*/ 0 w 1765300"/>
              <a:gd name="connsiteY3" fmla="*/ 660400 h 660400"/>
              <a:gd name="connsiteX0" fmla="*/ 1765300 w 1765300"/>
              <a:gd name="connsiteY0" fmla="*/ 0 h 660400"/>
              <a:gd name="connsiteX1" fmla="*/ 1257300 w 1765300"/>
              <a:gd name="connsiteY1" fmla="*/ 393700 h 660400"/>
              <a:gd name="connsiteX2" fmla="*/ 424651 w 1765300"/>
              <a:gd name="connsiteY2" fmla="*/ 457200 h 660400"/>
              <a:gd name="connsiteX3" fmla="*/ 0 w 1765300"/>
              <a:gd name="connsiteY3" fmla="*/ 660400 h 660400"/>
              <a:gd name="connsiteX0" fmla="*/ 1767319 w 1767319"/>
              <a:gd name="connsiteY0" fmla="*/ 0 h 660400"/>
              <a:gd name="connsiteX1" fmla="*/ 1259319 w 1767319"/>
              <a:gd name="connsiteY1" fmla="*/ 393700 h 660400"/>
              <a:gd name="connsiteX2" fmla="*/ 426670 w 1767319"/>
              <a:gd name="connsiteY2" fmla="*/ 457200 h 660400"/>
              <a:gd name="connsiteX3" fmla="*/ 2019 w 1767319"/>
              <a:gd name="connsiteY3" fmla="*/ 660400 h 660400"/>
              <a:gd name="connsiteX0" fmla="*/ 1765300 w 1765300"/>
              <a:gd name="connsiteY0" fmla="*/ 0 h 660400"/>
              <a:gd name="connsiteX1" fmla="*/ 1257300 w 1765300"/>
              <a:gd name="connsiteY1" fmla="*/ 393700 h 660400"/>
              <a:gd name="connsiteX2" fmla="*/ 424651 w 1765300"/>
              <a:gd name="connsiteY2" fmla="*/ 457200 h 660400"/>
              <a:gd name="connsiteX3" fmla="*/ 0 w 1765300"/>
              <a:gd name="connsiteY3" fmla="*/ 660400 h 660400"/>
              <a:gd name="connsiteX0" fmla="*/ 1765300 w 1765300"/>
              <a:gd name="connsiteY0" fmla="*/ 0 h 660400"/>
              <a:gd name="connsiteX1" fmla="*/ 1257300 w 1765300"/>
              <a:gd name="connsiteY1" fmla="*/ 393700 h 660400"/>
              <a:gd name="connsiteX2" fmla="*/ 419100 w 1765300"/>
              <a:gd name="connsiteY2" fmla="*/ 431800 h 660400"/>
              <a:gd name="connsiteX3" fmla="*/ 0 w 1765300"/>
              <a:gd name="connsiteY3" fmla="*/ 660400 h 660400"/>
              <a:gd name="connsiteX0" fmla="*/ 1765503 w 1765503"/>
              <a:gd name="connsiteY0" fmla="*/ 0 h 660400"/>
              <a:gd name="connsiteX1" fmla="*/ 1257503 w 1765503"/>
              <a:gd name="connsiteY1" fmla="*/ 393700 h 660400"/>
              <a:gd name="connsiteX2" fmla="*/ 419303 w 1765503"/>
              <a:gd name="connsiteY2" fmla="*/ 431800 h 660400"/>
              <a:gd name="connsiteX3" fmla="*/ 203 w 1765503"/>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65300 w 1765300"/>
              <a:gd name="connsiteY0" fmla="*/ 0 h 660400"/>
              <a:gd name="connsiteX1" fmla="*/ 1296158 w 1765300"/>
              <a:gd name="connsiteY1" fmla="*/ 425450 h 660400"/>
              <a:gd name="connsiteX2" fmla="*/ 419100 w 1765300"/>
              <a:gd name="connsiteY2" fmla="*/ 431800 h 660400"/>
              <a:gd name="connsiteX3" fmla="*/ 0 w 1765300"/>
              <a:gd name="connsiteY3" fmla="*/ 660400 h 660400"/>
              <a:gd name="connsiteX0" fmla="*/ 1759749 w 1759749"/>
              <a:gd name="connsiteY0" fmla="*/ 0 h 536575"/>
              <a:gd name="connsiteX1" fmla="*/ 1296158 w 1759749"/>
              <a:gd name="connsiteY1" fmla="*/ 301625 h 536575"/>
              <a:gd name="connsiteX2" fmla="*/ 419100 w 1759749"/>
              <a:gd name="connsiteY2" fmla="*/ 307975 h 536575"/>
              <a:gd name="connsiteX3" fmla="*/ 0 w 1759749"/>
              <a:gd name="connsiteY3" fmla="*/ 536575 h 536575"/>
              <a:gd name="connsiteX0" fmla="*/ 1759749 w 1759749"/>
              <a:gd name="connsiteY0" fmla="*/ 0 h 536575"/>
              <a:gd name="connsiteX1" fmla="*/ 1296158 w 1759749"/>
              <a:gd name="connsiteY1" fmla="*/ 301625 h 536575"/>
              <a:gd name="connsiteX2" fmla="*/ 419100 w 1759749"/>
              <a:gd name="connsiteY2" fmla="*/ 307975 h 536575"/>
              <a:gd name="connsiteX3" fmla="*/ 0 w 1759749"/>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 name="connsiteX0" fmla="*/ 1763307 w 1763307"/>
              <a:gd name="connsiteY0" fmla="*/ 0 h 536575"/>
              <a:gd name="connsiteX1" fmla="*/ 1244204 w 1763307"/>
              <a:gd name="connsiteY1" fmla="*/ 320675 h 536575"/>
              <a:gd name="connsiteX2" fmla="*/ 422658 w 1763307"/>
              <a:gd name="connsiteY2" fmla="*/ 307975 h 536575"/>
              <a:gd name="connsiteX3" fmla="*/ 3558 w 1763307"/>
              <a:gd name="connsiteY3" fmla="*/ 536575 h 536575"/>
              <a:gd name="connsiteX0" fmla="*/ 1759749 w 1759749"/>
              <a:gd name="connsiteY0" fmla="*/ 0 h 536575"/>
              <a:gd name="connsiteX1" fmla="*/ 1240646 w 1759749"/>
              <a:gd name="connsiteY1" fmla="*/ 320675 h 536575"/>
              <a:gd name="connsiteX2" fmla="*/ 419100 w 1759749"/>
              <a:gd name="connsiteY2" fmla="*/ 307975 h 536575"/>
              <a:gd name="connsiteX3" fmla="*/ 0 w 1759749"/>
              <a:gd name="connsiteY3" fmla="*/ 536575 h 536575"/>
            </a:gdLst>
            <a:ahLst/>
            <a:cxnLst>
              <a:cxn ang="0">
                <a:pos x="connsiteX0" y="connsiteY0"/>
              </a:cxn>
              <a:cxn ang="0">
                <a:pos x="connsiteX1" y="connsiteY1"/>
              </a:cxn>
              <a:cxn ang="0">
                <a:pos x="connsiteX2" y="connsiteY2"/>
              </a:cxn>
              <a:cxn ang="0">
                <a:pos x="connsiteX3" y="connsiteY3"/>
              </a:cxn>
            </a:cxnLst>
            <a:rect l="l" t="t" r="r" b="b"/>
            <a:pathLst>
              <a:path w="1759749" h="536575">
                <a:moveTo>
                  <a:pt x="1759749" y="0"/>
                </a:moveTo>
                <a:cubicBezTo>
                  <a:pt x="1548182" y="170921"/>
                  <a:pt x="1414127" y="266171"/>
                  <a:pt x="1240646" y="320675"/>
                </a:cubicBezTo>
                <a:cubicBezTo>
                  <a:pt x="1067165" y="375179"/>
                  <a:pt x="803515" y="360892"/>
                  <a:pt x="419100" y="307975"/>
                </a:cubicBezTo>
                <a:cubicBezTo>
                  <a:pt x="34685" y="255058"/>
                  <a:pt x="0" y="536575"/>
                  <a:pt x="0" y="536575"/>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Freeform 35">
            <a:extLst>
              <a:ext uri="{FF2B5EF4-FFF2-40B4-BE49-F238E27FC236}">
                <a16:creationId xmlns:a16="http://schemas.microsoft.com/office/drawing/2014/main" id="{D5C0645F-873C-8F13-FD94-5E66AFF59337}"/>
              </a:ext>
            </a:extLst>
          </p:cNvPr>
          <p:cNvSpPr/>
          <p:nvPr/>
        </p:nvSpPr>
        <p:spPr>
          <a:xfrm>
            <a:off x="5190067" y="3332014"/>
            <a:ext cx="619763" cy="529140"/>
          </a:xfrm>
          <a:custGeom>
            <a:avLst/>
            <a:gdLst>
              <a:gd name="connsiteX0" fmla="*/ 219075 w 219075"/>
              <a:gd name="connsiteY0" fmla="*/ 0 h 419100"/>
              <a:gd name="connsiteX1" fmla="*/ 44450 w 219075"/>
              <a:gd name="connsiteY1" fmla="*/ 231775 h 419100"/>
              <a:gd name="connsiteX2" fmla="*/ 0 w 219075"/>
              <a:gd name="connsiteY2" fmla="*/ 419100 h 419100"/>
            </a:gdLst>
            <a:ahLst/>
            <a:cxnLst>
              <a:cxn ang="0">
                <a:pos x="connsiteX0" y="connsiteY0"/>
              </a:cxn>
              <a:cxn ang="0">
                <a:pos x="connsiteX1" y="connsiteY1"/>
              </a:cxn>
              <a:cxn ang="0">
                <a:pos x="connsiteX2" y="connsiteY2"/>
              </a:cxn>
            </a:cxnLst>
            <a:rect l="l" t="t" r="r" b="b"/>
            <a:pathLst>
              <a:path w="219075" h="419100">
                <a:moveTo>
                  <a:pt x="219075" y="0"/>
                </a:moveTo>
                <a:cubicBezTo>
                  <a:pt x="150019" y="80962"/>
                  <a:pt x="80963" y="161925"/>
                  <a:pt x="44450" y="231775"/>
                </a:cubicBezTo>
                <a:cubicBezTo>
                  <a:pt x="7937" y="301625"/>
                  <a:pt x="0" y="419100"/>
                  <a:pt x="0" y="419100"/>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Freeform 36">
            <a:extLst>
              <a:ext uri="{FF2B5EF4-FFF2-40B4-BE49-F238E27FC236}">
                <a16:creationId xmlns:a16="http://schemas.microsoft.com/office/drawing/2014/main" id="{6A235368-55D1-D427-020F-CA085CEB403B}"/>
              </a:ext>
            </a:extLst>
          </p:cNvPr>
          <p:cNvSpPr/>
          <p:nvPr/>
        </p:nvSpPr>
        <p:spPr>
          <a:xfrm flipH="1">
            <a:off x="6379053" y="3332014"/>
            <a:ext cx="614414" cy="529140"/>
          </a:xfrm>
          <a:custGeom>
            <a:avLst/>
            <a:gdLst>
              <a:gd name="connsiteX0" fmla="*/ 219075 w 219075"/>
              <a:gd name="connsiteY0" fmla="*/ 0 h 419100"/>
              <a:gd name="connsiteX1" fmla="*/ 44450 w 219075"/>
              <a:gd name="connsiteY1" fmla="*/ 231775 h 419100"/>
              <a:gd name="connsiteX2" fmla="*/ 0 w 219075"/>
              <a:gd name="connsiteY2" fmla="*/ 419100 h 419100"/>
            </a:gdLst>
            <a:ahLst/>
            <a:cxnLst>
              <a:cxn ang="0">
                <a:pos x="connsiteX0" y="connsiteY0"/>
              </a:cxn>
              <a:cxn ang="0">
                <a:pos x="connsiteX1" y="connsiteY1"/>
              </a:cxn>
              <a:cxn ang="0">
                <a:pos x="connsiteX2" y="connsiteY2"/>
              </a:cxn>
            </a:cxnLst>
            <a:rect l="l" t="t" r="r" b="b"/>
            <a:pathLst>
              <a:path w="219075" h="419100">
                <a:moveTo>
                  <a:pt x="219075" y="0"/>
                </a:moveTo>
                <a:cubicBezTo>
                  <a:pt x="150019" y="80962"/>
                  <a:pt x="80963" y="161925"/>
                  <a:pt x="44450" y="231775"/>
                </a:cubicBezTo>
                <a:cubicBezTo>
                  <a:pt x="7937" y="301625"/>
                  <a:pt x="0" y="419100"/>
                  <a:pt x="0" y="419100"/>
                </a:cubicBezTo>
              </a:path>
            </a:pathLst>
          </a:custGeom>
          <a:ln>
            <a:solidFill>
              <a:schemeClr val="bg1">
                <a:lumMod val="85000"/>
              </a:schemeClr>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15" name="Group 14">
            <a:extLst>
              <a:ext uri="{FF2B5EF4-FFF2-40B4-BE49-F238E27FC236}">
                <a16:creationId xmlns:a16="http://schemas.microsoft.com/office/drawing/2014/main" id="{0E671F6F-303A-593C-A416-59F76C39765B}"/>
              </a:ext>
            </a:extLst>
          </p:cNvPr>
          <p:cNvGrpSpPr/>
          <p:nvPr/>
        </p:nvGrpSpPr>
        <p:grpSpPr>
          <a:xfrm>
            <a:off x="5034102" y="1510543"/>
            <a:ext cx="2123798" cy="2114608"/>
            <a:chOff x="5367799" y="1710267"/>
            <a:chExt cx="1464952" cy="1458614"/>
          </a:xfrm>
        </p:grpSpPr>
        <p:sp>
          <p:nvSpPr>
            <p:cNvPr id="17" name="Pie 4">
              <a:extLst>
                <a:ext uri="{FF2B5EF4-FFF2-40B4-BE49-F238E27FC236}">
                  <a16:creationId xmlns:a16="http://schemas.microsoft.com/office/drawing/2014/main" id="{8B2D980D-D1CA-0093-2BF5-D4470D3DCC10}"/>
                </a:ext>
              </a:extLst>
            </p:cNvPr>
            <p:cNvSpPr/>
            <p:nvPr/>
          </p:nvSpPr>
          <p:spPr>
            <a:xfrm>
              <a:off x="5367799" y="1710267"/>
              <a:ext cx="1458617" cy="1458614"/>
            </a:xfrm>
            <a:prstGeom prst="pie">
              <a:avLst>
                <a:gd name="adj1" fmla="val 14352540"/>
                <a:gd name="adj2" fmla="val 18016708"/>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Pie 5">
              <a:extLst>
                <a:ext uri="{FF2B5EF4-FFF2-40B4-BE49-F238E27FC236}">
                  <a16:creationId xmlns:a16="http://schemas.microsoft.com/office/drawing/2014/main" id="{CEE69123-9B3C-1AD4-5522-BC9FBF2110AF}"/>
                </a:ext>
              </a:extLst>
            </p:cNvPr>
            <p:cNvSpPr/>
            <p:nvPr/>
          </p:nvSpPr>
          <p:spPr>
            <a:xfrm>
              <a:off x="5367799" y="1710267"/>
              <a:ext cx="1458617" cy="1458614"/>
            </a:xfrm>
            <a:prstGeom prst="pie">
              <a:avLst>
                <a:gd name="adj1" fmla="val 18008759"/>
                <a:gd name="adj2" fmla="val 21591478"/>
              </a:avLst>
            </a:prstGeom>
            <a:solidFill>
              <a:schemeClr val="accent5">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Pie 6">
              <a:extLst>
                <a:ext uri="{FF2B5EF4-FFF2-40B4-BE49-F238E27FC236}">
                  <a16:creationId xmlns:a16="http://schemas.microsoft.com/office/drawing/2014/main" id="{025A366B-8981-6DF6-5090-966F5DEF1591}"/>
                </a:ext>
              </a:extLst>
            </p:cNvPr>
            <p:cNvSpPr/>
            <p:nvPr/>
          </p:nvSpPr>
          <p:spPr>
            <a:xfrm>
              <a:off x="5367799" y="1710267"/>
              <a:ext cx="1458617" cy="1458614"/>
            </a:xfrm>
            <a:prstGeom prst="pie">
              <a:avLst>
                <a:gd name="adj1" fmla="val 21573510"/>
                <a:gd name="adj2" fmla="val 3628242"/>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Pie 7">
              <a:extLst>
                <a:ext uri="{FF2B5EF4-FFF2-40B4-BE49-F238E27FC236}">
                  <a16:creationId xmlns:a16="http://schemas.microsoft.com/office/drawing/2014/main" id="{6B6090AB-0C2A-4DBA-BF3E-36657EB740B9}"/>
                </a:ext>
              </a:extLst>
            </p:cNvPr>
            <p:cNvSpPr/>
            <p:nvPr/>
          </p:nvSpPr>
          <p:spPr>
            <a:xfrm flipH="1">
              <a:off x="5374134" y="1710267"/>
              <a:ext cx="1458617" cy="1458614"/>
            </a:xfrm>
            <a:prstGeom prst="pie">
              <a:avLst>
                <a:gd name="adj1" fmla="val 18056854"/>
                <a:gd name="adj2" fmla="val 21587191"/>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Pie 8">
              <a:extLst>
                <a:ext uri="{FF2B5EF4-FFF2-40B4-BE49-F238E27FC236}">
                  <a16:creationId xmlns:a16="http://schemas.microsoft.com/office/drawing/2014/main" id="{8DD2A748-DE32-2691-F7EB-2D55A7BE93DC}"/>
                </a:ext>
              </a:extLst>
            </p:cNvPr>
            <p:cNvSpPr/>
            <p:nvPr/>
          </p:nvSpPr>
          <p:spPr>
            <a:xfrm flipH="1">
              <a:off x="5374134" y="1710267"/>
              <a:ext cx="1458617" cy="1458614"/>
            </a:xfrm>
            <a:prstGeom prst="pie">
              <a:avLst>
                <a:gd name="adj1" fmla="val 21583747"/>
                <a:gd name="adj2" fmla="val 3586530"/>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Pie 11">
              <a:extLst>
                <a:ext uri="{FF2B5EF4-FFF2-40B4-BE49-F238E27FC236}">
                  <a16:creationId xmlns:a16="http://schemas.microsoft.com/office/drawing/2014/main" id="{5B02893E-D945-49A8-17B2-C17FED7A59A9}"/>
                </a:ext>
              </a:extLst>
            </p:cNvPr>
            <p:cNvSpPr/>
            <p:nvPr/>
          </p:nvSpPr>
          <p:spPr>
            <a:xfrm>
              <a:off x="5367799" y="1710267"/>
              <a:ext cx="1458617" cy="1458614"/>
            </a:xfrm>
            <a:prstGeom prst="pie">
              <a:avLst>
                <a:gd name="adj1" fmla="val 3627635"/>
                <a:gd name="adj2" fmla="val 7202444"/>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B6BD9C8-1ED8-06CC-F10D-EB6579E12247}"/>
                </a:ext>
              </a:extLst>
            </p:cNvPr>
            <p:cNvSpPr/>
            <p:nvPr/>
          </p:nvSpPr>
          <p:spPr>
            <a:xfrm>
              <a:off x="5446704" y="1789172"/>
              <a:ext cx="1300806" cy="130080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4" name="Group 23">
            <a:extLst>
              <a:ext uri="{FF2B5EF4-FFF2-40B4-BE49-F238E27FC236}">
                <a16:creationId xmlns:a16="http://schemas.microsoft.com/office/drawing/2014/main" id="{36B35F43-F9BC-6A93-38FD-A30BEDB3AB48}"/>
              </a:ext>
            </a:extLst>
          </p:cNvPr>
          <p:cNvGrpSpPr/>
          <p:nvPr/>
        </p:nvGrpSpPr>
        <p:grpSpPr>
          <a:xfrm>
            <a:off x="1081617" y="3868737"/>
            <a:ext cx="991909" cy="991909"/>
            <a:chOff x="7292691" y="2348157"/>
            <a:chExt cx="791918" cy="791918"/>
          </a:xfrm>
        </p:grpSpPr>
        <p:sp>
          <p:nvSpPr>
            <p:cNvPr id="25" name="Oval 24">
              <a:extLst>
                <a:ext uri="{FF2B5EF4-FFF2-40B4-BE49-F238E27FC236}">
                  <a16:creationId xmlns:a16="http://schemas.microsoft.com/office/drawing/2014/main" id="{FA085273-C7A9-81FA-E7E2-D1B0375186C8}"/>
                </a:ext>
              </a:extLst>
            </p:cNvPr>
            <p:cNvSpPr/>
            <p:nvPr/>
          </p:nvSpPr>
          <p:spPr>
            <a:xfrm>
              <a:off x="7292691" y="2348157"/>
              <a:ext cx="791918" cy="79191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8BB61E3-ECE9-CFF0-94FA-7C703F5E87AD}"/>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6FD12CC1-F60C-18DD-0517-54D746CAB9EF}"/>
              </a:ext>
            </a:extLst>
          </p:cNvPr>
          <p:cNvGrpSpPr/>
          <p:nvPr/>
        </p:nvGrpSpPr>
        <p:grpSpPr>
          <a:xfrm>
            <a:off x="2888989" y="3868737"/>
            <a:ext cx="991909" cy="991909"/>
            <a:chOff x="7292691" y="2348157"/>
            <a:chExt cx="791918" cy="791918"/>
          </a:xfrm>
        </p:grpSpPr>
        <p:sp>
          <p:nvSpPr>
            <p:cNvPr id="28" name="Oval 27">
              <a:extLst>
                <a:ext uri="{FF2B5EF4-FFF2-40B4-BE49-F238E27FC236}">
                  <a16:creationId xmlns:a16="http://schemas.microsoft.com/office/drawing/2014/main" id="{617630A1-DD04-B1E6-5818-77959F5F3E8D}"/>
                </a:ext>
              </a:extLst>
            </p:cNvPr>
            <p:cNvSpPr/>
            <p:nvPr/>
          </p:nvSpPr>
          <p:spPr>
            <a:xfrm>
              <a:off x="7292691" y="2348157"/>
              <a:ext cx="791918" cy="791918"/>
            </a:xfrm>
            <a:prstGeom prst="ellipse">
              <a:avLst/>
            </a:prstGeom>
            <a:solidFill>
              <a:schemeClr val="accent5">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BBF305F-AAA1-7977-F090-211D46156AB7}"/>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14FA98B-C568-8F08-8B7F-235231AFF817}"/>
              </a:ext>
            </a:extLst>
          </p:cNvPr>
          <p:cNvGrpSpPr/>
          <p:nvPr/>
        </p:nvGrpSpPr>
        <p:grpSpPr>
          <a:xfrm>
            <a:off x="4696361" y="3868737"/>
            <a:ext cx="991909" cy="991909"/>
            <a:chOff x="7292691" y="2348157"/>
            <a:chExt cx="791918" cy="791918"/>
          </a:xfrm>
        </p:grpSpPr>
        <p:sp>
          <p:nvSpPr>
            <p:cNvPr id="31" name="Oval 30">
              <a:extLst>
                <a:ext uri="{FF2B5EF4-FFF2-40B4-BE49-F238E27FC236}">
                  <a16:creationId xmlns:a16="http://schemas.microsoft.com/office/drawing/2014/main" id="{FD731A21-8B4B-2BEE-E053-9D446FA88396}"/>
                </a:ext>
              </a:extLst>
            </p:cNvPr>
            <p:cNvSpPr/>
            <p:nvPr/>
          </p:nvSpPr>
          <p:spPr>
            <a:xfrm>
              <a:off x="7292691" y="2348157"/>
              <a:ext cx="791918" cy="79191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92E53B4-2C1C-1747-A854-AE524E159ABA}"/>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22B99FCE-9460-CF98-0D9D-D75378517AF6}"/>
              </a:ext>
            </a:extLst>
          </p:cNvPr>
          <p:cNvGrpSpPr/>
          <p:nvPr/>
        </p:nvGrpSpPr>
        <p:grpSpPr>
          <a:xfrm>
            <a:off x="6503733" y="3868737"/>
            <a:ext cx="991909" cy="991909"/>
            <a:chOff x="7292691" y="2348157"/>
            <a:chExt cx="791918" cy="791918"/>
          </a:xfrm>
        </p:grpSpPr>
        <p:sp>
          <p:nvSpPr>
            <p:cNvPr id="34" name="Oval 33">
              <a:extLst>
                <a:ext uri="{FF2B5EF4-FFF2-40B4-BE49-F238E27FC236}">
                  <a16:creationId xmlns:a16="http://schemas.microsoft.com/office/drawing/2014/main" id="{D2F607CF-E4D0-7A0D-6563-E0074C1A17B9}"/>
                </a:ext>
              </a:extLst>
            </p:cNvPr>
            <p:cNvSpPr/>
            <p:nvPr/>
          </p:nvSpPr>
          <p:spPr>
            <a:xfrm>
              <a:off x="7292691" y="2348157"/>
              <a:ext cx="791918" cy="79191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E94BD920-7F74-8718-F55F-2CA76C08571C}"/>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955165D4-0782-017D-92C0-99E573CB6FB9}"/>
              </a:ext>
            </a:extLst>
          </p:cNvPr>
          <p:cNvGrpSpPr/>
          <p:nvPr/>
        </p:nvGrpSpPr>
        <p:grpSpPr>
          <a:xfrm>
            <a:off x="8311105" y="3868737"/>
            <a:ext cx="991909" cy="991909"/>
            <a:chOff x="7292691" y="2348157"/>
            <a:chExt cx="791918" cy="791918"/>
          </a:xfrm>
        </p:grpSpPr>
        <p:sp>
          <p:nvSpPr>
            <p:cNvPr id="37" name="Oval 36">
              <a:extLst>
                <a:ext uri="{FF2B5EF4-FFF2-40B4-BE49-F238E27FC236}">
                  <a16:creationId xmlns:a16="http://schemas.microsoft.com/office/drawing/2014/main" id="{9295FF21-9A2E-4D33-96B9-3D6BAD2B532B}"/>
                </a:ext>
              </a:extLst>
            </p:cNvPr>
            <p:cNvSpPr/>
            <p:nvPr/>
          </p:nvSpPr>
          <p:spPr>
            <a:xfrm>
              <a:off x="7292691" y="2348157"/>
              <a:ext cx="791918" cy="79191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47EB10C5-2E51-18A8-C09C-83246BE787F5}"/>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6ADA29C7-BBE4-CBAA-7635-51A01C012BFA}"/>
              </a:ext>
            </a:extLst>
          </p:cNvPr>
          <p:cNvGrpSpPr/>
          <p:nvPr/>
        </p:nvGrpSpPr>
        <p:grpSpPr>
          <a:xfrm>
            <a:off x="10118475" y="3868737"/>
            <a:ext cx="991909" cy="991909"/>
            <a:chOff x="7292691" y="2348157"/>
            <a:chExt cx="791918" cy="791918"/>
          </a:xfrm>
        </p:grpSpPr>
        <p:sp>
          <p:nvSpPr>
            <p:cNvPr id="40" name="Oval 39">
              <a:extLst>
                <a:ext uri="{FF2B5EF4-FFF2-40B4-BE49-F238E27FC236}">
                  <a16:creationId xmlns:a16="http://schemas.microsoft.com/office/drawing/2014/main" id="{BFBD74BC-3B0B-33AA-2D2A-2BED71C60C81}"/>
                </a:ext>
              </a:extLst>
            </p:cNvPr>
            <p:cNvSpPr/>
            <p:nvPr/>
          </p:nvSpPr>
          <p:spPr>
            <a:xfrm>
              <a:off x="7292691" y="2348157"/>
              <a:ext cx="791918" cy="791918"/>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10998746-1139-E33F-1CBC-DD50D7D32F2C}"/>
                </a:ext>
              </a:extLst>
            </p:cNvPr>
            <p:cNvSpPr/>
            <p:nvPr/>
          </p:nvSpPr>
          <p:spPr>
            <a:xfrm>
              <a:off x="7367833" y="2423299"/>
              <a:ext cx="641634" cy="641634"/>
            </a:xfrm>
            <a:prstGeom prst="ellipse">
              <a:avLst/>
            </a:prstGeom>
            <a:solidFill>
              <a:srgbClr val="FFFFFF"/>
            </a:solidFill>
            <a:ln>
              <a:noFill/>
            </a:ln>
            <a:effectLst>
              <a:outerShdw blurRad="228600" dist="63500" dir="5400000" algn="ctr" rotWithShape="0">
                <a:prstClr val="black">
                  <a:alpha val="22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9" name="Picture Placeholder 23">
            <a:extLst>
              <a:ext uri="{FF2B5EF4-FFF2-40B4-BE49-F238E27FC236}">
                <a16:creationId xmlns:a16="http://schemas.microsoft.com/office/drawing/2014/main" id="{8B2D49A6-D84A-5F0F-AD7A-1DBCD407D4C5}"/>
              </a:ext>
            </a:extLst>
          </p:cNvPr>
          <p:cNvSpPr>
            <a:spLocks noGrp="1" noChangeAspect="1"/>
          </p:cNvSpPr>
          <p:nvPr>
            <p:ph type="pic" sz="quarter" idx="50"/>
          </p:nvPr>
        </p:nvSpPr>
        <p:spPr>
          <a:xfrm>
            <a:off x="1263542"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0" name="Picture Placeholder 23">
            <a:extLst>
              <a:ext uri="{FF2B5EF4-FFF2-40B4-BE49-F238E27FC236}">
                <a16:creationId xmlns:a16="http://schemas.microsoft.com/office/drawing/2014/main" id="{AF469469-E994-91BD-5F69-97A695471F72}"/>
              </a:ext>
            </a:extLst>
          </p:cNvPr>
          <p:cNvSpPr>
            <a:spLocks noGrp="1" noChangeAspect="1"/>
          </p:cNvSpPr>
          <p:nvPr>
            <p:ph type="pic" sz="quarter" idx="51"/>
          </p:nvPr>
        </p:nvSpPr>
        <p:spPr>
          <a:xfrm>
            <a:off x="3064171"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1" name="Picture Placeholder 23">
            <a:extLst>
              <a:ext uri="{FF2B5EF4-FFF2-40B4-BE49-F238E27FC236}">
                <a16:creationId xmlns:a16="http://schemas.microsoft.com/office/drawing/2014/main" id="{559C1650-6C9C-4A22-2837-952DB7FA9437}"/>
              </a:ext>
            </a:extLst>
          </p:cNvPr>
          <p:cNvSpPr>
            <a:spLocks noGrp="1" noChangeAspect="1"/>
          </p:cNvSpPr>
          <p:nvPr>
            <p:ph type="pic" sz="quarter" idx="52"/>
          </p:nvPr>
        </p:nvSpPr>
        <p:spPr>
          <a:xfrm>
            <a:off x="4871890"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2" name="Picture Placeholder 23">
            <a:extLst>
              <a:ext uri="{FF2B5EF4-FFF2-40B4-BE49-F238E27FC236}">
                <a16:creationId xmlns:a16="http://schemas.microsoft.com/office/drawing/2014/main" id="{0FD1AB7F-7ACA-2D4D-A7B3-2744185A69FB}"/>
              </a:ext>
            </a:extLst>
          </p:cNvPr>
          <p:cNvSpPr>
            <a:spLocks noGrp="1" noChangeAspect="1"/>
          </p:cNvSpPr>
          <p:nvPr>
            <p:ph type="pic" sz="quarter" idx="53"/>
          </p:nvPr>
        </p:nvSpPr>
        <p:spPr>
          <a:xfrm>
            <a:off x="6686260"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3" name="Picture Placeholder 23">
            <a:extLst>
              <a:ext uri="{FF2B5EF4-FFF2-40B4-BE49-F238E27FC236}">
                <a16:creationId xmlns:a16="http://schemas.microsoft.com/office/drawing/2014/main" id="{116F36D1-220B-A2F2-ADC4-1EDE8F0367C7}"/>
              </a:ext>
            </a:extLst>
          </p:cNvPr>
          <p:cNvSpPr>
            <a:spLocks noGrp="1" noChangeAspect="1"/>
          </p:cNvSpPr>
          <p:nvPr>
            <p:ph type="pic" sz="quarter" idx="54"/>
          </p:nvPr>
        </p:nvSpPr>
        <p:spPr>
          <a:xfrm>
            <a:off x="8491304"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4" name="Picture Placeholder 23">
            <a:extLst>
              <a:ext uri="{FF2B5EF4-FFF2-40B4-BE49-F238E27FC236}">
                <a16:creationId xmlns:a16="http://schemas.microsoft.com/office/drawing/2014/main" id="{00180903-9BFB-DBC3-ECC6-F8503F4887C9}"/>
              </a:ext>
            </a:extLst>
          </p:cNvPr>
          <p:cNvSpPr>
            <a:spLocks noGrp="1" noChangeAspect="1"/>
          </p:cNvSpPr>
          <p:nvPr>
            <p:ph type="pic" sz="quarter" idx="55"/>
          </p:nvPr>
        </p:nvSpPr>
        <p:spPr>
          <a:xfrm>
            <a:off x="10300400" y="4050702"/>
            <a:ext cx="628058" cy="62797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5" name="Picture Placeholder 23">
            <a:extLst>
              <a:ext uri="{FF2B5EF4-FFF2-40B4-BE49-F238E27FC236}">
                <a16:creationId xmlns:a16="http://schemas.microsoft.com/office/drawing/2014/main" id="{2943586E-B342-1F71-AEAE-9615D79F08DD}"/>
              </a:ext>
            </a:extLst>
          </p:cNvPr>
          <p:cNvSpPr>
            <a:spLocks noGrp="1" noChangeAspect="1"/>
          </p:cNvSpPr>
          <p:nvPr>
            <p:ph type="pic" sz="quarter" idx="56"/>
          </p:nvPr>
        </p:nvSpPr>
        <p:spPr>
          <a:xfrm>
            <a:off x="5326190" y="1798134"/>
            <a:ext cx="1539622" cy="153942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6" name="Text Placeholder 51">
            <a:extLst>
              <a:ext uri="{FF2B5EF4-FFF2-40B4-BE49-F238E27FC236}">
                <a16:creationId xmlns:a16="http://schemas.microsoft.com/office/drawing/2014/main" id="{D75164C5-F13C-ECC1-0DA8-8F90C90412AA}"/>
              </a:ext>
            </a:extLst>
          </p:cNvPr>
          <p:cNvSpPr>
            <a:spLocks noGrp="1"/>
          </p:cNvSpPr>
          <p:nvPr>
            <p:ph type="body" sz="quarter" idx="57"/>
          </p:nvPr>
        </p:nvSpPr>
        <p:spPr>
          <a:xfrm>
            <a:off x="882648"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7" name="Text Placeholder 51">
            <a:extLst>
              <a:ext uri="{FF2B5EF4-FFF2-40B4-BE49-F238E27FC236}">
                <a16:creationId xmlns:a16="http://schemas.microsoft.com/office/drawing/2014/main" id="{28B72693-8990-66C3-47A6-D842F5437808}"/>
              </a:ext>
            </a:extLst>
          </p:cNvPr>
          <p:cNvSpPr>
            <a:spLocks noGrp="1"/>
          </p:cNvSpPr>
          <p:nvPr>
            <p:ph type="body" sz="quarter" idx="58"/>
          </p:nvPr>
        </p:nvSpPr>
        <p:spPr>
          <a:xfrm>
            <a:off x="9925050"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9" name="Text Placeholder 51">
            <a:extLst>
              <a:ext uri="{FF2B5EF4-FFF2-40B4-BE49-F238E27FC236}">
                <a16:creationId xmlns:a16="http://schemas.microsoft.com/office/drawing/2014/main" id="{258E85EA-AB43-E6F1-9A8F-CD678D3C93EF}"/>
              </a:ext>
            </a:extLst>
          </p:cNvPr>
          <p:cNvSpPr>
            <a:spLocks noGrp="1"/>
          </p:cNvSpPr>
          <p:nvPr>
            <p:ph type="body" sz="quarter" idx="59"/>
          </p:nvPr>
        </p:nvSpPr>
        <p:spPr>
          <a:xfrm>
            <a:off x="2691128"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0" name="Text Placeholder 51">
            <a:extLst>
              <a:ext uri="{FF2B5EF4-FFF2-40B4-BE49-F238E27FC236}">
                <a16:creationId xmlns:a16="http://schemas.microsoft.com/office/drawing/2014/main" id="{39E6DF55-0F95-CEE1-E0D9-66F44CBD6015}"/>
              </a:ext>
            </a:extLst>
          </p:cNvPr>
          <p:cNvSpPr>
            <a:spLocks noGrp="1"/>
          </p:cNvSpPr>
          <p:nvPr>
            <p:ph type="body" sz="quarter" idx="60"/>
          </p:nvPr>
        </p:nvSpPr>
        <p:spPr>
          <a:xfrm>
            <a:off x="4499608"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1" name="Text Placeholder 51">
            <a:extLst>
              <a:ext uri="{FF2B5EF4-FFF2-40B4-BE49-F238E27FC236}">
                <a16:creationId xmlns:a16="http://schemas.microsoft.com/office/drawing/2014/main" id="{57272B37-07B5-FBF6-F35F-9DAA8CF3431D}"/>
              </a:ext>
            </a:extLst>
          </p:cNvPr>
          <p:cNvSpPr>
            <a:spLocks noGrp="1"/>
          </p:cNvSpPr>
          <p:nvPr>
            <p:ph type="body" sz="quarter" idx="61"/>
          </p:nvPr>
        </p:nvSpPr>
        <p:spPr>
          <a:xfrm>
            <a:off x="6308088"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62" name="Text Placeholder 51">
            <a:extLst>
              <a:ext uri="{FF2B5EF4-FFF2-40B4-BE49-F238E27FC236}">
                <a16:creationId xmlns:a16="http://schemas.microsoft.com/office/drawing/2014/main" id="{2C7DAD2A-9EED-899E-3CCB-CE20952EB936}"/>
              </a:ext>
            </a:extLst>
          </p:cNvPr>
          <p:cNvSpPr>
            <a:spLocks noGrp="1"/>
          </p:cNvSpPr>
          <p:nvPr>
            <p:ph type="body" sz="quarter" idx="62"/>
          </p:nvPr>
        </p:nvSpPr>
        <p:spPr>
          <a:xfrm>
            <a:off x="8116568" y="4962525"/>
            <a:ext cx="1384302" cy="155257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829628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Infog_39">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2" name="Group 1">
            <a:extLst>
              <a:ext uri="{FF2B5EF4-FFF2-40B4-BE49-F238E27FC236}">
                <a16:creationId xmlns:a16="http://schemas.microsoft.com/office/drawing/2014/main" id="{0A787F53-16BB-B0CD-1EED-D291EEA71454}"/>
              </a:ext>
            </a:extLst>
          </p:cNvPr>
          <p:cNvGrpSpPr/>
          <p:nvPr/>
        </p:nvGrpSpPr>
        <p:grpSpPr>
          <a:xfrm>
            <a:off x="4336734" y="2104990"/>
            <a:ext cx="3518532" cy="3518530"/>
            <a:chOff x="4696574" y="2464830"/>
            <a:chExt cx="2798852" cy="2798850"/>
          </a:xfrm>
        </p:grpSpPr>
        <p:sp>
          <p:nvSpPr>
            <p:cNvPr id="5" name="Arc 4">
              <a:extLst>
                <a:ext uri="{FF2B5EF4-FFF2-40B4-BE49-F238E27FC236}">
                  <a16:creationId xmlns:a16="http://schemas.microsoft.com/office/drawing/2014/main" id="{E3D4DD32-8948-127D-5920-1B06F05DAC6B}"/>
                </a:ext>
              </a:extLst>
            </p:cNvPr>
            <p:cNvSpPr/>
            <p:nvPr/>
          </p:nvSpPr>
          <p:spPr>
            <a:xfrm flipH="1" flipV="1">
              <a:off x="4696574" y="2464830"/>
              <a:ext cx="2798852" cy="2798850"/>
            </a:xfrm>
            <a:prstGeom prst="arc">
              <a:avLst>
                <a:gd name="adj1" fmla="val 19694616"/>
                <a:gd name="adj2" fmla="val 1890955"/>
              </a:avLst>
            </a:prstGeom>
            <a:ln w="317500" cap="rnd">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Arc 8">
              <a:extLst>
                <a:ext uri="{FF2B5EF4-FFF2-40B4-BE49-F238E27FC236}">
                  <a16:creationId xmlns:a16="http://schemas.microsoft.com/office/drawing/2014/main" id="{9C11636A-073A-0C50-437A-3B9C6F413B0A}"/>
                </a:ext>
              </a:extLst>
            </p:cNvPr>
            <p:cNvSpPr/>
            <p:nvPr/>
          </p:nvSpPr>
          <p:spPr>
            <a:xfrm flipH="1" flipV="1">
              <a:off x="4696574" y="2464830"/>
              <a:ext cx="2798852" cy="2798850"/>
            </a:xfrm>
            <a:prstGeom prst="arc">
              <a:avLst>
                <a:gd name="adj1" fmla="val 16200000"/>
                <a:gd name="adj2" fmla="val 19609029"/>
              </a:avLst>
            </a:prstGeom>
            <a:ln w="317500" cap="rnd">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663F328F-CF22-DF59-0AD6-E3FA575E695A}"/>
                </a:ext>
              </a:extLst>
            </p:cNvPr>
            <p:cNvSpPr/>
            <p:nvPr/>
          </p:nvSpPr>
          <p:spPr>
            <a:xfrm flipV="1">
              <a:off x="4696574" y="2464830"/>
              <a:ext cx="2798852" cy="2798850"/>
            </a:xfrm>
            <a:prstGeom prst="arc">
              <a:avLst>
                <a:gd name="adj1" fmla="val 16200000"/>
                <a:gd name="adj2" fmla="val 19609029"/>
              </a:avLst>
            </a:prstGeom>
            <a:ln w="317500" cap="rnd">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12311296-0765-5025-D6AC-2487B418226C}"/>
                </a:ext>
              </a:extLst>
            </p:cNvPr>
            <p:cNvSpPr/>
            <p:nvPr/>
          </p:nvSpPr>
          <p:spPr>
            <a:xfrm flipV="1">
              <a:off x="4696574" y="2464830"/>
              <a:ext cx="2798852" cy="2798850"/>
            </a:xfrm>
            <a:prstGeom prst="arc">
              <a:avLst>
                <a:gd name="adj1" fmla="val 19694616"/>
                <a:gd name="adj2" fmla="val 1890955"/>
              </a:avLst>
            </a:prstGeom>
            <a:ln w="317500" cap="rnd">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Arc 12">
              <a:extLst>
                <a:ext uri="{FF2B5EF4-FFF2-40B4-BE49-F238E27FC236}">
                  <a16:creationId xmlns:a16="http://schemas.microsoft.com/office/drawing/2014/main" id="{4EF14AC8-C2AD-9D3E-4C5D-2885D69C7AEC}"/>
                </a:ext>
              </a:extLst>
            </p:cNvPr>
            <p:cNvSpPr/>
            <p:nvPr/>
          </p:nvSpPr>
          <p:spPr>
            <a:xfrm>
              <a:off x="4696574" y="2464830"/>
              <a:ext cx="2798852" cy="2798850"/>
            </a:xfrm>
            <a:prstGeom prst="arc">
              <a:avLst>
                <a:gd name="adj1" fmla="val 16200000"/>
                <a:gd name="adj2" fmla="val 19609029"/>
              </a:avLst>
            </a:prstGeom>
            <a:ln w="317500" cap="rnd">
              <a:solidFill>
                <a:schemeClr val="accent5">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Arc 14">
              <a:extLst>
                <a:ext uri="{FF2B5EF4-FFF2-40B4-BE49-F238E27FC236}">
                  <a16:creationId xmlns:a16="http://schemas.microsoft.com/office/drawing/2014/main" id="{D23750A1-5FB4-BF16-E1FA-36CFB7CCFD3F}"/>
                </a:ext>
              </a:extLst>
            </p:cNvPr>
            <p:cNvSpPr/>
            <p:nvPr/>
          </p:nvSpPr>
          <p:spPr>
            <a:xfrm flipH="1">
              <a:off x="4696574" y="2464830"/>
              <a:ext cx="2798852" cy="2798850"/>
            </a:xfrm>
            <a:prstGeom prst="arc">
              <a:avLst>
                <a:gd name="adj1" fmla="val 16200000"/>
                <a:gd name="adj2" fmla="val 19609029"/>
              </a:avLst>
            </a:prstGeom>
            <a:ln w="317500" cap="rnd">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1B11BC6E-5630-9CA5-163E-1AC462ADDC36}"/>
                </a:ext>
              </a:extLst>
            </p:cNvPr>
            <p:cNvSpPr/>
            <p:nvPr/>
          </p:nvSpPr>
          <p:spPr>
            <a:xfrm flipH="1" flipV="1">
              <a:off x="4696574" y="2464830"/>
              <a:ext cx="2798852" cy="2798850"/>
            </a:xfrm>
            <a:prstGeom prst="arc">
              <a:avLst>
                <a:gd name="adj1" fmla="val 71757"/>
                <a:gd name="adj2" fmla="val 1890955"/>
              </a:avLst>
            </a:prstGeom>
            <a:ln w="317500" cap="rnd">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18" name="Oval 17">
            <a:extLst>
              <a:ext uri="{FF2B5EF4-FFF2-40B4-BE49-F238E27FC236}">
                <a16:creationId xmlns:a16="http://schemas.microsoft.com/office/drawing/2014/main" id="{8464C069-FB09-D92A-2D7B-1DD39CDD5418}"/>
              </a:ext>
            </a:extLst>
          </p:cNvPr>
          <p:cNvSpPr/>
          <p:nvPr/>
        </p:nvSpPr>
        <p:spPr>
          <a:xfrm>
            <a:off x="7212576" y="3609786"/>
            <a:ext cx="608724" cy="608724"/>
          </a:xfrm>
          <a:prstGeom prst="ellipse">
            <a:avLst/>
          </a:prstGeom>
          <a:solidFill>
            <a:schemeClr val="accent2"/>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9F48A5C-2C00-8C02-40CB-255C203756CC}"/>
              </a:ext>
            </a:extLst>
          </p:cNvPr>
          <p:cNvSpPr/>
          <p:nvPr/>
        </p:nvSpPr>
        <p:spPr>
          <a:xfrm>
            <a:off x="4370699" y="3575860"/>
            <a:ext cx="608724" cy="608724"/>
          </a:xfrm>
          <a:prstGeom prst="ellipse">
            <a:avLst/>
          </a:prstGeom>
          <a:solidFill>
            <a:schemeClr val="accent5"/>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100689F-F284-FE60-7B53-A34B38658115}"/>
              </a:ext>
            </a:extLst>
          </p:cNvPr>
          <p:cNvSpPr/>
          <p:nvPr/>
        </p:nvSpPr>
        <p:spPr>
          <a:xfrm>
            <a:off x="5115760" y="2245392"/>
            <a:ext cx="608724" cy="608724"/>
          </a:xfrm>
          <a:prstGeom prst="ellipse">
            <a:avLst/>
          </a:prstGeom>
          <a:solidFill>
            <a:schemeClr val="accent1"/>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3FC1F4B-432B-A9D5-E917-9F92440D10E9}"/>
              </a:ext>
            </a:extLst>
          </p:cNvPr>
          <p:cNvSpPr/>
          <p:nvPr/>
        </p:nvSpPr>
        <p:spPr>
          <a:xfrm>
            <a:off x="6542021" y="2245392"/>
            <a:ext cx="608724" cy="608724"/>
          </a:xfrm>
          <a:prstGeom prst="ellipse">
            <a:avLst/>
          </a:prstGeom>
          <a:solidFill>
            <a:schemeClr val="accent5">
              <a:lumMod val="50000"/>
            </a:schemeClr>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F86E462-FE12-D85A-7EFC-F227766D8181}"/>
              </a:ext>
            </a:extLst>
          </p:cNvPr>
          <p:cNvSpPr/>
          <p:nvPr/>
        </p:nvSpPr>
        <p:spPr>
          <a:xfrm>
            <a:off x="5115760" y="4874395"/>
            <a:ext cx="608724" cy="608724"/>
          </a:xfrm>
          <a:prstGeom prst="ellipse">
            <a:avLst/>
          </a:prstGeom>
          <a:solidFill>
            <a:schemeClr val="accent6"/>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A97609F-AA34-1AE6-25E2-58111146A4C2}"/>
              </a:ext>
            </a:extLst>
          </p:cNvPr>
          <p:cNvSpPr/>
          <p:nvPr/>
        </p:nvSpPr>
        <p:spPr>
          <a:xfrm>
            <a:off x="6542021" y="4874395"/>
            <a:ext cx="608724" cy="608724"/>
          </a:xfrm>
          <a:prstGeom prst="ellipse">
            <a:avLst/>
          </a:prstGeom>
          <a:solidFill>
            <a:schemeClr val="accent4"/>
          </a:solidFill>
          <a:ln w="38100" cmpd="sng">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Picture Placeholder 23">
            <a:extLst>
              <a:ext uri="{FF2B5EF4-FFF2-40B4-BE49-F238E27FC236}">
                <a16:creationId xmlns:a16="http://schemas.microsoft.com/office/drawing/2014/main" id="{13016994-DBD2-2A8A-D384-D65D5D2D7C4E}"/>
              </a:ext>
            </a:extLst>
          </p:cNvPr>
          <p:cNvSpPr>
            <a:spLocks noGrp="1" noChangeAspect="1"/>
          </p:cNvSpPr>
          <p:nvPr>
            <p:ph type="pic" sz="quarter" idx="50"/>
          </p:nvPr>
        </p:nvSpPr>
        <p:spPr>
          <a:xfrm>
            <a:off x="5190588" y="2320249"/>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2" name="Picture Placeholder 23">
            <a:extLst>
              <a:ext uri="{FF2B5EF4-FFF2-40B4-BE49-F238E27FC236}">
                <a16:creationId xmlns:a16="http://schemas.microsoft.com/office/drawing/2014/main" id="{815EC153-04FB-00DA-14E9-D85C2A38D592}"/>
              </a:ext>
            </a:extLst>
          </p:cNvPr>
          <p:cNvSpPr>
            <a:spLocks noGrp="1" noChangeAspect="1"/>
          </p:cNvSpPr>
          <p:nvPr>
            <p:ph type="pic" sz="quarter" idx="51"/>
          </p:nvPr>
        </p:nvSpPr>
        <p:spPr>
          <a:xfrm>
            <a:off x="6616849" y="2320249"/>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3" name="Picture Placeholder 23">
            <a:extLst>
              <a:ext uri="{FF2B5EF4-FFF2-40B4-BE49-F238E27FC236}">
                <a16:creationId xmlns:a16="http://schemas.microsoft.com/office/drawing/2014/main" id="{D8B9C1D3-A01C-0EA4-60C2-7EC570BE4FC6}"/>
              </a:ext>
            </a:extLst>
          </p:cNvPr>
          <p:cNvSpPr>
            <a:spLocks noGrp="1" noChangeAspect="1"/>
          </p:cNvSpPr>
          <p:nvPr>
            <p:ph type="pic" sz="quarter" idx="52"/>
          </p:nvPr>
        </p:nvSpPr>
        <p:spPr>
          <a:xfrm>
            <a:off x="5190588" y="494925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4" name="Picture Placeholder 23">
            <a:extLst>
              <a:ext uri="{FF2B5EF4-FFF2-40B4-BE49-F238E27FC236}">
                <a16:creationId xmlns:a16="http://schemas.microsoft.com/office/drawing/2014/main" id="{BFFD6CF3-39FA-9E94-3B87-217811BCB838}"/>
              </a:ext>
            </a:extLst>
          </p:cNvPr>
          <p:cNvSpPr>
            <a:spLocks noGrp="1" noChangeAspect="1"/>
          </p:cNvSpPr>
          <p:nvPr>
            <p:ph type="pic" sz="quarter" idx="53"/>
          </p:nvPr>
        </p:nvSpPr>
        <p:spPr>
          <a:xfrm>
            <a:off x="6616849" y="494925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5" name="Picture Placeholder 23">
            <a:extLst>
              <a:ext uri="{FF2B5EF4-FFF2-40B4-BE49-F238E27FC236}">
                <a16:creationId xmlns:a16="http://schemas.microsoft.com/office/drawing/2014/main" id="{A58BA375-26CB-2B99-AEA8-DF77656D5C1D}"/>
              </a:ext>
            </a:extLst>
          </p:cNvPr>
          <p:cNvSpPr>
            <a:spLocks noGrp="1" noChangeAspect="1"/>
          </p:cNvSpPr>
          <p:nvPr>
            <p:ph type="pic" sz="quarter" idx="54"/>
          </p:nvPr>
        </p:nvSpPr>
        <p:spPr>
          <a:xfrm>
            <a:off x="4445527" y="3650717"/>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6" name="Picture Placeholder 23">
            <a:extLst>
              <a:ext uri="{FF2B5EF4-FFF2-40B4-BE49-F238E27FC236}">
                <a16:creationId xmlns:a16="http://schemas.microsoft.com/office/drawing/2014/main" id="{1D7FF1EA-0BE3-02E7-C666-AB639D6AC119}"/>
              </a:ext>
            </a:extLst>
          </p:cNvPr>
          <p:cNvSpPr>
            <a:spLocks noGrp="1" noChangeAspect="1"/>
          </p:cNvSpPr>
          <p:nvPr>
            <p:ph type="pic" sz="quarter" idx="55"/>
          </p:nvPr>
        </p:nvSpPr>
        <p:spPr>
          <a:xfrm>
            <a:off x="7287404" y="3684643"/>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7" name="Text Placeholder 51">
            <a:extLst>
              <a:ext uri="{FF2B5EF4-FFF2-40B4-BE49-F238E27FC236}">
                <a16:creationId xmlns:a16="http://schemas.microsoft.com/office/drawing/2014/main" id="{5CCE09B3-FFC8-02CD-F1CF-76D6B491A5F7}"/>
              </a:ext>
            </a:extLst>
          </p:cNvPr>
          <p:cNvSpPr>
            <a:spLocks noGrp="1"/>
          </p:cNvSpPr>
          <p:nvPr>
            <p:ph type="body" sz="quarter" idx="56"/>
          </p:nvPr>
        </p:nvSpPr>
        <p:spPr>
          <a:xfrm>
            <a:off x="2004885" y="3288840"/>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8" name="Text Placeholder 51">
            <a:extLst>
              <a:ext uri="{FF2B5EF4-FFF2-40B4-BE49-F238E27FC236}">
                <a16:creationId xmlns:a16="http://schemas.microsoft.com/office/drawing/2014/main" id="{A94D730A-C51F-37BC-F621-F977098F9A59}"/>
              </a:ext>
            </a:extLst>
          </p:cNvPr>
          <p:cNvSpPr>
            <a:spLocks noGrp="1"/>
          </p:cNvSpPr>
          <p:nvPr>
            <p:ph type="body" sz="quarter" idx="57"/>
          </p:nvPr>
        </p:nvSpPr>
        <p:spPr>
          <a:xfrm>
            <a:off x="8399259" y="3288840"/>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1FE8760F-0D48-731B-F828-6FBDB0DC05E6}"/>
              </a:ext>
            </a:extLst>
          </p:cNvPr>
          <p:cNvSpPr>
            <a:spLocks noGrp="1"/>
          </p:cNvSpPr>
          <p:nvPr>
            <p:ph type="body" sz="quarter" idx="58"/>
          </p:nvPr>
        </p:nvSpPr>
        <p:spPr>
          <a:xfrm>
            <a:off x="8125931" y="1694941"/>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0" name="Text Placeholder 51">
            <a:extLst>
              <a:ext uri="{FF2B5EF4-FFF2-40B4-BE49-F238E27FC236}">
                <a16:creationId xmlns:a16="http://schemas.microsoft.com/office/drawing/2014/main" id="{74D0288A-C715-2641-C639-C5A08587DE04}"/>
              </a:ext>
            </a:extLst>
          </p:cNvPr>
          <p:cNvSpPr>
            <a:spLocks noGrp="1"/>
          </p:cNvSpPr>
          <p:nvPr>
            <p:ph type="body" sz="quarter" idx="59"/>
          </p:nvPr>
        </p:nvSpPr>
        <p:spPr>
          <a:xfrm>
            <a:off x="2276882" y="1694941"/>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1" name="Text Placeholder 51">
            <a:extLst>
              <a:ext uri="{FF2B5EF4-FFF2-40B4-BE49-F238E27FC236}">
                <a16:creationId xmlns:a16="http://schemas.microsoft.com/office/drawing/2014/main" id="{2B958129-A575-E3D4-A0DA-6AA9B203055B}"/>
              </a:ext>
            </a:extLst>
          </p:cNvPr>
          <p:cNvSpPr>
            <a:spLocks noGrp="1"/>
          </p:cNvSpPr>
          <p:nvPr>
            <p:ph type="body" sz="quarter" idx="60"/>
          </p:nvPr>
        </p:nvSpPr>
        <p:spPr>
          <a:xfrm>
            <a:off x="8125931" y="4954248"/>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2" name="Text Placeholder 51">
            <a:extLst>
              <a:ext uri="{FF2B5EF4-FFF2-40B4-BE49-F238E27FC236}">
                <a16:creationId xmlns:a16="http://schemas.microsoft.com/office/drawing/2014/main" id="{F4110E7E-01D3-A277-1332-6F8C891A570E}"/>
              </a:ext>
            </a:extLst>
          </p:cNvPr>
          <p:cNvSpPr>
            <a:spLocks noGrp="1"/>
          </p:cNvSpPr>
          <p:nvPr>
            <p:ph type="body" sz="quarter" idx="61"/>
          </p:nvPr>
        </p:nvSpPr>
        <p:spPr>
          <a:xfrm>
            <a:off x="2276882" y="4954248"/>
            <a:ext cx="1787856" cy="125061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38488040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Infog_40">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AutoShape 90">
            <a:extLst>
              <a:ext uri="{FF2B5EF4-FFF2-40B4-BE49-F238E27FC236}">
                <a16:creationId xmlns:a16="http://schemas.microsoft.com/office/drawing/2014/main" id="{C4D9B5A7-AB95-724B-963E-4D360AC607AD}"/>
              </a:ext>
            </a:extLst>
          </p:cNvPr>
          <p:cNvSpPr>
            <a:spLocks noChangeAspect="1" noChangeArrowheads="1" noTextEdit="1"/>
          </p:cNvSpPr>
          <p:nvPr/>
        </p:nvSpPr>
        <p:spPr bwMode="auto">
          <a:xfrm>
            <a:off x="4272856" y="1777710"/>
            <a:ext cx="3715323" cy="416001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Freeform 92">
            <a:extLst>
              <a:ext uri="{FF2B5EF4-FFF2-40B4-BE49-F238E27FC236}">
                <a16:creationId xmlns:a16="http://schemas.microsoft.com/office/drawing/2014/main" id="{ECC10D98-6D0B-1B3C-BC0D-94F46EBA27E8}"/>
              </a:ext>
            </a:extLst>
          </p:cNvPr>
          <p:cNvSpPr>
            <a:spLocks/>
          </p:cNvSpPr>
          <p:nvPr/>
        </p:nvSpPr>
        <p:spPr bwMode="auto">
          <a:xfrm>
            <a:off x="5524355" y="2079684"/>
            <a:ext cx="2433814" cy="1840383"/>
          </a:xfrm>
          <a:custGeom>
            <a:avLst/>
            <a:gdLst>
              <a:gd name="T0" fmla="*/ 0 w 605"/>
              <a:gd name="T1" fmla="*/ 376 h 458"/>
              <a:gd name="T2" fmla="*/ 142 w 605"/>
              <a:gd name="T3" fmla="*/ 458 h 458"/>
              <a:gd name="T4" fmla="*/ 142 w 605"/>
              <a:gd name="T5" fmla="*/ 458 h 458"/>
              <a:gd name="T6" fmla="*/ 142 w 605"/>
              <a:gd name="T7" fmla="*/ 458 h 458"/>
              <a:gd name="T8" fmla="*/ 142 w 605"/>
              <a:gd name="T9" fmla="*/ 458 h 458"/>
              <a:gd name="T10" fmla="*/ 142 w 605"/>
              <a:gd name="T11" fmla="*/ 294 h 458"/>
              <a:gd name="T12" fmla="*/ 551 w 605"/>
              <a:gd name="T13" fmla="*/ 346 h 458"/>
              <a:gd name="T14" fmla="*/ 587 w 605"/>
              <a:gd name="T15" fmla="*/ 312 h 458"/>
              <a:gd name="T16" fmla="*/ 587 w 605"/>
              <a:gd name="T17" fmla="*/ 312 h 458"/>
              <a:gd name="T18" fmla="*/ 591 w 605"/>
              <a:gd name="T19" fmla="*/ 307 h 458"/>
              <a:gd name="T20" fmla="*/ 605 w 605"/>
              <a:gd name="T21" fmla="*/ 253 h 458"/>
              <a:gd name="T22" fmla="*/ 497 w 605"/>
              <a:gd name="T23" fmla="*/ 145 h 458"/>
              <a:gd name="T24" fmla="*/ 326 w 605"/>
              <a:gd name="T25" fmla="*/ 138 h 458"/>
              <a:gd name="T26" fmla="*/ 238 w 605"/>
              <a:gd name="T27" fmla="*/ 0 h 458"/>
              <a:gd name="T28" fmla="*/ 250 w 605"/>
              <a:gd name="T29" fmla="*/ 48 h 458"/>
              <a:gd name="T30" fmla="*/ 0 w 605"/>
              <a:gd name="T31" fmla="*/ 376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5" h="458">
                <a:moveTo>
                  <a:pt x="0" y="376"/>
                </a:moveTo>
                <a:cubicBezTo>
                  <a:pt x="142" y="458"/>
                  <a:pt x="142" y="458"/>
                  <a:pt x="142" y="458"/>
                </a:cubicBezTo>
                <a:cubicBezTo>
                  <a:pt x="142" y="458"/>
                  <a:pt x="142" y="458"/>
                  <a:pt x="142" y="458"/>
                </a:cubicBezTo>
                <a:cubicBezTo>
                  <a:pt x="142" y="458"/>
                  <a:pt x="142" y="458"/>
                  <a:pt x="142" y="458"/>
                </a:cubicBezTo>
                <a:cubicBezTo>
                  <a:pt x="142" y="458"/>
                  <a:pt x="142" y="458"/>
                  <a:pt x="142" y="458"/>
                </a:cubicBezTo>
                <a:cubicBezTo>
                  <a:pt x="142" y="294"/>
                  <a:pt x="142" y="294"/>
                  <a:pt x="142" y="294"/>
                </a:cubicBezTo>
                <a:cubicBezTo>
                  <a:pt x="316" y="298"/>
                  <a:pt x="410" y="428"/>
                  <a:pt x="551" y="346"/>
                </a:cubicBezTo>
                <a:cubicBezTo>
                  <a:pt x="566" y="338"/>
                  <a:pt x="578" y="326"/>
                  <a:pt x="587" y="312"/>
                </a:cubicBezTo>
                <a:cubicBezTo>
                  <a:pt x="587" y="312"/>
                  <a:pt x="587" y="312"/>
                  <a:pt x="587" y="312"/>
                </a:cubicBezTo>
                <a:cubicBezTo>
                  <a:pt x="588" y="310"/>
                  <a:pt x="590" y="308"/>
                  <a:pt x="591" y="307"/>
                </a:cubicBezTo>
                <a:cubicBezTo>
                  <a:pt x="600" y="291"/>
                  <a:pt x="605" y="272"/>
                  <a:pt x="605" y="253"/>
                </a:cubicBezTo>
                <a:cubicBezTo>
                  <a:pt x="605" y="193"/>
                  <a:pt x="557" y="145"/>
                  <a:pt x="497" y="145"/>
                </a:cubicBezTo>
                <a:cubicBezTo>
                  <a:pt x="449" y="145"/>
                  <a:pt x="391" y="174"/>
                  <a:pt x="326" y="138"/>
                </a:cubicBezTo>
                <a:cubicBezTo>
                  <a:pt x="266" y="102"/>
                  <a:pt x="260" y="42"/>
                  <a:pt x="238" y="0"/>
                </a:cubicBezTo>
                <a:cubicBezTo>
                  <a:pt x="246" y="14"/>
                  <a:pt x="250" y="31"/>
                  <a:pt x="250" y="48"/>
                </a:cubicBezTo>
                <a:cubicBezTo>
                  <a:pt x="250" y="210"/>
                  <a:pt x="91" y="227"/>
                  <a:pt x="0" y="376"/>
                </a:cubicBezTo>
                <a:close/>
              </a:path>
            </a:pathLst>
          </a:custGeom>
          <a:solidFill>
            <a:schemeClr val="accent2"/>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3">
            <a:extLst>
              <a:ext uri="{FF2B5EF4-FFF2-40B4-BE49-F238E27FC236}">
                <a16:creationId xmlns:a16="http://schemas.microsoft.com/office/drawing/2014/main" id="{4ED58181-0686-725B-29A5-9F0733AC7EBC}"/>
              </a:ext>
            </a:extLst>
          </p:cNvPr>
          <p:cNvSpPr>
            <a:spLocks/>
          </p:cNvSpPr>
          <p:nvPr/>
        </p:nvSpPr>
        <p:spPr bwMode="auto">
          <a:xfrm>
            <a:off x="6095250" y="3260534"/>
            <a:ext cx="1923014" cy="1917004"/>
          </a:xfrm>
          <a:custGeom>
            <a:avLst/>
            <a:gdLst>
              <a:gd name="T0" fmla="*/ 0 w 478"/>
              <a:gd name="T1" fmla="*/ 0 h 477"/>
              <a:gd name="T2" fmla="*/ 0 w 478"/>
              <a:gd name="T3" fmla="*/ 164 h 477"/>
              <a:gd name="T4" fmla="*/ 0 w 478"/>
              <a:gd name="T5" fmla="*/ 164 h 477"/>
              <a:gd name="T6" fmla="*/ 0 w 478"/>
              <a:gd name="T7" fmla="*/ 164 h 477"/>
              <a:gd name="T8" fmla="*/ 0 w 478"/>
              <a:gd name="T9" fmla="*/ 164 h 477"/>
              <a:gd name="T10" fmla="*/ 142 w 478"/>
              <a:gd name="T11" fmla="*/ 82 h 477"/>
              <a:gd name="T12" fmla="*/ 301 w 478"/>
              <a:gd name="T13" fmla="*/ 462 h 477"/>
              <a:gd name="T14" fmla="*/ 349 w 478"/>
              <a:gd name="T15" fmla="*/ 477 h 477"/>
              <a:gd name="T16" fmla="*/ 349 w 478"/>
              <a:gd name="T17" fmla="*/ 477 h 477"/>
              <a:gd name="T18" fmla="*/ 356 w 478"/>
              <a:gd name="T19" fmla="*/ 477 h 477"/>
              <a:gd name="T20" fmla="*/ 409 w 478"/>
              <a:gd name="T21" fmla="*/ 462 h 477"/>
              <a:gd name="T22" fmla="*/ 449 w 478"/>
              <a:gd name="T23" fmla="*/ 315 h 477"/>
              <a:gd name="T24" fmla="*/ 369 w 478"/>
              <a:gd name="T25" fmla="*/ 164 h 477"/>
              <a:gd name="T26" fmla="*/ 445 w 478"/>
              <a:gd name="T27" fmla="*/ 18 h 477"/>
              <a:gd name="T28" fmla="*/ 409 w 478"/>
              <a:gd name="T29" fmla="*/ 52 h 477"/>
              <a:gd name="T30" fmla="*/ 0 w 478"/>
              <a:gd name="T31"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78" h="477">
                <a:moveTo>
                  <a:pt x="0" y="0"/>
                </a:moveTo>
                <a:cubicBezTo>
                  <a:pt x="0" y="164"/>
                  <a:pt x="0" y="164"/>
                  <a:pt x="0" y="164"/>
                </a:cubicBezTo>
                <a:cubicBezTo>
                  <a:pt x="0" y="164"/>
                  <a:pt x="0" y="164"/>
                  <a:pt x="0" y="164"/>
                </a:cubicBezTo>
                <a:cubicBezTo>
                  <a:pt x="0" y="164"/>
                  <a:pt x="0" y="164"/>
                  <a:pt x="0" y="164"/>
                </a:cubicBezTo>
                <a:cubicBezTo>
                  <a:pt x="0" y="164"/>
                  <a:pt x="0" y="164"/>
                  <a:pt x="0" y="164"/>
                </a:cubicBezTo>
                <a:cubicBezTo>
                  <a:pt x="142" y="82"/>
                  <a:pt x="142" y="82"/>
                  <a:pt x="142" y="82"/>
                </a:cubicBezTo>
                <a:cubicBezTo>
                  <a:pt x="226" y="235"/>
                  <a:pt x="161" y="381"/>
                  <a:pt x="301" y="462"/>
                </a:cubicBezTo>
                <a:cubicBezTo>
                  <a:pt x="316" y="471"/>
                  <a:pt x="333" y="476"/>
                  <a:pt x="349" y="477"/>
                </a:cubicBezTo>
                <a:cubicBezTo>
                  <a:pt x="349" y="477"/>
                  <a:pt x="349" y="477"/>
                  <a:pt x="349" y="477"/>
                </a:cubicBezTo>
                <a:cubicBezTo>
                  <a:pt x="351" y="477"/>
                  <a:pt x="353" y="477"/>
                  <a:pt x="356" y="477"/>
                </a:cubicBezTo>
                <a:cubicBezTo>
                  <a:pt x="374" y="477"/>
                  <a:pt x="392" y="472"/>
                  <a:pt x="409" y="462"/>
                </a:cubicBezTo>
                <a:cubicBezTo>
                  <a:pt x="461" y="433"/>
                  <a:pt x="478" y="367"/>
                  <a:pt x="449" y="315"/>
                </a:cubicBezTo>
                <a:cubicBezTo>
                  <a:pt x="424" y="273"/>
                  <a:pt x="371" y="238"/>
                  <a:pt x="369" y="164"/>
                </a:cubicBezTo>
                <a:cubicBezTo>
                  <a:pt x="371" y="94"/>
                  <a:pt x="420" y="58"/>
                  <a:pt x="445" y="18"/>
                </a:cubicBezTo>
                <a:cubicBezTo>
                  <a:pt x="436" y="32"/>
                  <a:pt x="424" y="44"/>
                  <a:pt x="409" y="52"/>
                </a:cubicBezTo>
                <a:cubicBezTo>
                  <a:pt x="268" y="134"/>
                  <a:pt x="174" y="4"/>
                  <a:pt x="0" y="0"/>
                </a:cubicBezTo>
                <a:close/>
              </a:path>
            </a:pathLst>
          </a:custGeom>
          <a:solidFill>
            <a:schemeClr val="accent5">
              <a:lumMod val="50000"/>
            </a:schemeClr>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94">
            <a:extLst>
              <a:ext uri="{FF2B5EF4-FFF2-40B4-BE49-F238E27FC236}">
                <a16:creationId xmlns:a16="http://schemas.microsoft.com/office/drawing/2014/main" id="{D3A1DEDC-2845-BC61-D4A3-EB760D44905A}"/>
              </a:ext>
            </a:extLst>
          </p:cNvPr>
          <p:cNvSpPr>
            <a:spLocks/>
          </p:cNvSpPr>
          <p:nvPr/>
        </p:nvSpPr>
        <p:spPr bwMode="auto">
          <a:xfrm>
            <a:off x="5661069" y="3591051"/>
            <a:ext cx="1837380" cy="2471373"/>
          </a:xfrm>
          <a:custGeom>
            <a:avLst/>
            <a:gdLst>
              <a:gd name="T0" fmla="*/ 250 w 457"/>
              <a:gd name="T1" fmla="*/ 0 h 615"/>
              <a:gd name="T2" fmla="*/ 108 w 457"/>
              <a:gd name="T3" fmla="*/ 82 h 615"/>
              <a:gd name="T4" fmla="*/ 108 w 457"/>
              <a:gd name="T5" fmla="*/ 82 h 615"/>
              <a:gd name="T6" fmla="*/ 108 w 457"/>
              <a:gd name="T7" fmla="*/ 82 h 615"/>
              <a:gd name="T8" fmla="*/ 108 w 457"/>
              <a:gd name="T9" fmla="*/ 82 h 615"/>
              <a:gd name="T10" fmla="*/ 250 w 457"/>
              <a:gd name="T11" fmla="*/ 164 h 615"/>
              <a:gd name="T12" fmla="*/ 0 w 457"/>
              <a:gd name="T13" fmla="*/ 492 h 615"/>
              <a:gd name="T14" fmla="*/ 12 w 457"/>
              <a:gd name="T15" fmla="*/ 540 h 615"/>
              <a:gd name="T16" fmla="*/ 12 w 457"/>
              <a:gd name="T17" fmla="*/ 540 h 615"/>
              <a:gd name="T18" fmla="*/ 15 w 457"/>
              <a:gd name="T19" fmla="*/ 546 h 615"/>
              <a:gd name="T20" fmla="*/ 54 w 457"/>
              <a:gd name="T21" fmla="*/ 585 h 615"/>
              <a:gd name="T22" fmla="*/ 201 w 457"/>
              <a:gd name="T23" fmla="*/ 546 h 615"/>
              <a:gd name="T24" fmla="*/ 292 w 457"/>
              <a:gd name="T25" fmla="*/ 401 h 615"/>
              <a:gd name="T26" fmla="*/ 457 w 457"/>
              <a:gd name="T27" fmla="*/ 395 h 615"/>
              <a:gd name="T28" fmla="*/ 409 w 457"/>
              <a:gd name="T29" fmla="*/ 380 h 615"/>
              <a:gd name="T30" fmla="*/ 250 w 457"/>
              <a:gd name="T31" fmla="*/ 0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7" h="615">
                <a:moveTo>
                  <a:pt x="250" y="0"/>
                </a:moveTo>
                <a:cubicBezTo>
                  <a:pt x="108" y="82"/>
                  <a:pt x="108" y="82"/>
                  <a:pt x="108" y="82"/>
                </a:cubicBezTo>
                <a:cubicBezTo>
                  <a:pt x="108" y="82"/>
                  <a:pt x="108" y="82"/>
                  <a:pt x="108" y="82"/>
                </a:cubicBezTo>
                <a:cubicBezTo>
                  <a:pt x="108" y="82"/>
                  <a:pt x="108" y="82"/>
                  <a:pt x="108" y="82"/>
                </a:cubicBezTo>
                <a:cubicBezTo>
                  <a:pt x="108" y="82"/>
                  <a:pt x="108" y="82"/>
                  <a:pt x="108" y="82"/>
                </a:cubicBezTo>
                <a:cubicBezTo>
                  <a:pt x="250" y="164"/>
                  <a:pt x="250" y="164"/>
                  <a:pt x="250" y="164"/>
                </a:cubicBezTo>
                <a:cubicBezTo>
                  <a:pt x="159" y="313"/>
                  <a:pt x="0" y="330"/>
                  <a:pt x="0" y="492"/>
                </a:cubicBezTo>
                <a:cubicBezTo>
                  <a:pt x="0" y="509"/>
                  <a:pt x="4" y="526"/>
                  <a:pt x="12" y="540"/>
                </a:cubicBezTo>
                <a:cubicBezTo>
                  <a:pt x="12" y="540"/>
                  <a:pt x="12" y="540"/>
                  <a:pt x="12" y="540"/>
                </a:cubicBezTo>
                <a:cubicBezTo>
                  <a:pt x="13" y="542"/>
                  <a:pt x="14" y="544"/>
                  <a:pt x="15" y="546"/>
                </a:cubicBezTo>
                <a:cubicBezTo>
                  <a:pt x="24" y="562"/>
                  <a:pt x="37" y="576"/>
                  <a:pt x="54" y="585"/>
                </a:cubicBezTo>
                <a:cubicBezTo>
                  <a:pt x="106" y="615"/>
                  <a:pt x="172" y="598"/>
                  <a:pt x="201" y="546"/>
                </a:cubicBezTo>
                <a:cubicBezTo>
                  <a:pt x="225" y="504"/>
                  <a:pt x="229" y="440"/>
                  <a:pt x="292" y="401"/>
                </a:cubicBezTo>
                <a:cubicBezTo>
                  <a:pt x="354" y="368"/>
                  <a:pt x="410" y="392"/>
                  <a:pt x="457" y="395"/>
                </a:cubicBezTo>
                <a:cubicBezTo>
                  <a:pt x="440" y="394"/>
                  <a:pt x="424" y="389"/>
                  <a:pt x="409" y="380"/>
                </a:cubicBezTo>
                <a:cubicBezTo>
                  <a:pt x="269" y="299"/>
                  <a:pt x="334" y="153"/>
                  <a:pt x="250" y="0"/>
                </a:cubicBezTo>
                <a:close/>
              </a:path>
            </a:pathLst>
          </a:custGeom>
          <a:solidFill>
            <a:schemeClr val="accent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95">
            <a:extLst>
              <a:ext uri="{FF2B5EF4-FFF2-40B4-BE49-F238E27FC236}">
                <a16:creationId xmlns:a16="http://schemas.microsoft.com/office/drawing/2014/main" id="{508CAC60-E721-B25F-0B10-55C03D9533FD}"/>
              </a:ext>
            </a:extLst>
          </p:cNvPr>
          <p:cNvSpPr>
            <a:spLocks/>
          </p:cNvSpPr>
          <p:nvPr/>
        </p:nvSpPr>
        <p:spPr bwMode="auto">
          <a:xfrm>
            <a:off x="4233833" y="3920067"/>
            <a:ext cx="2432313" cy="1840383"/>
          </a:xfrm>
          <a:custGeom>
            <a:avLst/>
            <a:gdLst>
              <a:gd name="T0" fmla="*/ 605 w 605"/>
              <a:gd name="T1" fmla="*/ 82 h 458"/>
              <a:gd name="T2" fmla="*/ 463 w 605"/>
              <a:gd name="T3" fmla="*/ 0 h 458"/>
              <a:gd name="T4" fmla="*/ 463 w 605"/>
              <a:gd name="T5" fmla="*/ 0 h 458"/>
              <a:gd name="T6" fmla="*/ 463 w 605"/>
              <a:gd name="T7" fmla="*/ 0 h 458"/>
              <a:gd name="T8" fmla="*/ 463 w 605"/>
              <a:gd name="T9" fmla="*/ 0 h 458"/>
              <a:gd name="T10" fmla="*/ 463 w 605"/>
              <a:gd name="T11" fmla="*/ 164 h 458"/>
              <a:gd name="T12" fmla="*/ 54 w 605"/>
              <a:gd name="T13" fmla="*/ 112 h 458"/>
              <a:gd name="T14" fmla="*/ 18 w 605"/>
              <a:gd name="T15" fmla="*/ 146 h 458"/>
              <a:gd name="T16" fmla="*/ 18 w 605"/>
              <a:gd name="T17" fmla="*/ 146 h 458"/>
              <a:gd name="T18" fmla="*/ 14 w 605"/>
              <a:gd name="T19" fmla="*/ 151 h 458"/>
              <a:gd name="T20" fmla="*/ 0 w 605"/>
              <a:gd name="T21" fmla="*/ 205 h 458"/>
              <a:gd name="T22" fmla="*/ 108 w 605"/>
              <a:gd name="T23" fmla="*/ 313 h 458"/>
              <a:gd name="T24" fmla="*/ 279 w 605"/>
              <a:gd name="T25" fmla="*/ 320 h 458"/>
              <a:gd name="T26" fmla="*/ 367 w 605"/>
              <a:gd name="T27" fmla="*/ 458 h 458"/>
              <a:gd name="T28" fmla="*/ 355 w 605"/>
              <a:gd name="T29" fmla="*/ 410 h 458"/>
              <a:gd name="T30" fmla="*/ 605 w 605"/>
              <a:gd name="T31" fmla="*/ 82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5" h="458">
                <a:moveTo>
                  <a:pt x="605" y="82"/>
                </a:moveTo>
                <a:cubicBezTo>
                  <a:pt x="463" y="0"/>
                  <a:pt x="463" y="0"/>
                  <a:pt x="463" y="0"/>
                </a:cubicBezTo>
                <a:cubicBezTo>
                  <a:pt x="463" y="0"/>
                  <a:pt x="463" y="0"/>
                  <a:pt x="463" y="0"/>
                </a:cubicBezTo>
                <a:cubicBezTo>
                  <a:pt x="463" y="0"/>
                  <a:pt x="463" y="0"/>
                  <a:pt x="463" y="0"/>
                </a:cubicBezTo>
                <a:cubicBezTo>
                  <a:pt x="463" y="0"/>
                  <a:pt x="463" y="0"/>
                  <a:pt x="463" y="0"/>
                </a:cubicBezTo>
                <a:cubicBezTo>
                  <a:pt x="463" y="164"/>
                  <a:pt x="463" y="164"/>
                  <a:pt x="463" y="164"/>
                </a:cubicBezTo>
                <a:cubicBezTo>
                  <a:pt x="289" y="160"/>
                  <a:pt x="195" y="30"/>
                  <a:pt x="54" y="112"/>
                </a:cubicBezTo>
                <a:cubicBezTo>
                  <a:pt x="39" y="120"/>
                  <a:pt x="27" y="132"/>
                  <a:pt x="18" y="146"/>
                </a:cubicBezTo>
                <a:cubicBezTo>
                  <a:pt x="18" y="146"/>
                  <a:pt x="18" y="146"/>
                  <a:pt x="18" y="146"/>
                </a:cubicBezTo>
                <a:cubicBezTo>
                  <a:pt x="17" y="148"/>
                  <a:pt x="15" y="150"/>
                  <a:pt x="14" y="151"/>
                </a:cubicBezTo>
                <a:cubicBezTo>
                  <a:pt x="5" y="167"/>
                  <a:pt x="0" y="186"/>
                  <a:pt x="0" y="205"/>
                </a:cubicBezTo>
                <a:cubicBezTo>
                  <a:pt x="0" y="265"/>
                  <a:pt x="48" y="313"/>
                  <a:pt x="108" y="313"/>
                </a:cubicBezTo>
                <a:cubicBezTo>
                  <a:pt x="156" y="313"/>
                  <a:pt x="214" y="284"/>
                  <a:pt x="279" y="320"/>
                </a:cubicBezTo>
                <a:cubicBezTo>
                  <a:pt x="339" y="356"/>
                  <a:pt x="345" y="416"/>
                  <a:pt x="367" y="458"/>
                </a:cubicBezTo>
                <a:cubicBezTo>
                  <a:pt x="359" y="444"/>
                  <a:pt x="355" y="427"/>
                  <a:pt x="355" y="410"/>
                </a:cubicBezTo>
                <a:cubicBezTo>
                  <a:pt x="355" y="248"/>
                  <a:pt x="514" y="231"/>
                  <a:pt x="605" y="82"/>
                </a:cubicBez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96">
            <a:extLst>
              <a:ext uri="{FF2B5EF4-FFF2-40B4-BE49-F238E27FC236}">
                <a16:creationId xmlns:a16="http://schemas.microsoft.com/office/drawing/2014/main" id="{74644273-4B8D-D982-F185-B7D216E75735}"/>
              </a:ext>
            </a:extLst>
          </p:cNvPr>
          <p:cNvSpPr>
            <a:spLocks/>
          </p:cNvSpPr>
          <p:nvPr/>
        </p:nvSpPr>
        <p:spPr bwMode="auto">
          <a:xfrm>
            <a:off x="4173738" y="2662596"/>
            <a:ext cx="1921512" cy="1917004"/>
          </a:xfrm>
          <a:custGeom>
            <a:avLst/>
            <a:gdLst>
              <a:gd name="T0" fmla="*/ 478 w 478"/>
              <a:gd name="T1" fmla="*/ 477 h 477"/>
              <a:gd name="T2" fmla="*/ 478 w 478"/>
              <a:gd name="T3" fmla="*/ 313 h 477"/>
              <a:gd name="T4" fmla="*/ 478 w 478"/>
              <a:gd name="T5" fmla="*/ 313 h 477"/>
              <a:gd name="T6" fmla="*/ 478 w 478"/>
              <a:gd name="T7" fmla="*/ 313 h 477"/>
              <a:gd name="T8" fmla="*/ 478 w 478"/>
              <a:gd name="T9" fmla="*/ 313 h 477"/>
              <a:gd name="T10" fmla="*/ 336 w 478"/>
              <a:gd name="T11" fmla="*/ 395 h 477"/>
              <a:gd name="T12" fmla="*/ 177 w 478"/>
              <a:gd name="T13" fmla="*/ 15 h 477"/>
              <a:gd name="T14" fmla="*/ 129 w 478"/>
              <a:gd name="T15" fmla="*/ 0 h 477"/>
              <a:gd name="T16" fmla="*/ 129 w 478"/>
              <a:gd name="T17" fmla="*/ 0 h 477"/>
              <a:gd name="T18" fmla="*/ 122 w 478"/>
              <a:gd name="T19" fmla="*/ 0 h 477"/>
              <a:gd name="T20" fmla="*/ 69 w 478"/>
              <a:gd name="T21" fmla="*/ 15 h 477"/>
              <a:gd name="T22" fmla="*/ 29 w 478"/>
              <a:gd name="T23" fmla="*/ 162 h 477"/>
              <a:gd name="T24" fmla="*/ 109 w 478"/>
              <a:gd name="T25" fmla="*/ 313 h 477"/>
              <a:gd name="T26" fmla="*/ 33 w 478"/>
              <a:gd name="T27" fmla="*/ 459 h 477"/>
              <a:gd name="T28" fmla="*/ 69 w 478"/>
              <a:gd name="T29" fmla="*/ 425 h 477"/>
              <a:gd name="T30" fmla="*/ 478 w 478"/>
              <a:gd name="T31" fmla="*/ 477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78" h="477">
                <a:moveTo>
                  <a:pt x="478" y="477"/>
                </a:moveTo>
                <a:cubicBezTo>
                  <a:pt x="478" y="313"/>
                  <a:pt x="478" y="313"/>
                  <a:pt x="478" y="313"/>
                </a:cubicBezTo>
                <a:cubicBezTo>
                  <a:pt x="478" y="313"/>
                  <a:pt x="478" y="313"/>
                  <a:pt x="478" y="313"/>
                </a:cubicBezTo>
                <a:cubicBezTo>
                  <a:pt x="478" y="313"/>
                  <a:pt x="478" y="313"/>
                  <a:pt x="478" y="313"/>
                </a:cubicBezTo>
                <a:cubicBezTo>
                  <a:pt x="478" y="313"/>
                  <a:pt x="478" y="313"/>
                  <a:pt x="478" y="313"/>
                </a:cubicBezTo>
                <a:cubicBezTo>
                  <a:pt x="336" y="395"/>
                  <a:pt x="336" y="395"/>
                  <a:pt x="336" y="395"/>
                </a:cubicBezTo>
                <a:cubicBezTo>
                  <a:pt x="252" y="242"/>
                  <a:pt x="317" y="96"/>
                  <a:pt x="177" y="15"/>
                </a:cubicBezTo>
                <a:cubicBezTo>
                  <a:pt x="162" y="6"/>
                  <a:pt x="145" y="1"/>
                  <a:pt x="129" y="0"/>
                </a:cubicBezTo>
                <a:cubicBezTo>
                  <a:pt x="129" y="0"/>
                  <a:pt x="129" y="0"/>
                  <a:pt x="129" y="0"/>
                </a:cubicBezTo>
                <a:cubicBezTo>
                  <a:pt x="127" y="0"/>
                  <a:pt x="125" y="0"/>
                  <a:pt x="122" y="0"/>
                </a:cubicBezTo>
                <a:cubicBezTo>
                  <a:pt x="104" y="0"/>
                  <a:pt x="86" y="5"/>
                  <a:pt x="69" y="15"/>
                </a:cubicBezTo>
                <a:cubicBezTo>
                  <a:pt x="17" y="44"/>
                  <a:pt x="0" y="110"/>
                  <a:pt x="29" y="162"/>
                </a:cubicBezTo>
                <a:cubicBezTo>
                  <a:pt x="54" y="204"/>
                  <a:pt x="107" y="239"/>
                  <a:pt x="109" y="313"/>
                </a:cubicBezTo>
                <a:cubicBezTo>
                  <a:pt x="107" y="383"/>
                  <a:pt x="58" y="419"/>
                  <a:pt x="33" y="459"/>
                </a:cubicBezTo>
                <a:cubicBezTo>
                  <a:pt x="42" y="445"/>
                  <a:pt x="54" y="433"/>
                  <a:pt x="69" y="425"/>
                </a:cubicBezTo>
                <a:cubicBezTo>
                  <a:pt x="210" y="343"/>
                  <a:pt x="304" y="473"/>
                  <a:pt x="478" y="477"/>
                </a:cubicBezTo>
                <a:close/>
              </a:path>
            </a:pathLst>
          </a:custGeom>
          <a:solidFill>
            <a:schemeClr val="accent6"/>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97">
            <a:extLst>
              <a:ext uri="{FF2B5EF4-FFF2-40B4-BE49-F238E27FC236}">
                <a16:creationId xmlns:a16="http://schemas.microsoft.com/office/drawing/2014/main" id="{E909A4CE-1923-7E2E-8AA2-A275BE2ACEF4}"/>
              </a:ext>
            </a:extLst>
          </p:cNvPr>
          <p:cNvSpPr>
            <a:spLocks/>
          </p:cNvSpPr>
          <p:nvPr/>
        </p:nvSpPr>
        <p:spPr bwMode="auto">
          <a:xfrm>
            <a:off x="4692050" y="1777710"/>
            <a:ext cx="1837380" cy="2471373"/>
          </a:xfrm>
          <a:custGeom>
            <a:avLst/>
            <a:gdLst>
              <a:gd name="T0" fmla="*/ 207 w 457"/>
              <a:gd name="T1" fmla="*/ 615 h 615"/>
              <a:gd name="T2" fmla="*/ 349 w 457"/>
              <a:gd name="T3" fmla="*/ 533 h 615"/>
              <a:gd name="T4" fmla="*/ 349 w 457"/>
              <a:gd name="T5" fmla="*/ 533 h 615"/>
              <a:gd name="T6" fmla="*/ 349 w 457"/>
              <a:gd name="T7" fmla="*/ 533 h 615"/>
              <a:gd name="T8" fmla="*/ 349 w 457"/>
              <a:gd name="T9" fmla="*/ 533 h 615"/>
              <a:gd name="T10" fmla="*/ 207 w 457"/>
              <a:gd name="T11" fmla="*/ 451 h 615"/>
              <a:gd name="T12" fmla="*/ 457 w 457"/>
              <a:gd name="T13" fmla="*/ 123 h 615"/>
              <a:gd name="T14" fmla="*/ 445 w 457"/>
              <a:gd name="T15" fmla="*/ 75 h 615"/>
              <a:gd name="T16" fmla="*/ 445 w 457"/>
              <a:gd name="T17" fmla="*/ 75 h 615"/>
              <a:gd name="T18" fmla="*/ 442 w 457"/>
              <a:gd name="T19" fmla="*/ 69 h 615"/>
              <a:gd name="T20" fmla="*/ 403 w 457"/>
              <a:gd name="T21" fmla="*/ 30 h 615"/>
              <a:gd name="T22" fmla="*/ 256 w 457"/>
              <a:gd name="T23" fmla="*/ 69 h 615"/>
              <a:gd name="T24" fmla="*/ 165 w 457"/>
              <a:gd name="T25" fmla="*/ 214 h 615"/>
              <a:gd name="T26" fmla="*/ 0 w 457"/>
              <a:gd name="T27" fmla="*/ 220 h 615"/>
              <a:gd name="T28" fmla="*/ 48 w 457"/>
              <a:gd name="T29" fmla="*/ 235 h 615"/>
              <a:gd name="T30" fmla="*/ 207 w 457"/>
              <a:gd name="T31" fmla="*/ 615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57" h="615">
                <a:moveTo>
                  <a:pt x="207" y="615"/>
                </a:moveTo>
                <a:cubicBezTo>
                  <a:pt x="349" y="533"/>
                  <a:pt x="349" y="533"/>
                  <a:pt x="349" y="533"/>
                </a:cubicBezTo>
                <a:cubicBezTo>
                  <a:pt x="349" y="533"/>
                  <a:pt x="349" y="533"/>
                  <a:pt x="349" y="533"/>
                </a:cubicBezTo>
                <a:cubicBezTo>
                  <a:pt x="349" y="533"/>
                  <a:pt x="349" y="533"/>
                  <a:pt x="349" y="533"/>
                </a:cubicBezTo>
                <a:cubicBezTo>
                  <a:pt x="349" y="533"/>
                  <a:pt x="349" y="533"/>
                  <a:pt x="349" y="533"/>
                </a:cubicBezTo>
                <a:cubicBezTo>
                  <a:pt x="207" y="451"/>
                  <a:pt x="207" y="451"/>
                  <a:pt x="207" y="451"/>
                </a:cubicBezTo>
                <a:cubicBezTo>
                  <a:pt x="298" y="302"/>
                  <a:pt x="457" y="285"/>
                  <a:pt x="457" y="123"/>
                </a:cubicBezTo>
                <a:cubicBezTo>
                  <a:pt x="457" y="106"/>
                  <a:pt x="453" y="89"/>
                  <a:pt x="445" y="75"/>
                </a:cubicBezTo>
                <a:cubicBezTo>
                  <a:pt x="445" y="75"/>
                  <a:pt x="445" y="75"/>
                  <a:pt x="445" y="75"/>
                </a:cubicBezTo>
                <a:cubicBezTo>
                  <a:pt x="444" y="73"/>
                  <a:pt x="443" y="71"/>
                  <a:pt x="442" y="69"/>
                </a:cubicBezTo>
                <a:cubicBezTo>
                  <a:pt x="433" y="53"/>
                  <a:pt x="420" y="39"/>
                  <a:pt x="403" y="30"/>
                </a:cubicBezTo>
                <a:cubicBezTo>
                  <a:pt x="351" y="0"/>
                  <a:pt x="285" y="17"/>
                  <a:pt x="256" y="69"/>
                </a:cubicBezTo>
                <a:cubicBezTo>
                  <a:pt x="232" y="111"/>
                  <a:pt x="228" y="175"/>
                  <a:pt x="165" y="214"/>
                </a:cubicBezTo>
                <a:cubicBezTo>
                  <a:pt x="103" y="247"/>
                  <a:pt x="47" y="223"/>
                  <a:pt x="0" y="220"/>
                </a:cubicBezTo>
                <a:cubicBezTo>
                  <a:pt x="17" y="221"/>
                  <a:pt x="33" y="226"/>
                  <a:pt x="48" y="235"/>
                </a:cubicBezTo>
                <a:cubicBezTo>
                  <a:pt x="188" y="316"/>
                  <a:pt x="123" y="462"/>
                  <a:pt x="207" y="615"/>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Oval 104">
            <a:extLst>
              <a:ext uri="{FF2B5EF4-FFF2-40B4-BE49-F238E27FC236}">
                <a16:creationId xmlns:a16="http://schemas.microsoft.com/office/drawing/2014/main" id="{9C322329-5D61-95A4-883B-9C7617F6F98D}"/>
              </a:ext>
            </a:extLst>
          </p:cNvPr>
          <p:cNvSpPr>
            <a:spLocks noChangeArrowheads="1"/>
          </p:cNvSpPr>
          <p:nvPr/>
        </p:nvSpPr>
        <p:spPr bwMode="auto">
          <a:xfrm>
            <a:off x="5435716" y="3260534"/>
            <a:ext cx="1319067" cy="1319067"/>
          </a:xfrm>
          <a:prstGeom prst="ellipse">
            <a:avLst/>
          </a:prstGeom>
          <a:solidFill>
            <a:srgbClr val="F8F8F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Picture Placeholder 23">
            <a:extLst>
              <a:ext uri="{FF2B5EF4-FFF2-40B4-BE49-F238E27FC236}">
                <a16:creationId xmlns:a16="http://schemas.microsoft.com/office/drawing/2014/main" id="{BAC7996D-16C7-9AB8-9F20-F2B1AE439F64}"/>
              </a:ext>
            </a:extLst>
          </p:cNvPr>
          <p:cNvSpPr>
            <a:spLocks noGrp="1" noChangeAspect="1"/>
          </p:cNvSpPr>
          <p:nvPr>
            <p:ph type="pic" sz="quarter" idx="50"/>
          </p:nvPr>
        </p:nvSpPr>
        <p:spPr>
          <a:xfrm>
            <a:off x="4438479" y="2866521"/>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2" name="Picture Placeholder 23">
            <a:extLst>
              <a:ext uri="{FF2B5EF4-FFF2-40B4-BE49-F238E27FC236}">
                <a16:creationId xmlns:a16="http://schemas.microsoft.com/office/drawing/2014/main" id="{D403B804-3A89-3017-8A91-FAA6357A1772}"/>
              </a:ext>
            </a:extLst>
          </p:cNvPr>
          <p:cNvSpPr>
            <a:spLocks noGrp="1" noChangeAspect="1"/>
          </p:cNvSpPr>
          <p:nvPr>
            <p:ph type="pic" sz="quarter" idx="51"/>
          </p:nvPr>
        </p:nvSpPr>
        <p:spPr>
          <a:xfrm>
            <a:off x="5866467" y="2042479"/>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3" name="Picture Placeholder 23">
            <a:extLst>
              <a:ext uri="{FF2B5EF4-FFF2-40B4-BE49-F238E27FC236}">
                <a16:creationId xmlns:a16="http://schemas.microsoft.com/office/drawing/2014/main" id="{177EB6AB-0F79-6F4A-D847-70E0F63F3F30}"/>
              </a:ext>
            </a:extLst>
          </p:cNvPr>
          <p:cNvSpPr>
            <a:spLocks noGrp="1" noChangeAspect="1"/>
          </p:cNvSpPr>
          <p:nvPr>
            <p:ph type="pic" sz="quarter" idx="52"/>
          </p:nvPr>
        </p:nvSpPr>
        <p:spPr>
          <a:xfrm>
            <a:off x="5866467" y="5337894"/>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4" name="Picture Placeholder 23">
            <a:extLst>
              <a:ext uri="{FF2B5EF4-FFF2-40B4-BE49-F238E27FC236}">
                <a16:creationId xmlns:a16="http://schemas.microsoft.com/office/drawing/2014/main" id="{E13F1F45-1F13-A625-6511-5D42CEBB628A}"/>
              </a:ext>
            </a:extLst>
          </p:cNvPr>
          <p:cNvSpPr>
            <a:spLocks noGrp="1" noChangeAspect="1"/>
          </p:cNvSpPr>
          <p:nvPr>
            <p:ph type="pic" sz="quarter" idx="53"/>
          </p:nvPr>
        </p:nvSpPr>
        <p:spPr>
          <a:xfrm>
            <a:off x="4438479" y="4514603"/>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5" name="Picture Placeholder 23">
            <a:extLst>
              <a:ext uri="{FF2B5EF4-FFF2-40B4-BE49-F238E27FC236}">
                <a16:creationId xmlns:a16="http://schemas.microsoft.com/office/drawing/2014/main" id="{41D25B29-75FC-C1D4-7563-1CE4215EED7B}"/>
              </a:ext>
            </a:extLst>
          </p:cNvPr>
          <p:cNvSpPr>
            <a:spLocks noGrp="1" noChangeAspect="1"/>
          </p:cNvSpPr>
          <p:nvPr>
            <p:ph type="pic" sz="quarter" idx="54"/>
          </p:nvPr>
        </p:nvSpPr>
        <p:spPr>
          <a:xfrm>
            <a:off x="7293703" y="4514603"/>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6" name="Picture Placeholder 23">
            <a:extLst>
              <a:ext uri="{FF2B5EF4-FFF2-40B4-BE49-F238E27FC236}">
                <a16:creationId xmlns:a16="http://schemas.microsoft.com/office/drawing/2014/main" id="{ACAB30C9-868F-C9B8-A5B7-9692657EEF75}"/>
              </a:ext>
            </a:extLst>
          </p:cNvPr>
          <p:cNvSpPr>
            <a:spLocks noGrp="1" noChangeAspect="1"/>
          </p:cNvSpPr>
          <p:nvPr>
            <p:ph type="pic" sz="quarter" idx="55"/>
          </p:nvPr>
        </p:nvSpPr>
        <p:spPr>
          <a:xfrm>
            <a:off x="7293703" y="2864553"/>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7" name="Picture Placeholder 23">
            <a:extLst>
              <a:ext uri="{FF2B5EF4-FFF2-40B4-BE49-F238E27FC236}">
                <a16:creationId xmlns:a16="http://schemas.microsoft.com/office/drawing/2014/main" id="{BC1FCA72-251F-C1AA-4C0F-3AF6C72102E5}"/>
              </a:ext>
            </a:extLst>
          </p:cNvPr>
          <p:cNvSpPr>
            <a:spLocks noGrp="1" noChangeAspect="1"/>
          </p:cNvSpPr>
          <p:nvPr>
            <p:ph type="pic" sz="quarter" idx="56"/>
          </p:nvPr>
        </p:nvSpPr>
        <p:spPr>
          <a:xfrm>
            <a:off x="5504953" y="3329096"/>
            <a:ext cx="1182094" cy="1181944"/>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8" name="Text Placeholder 51">
            <a:extLst>
              <a:ext uri="{FF2B5EF4-FFF2-40B4-BE49-F238E27FC236}">
                <a16:creationId xmlns:a16="http://schemas.microsoft.com/office/drawing/2014/main" id="{48904391-8D57-006F-CAB7-0F4E23AEC7B7}"/>
              </a:ext>
            </a:extLst>
          </p:cNvPr>
          <p:cNvSpPr>
            <a:spLocks noGrp="1"/>
          </p:cNvSpPr>
          <p:nvPr>
            <p:ph type="body" sz="quarter" idx="57"/>
          </p:nvPr>
        </p:nvSpPr>
        <p:spPr>
          <a:xfrm>
            <a:off x="8392350" y="2588743"/>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7D9BC077-2B6F-E676-D33D-D2C9D2BAEAF9}"/>
              </a:ext>
            </a:extLst>
          </p:cNvPr>
          <p:cNvSpPr>
            <a:spLocks noGrp="1"/>
          </p:cNvSpPr>
          <p:nvPr>
            <p:ph type="body" sz="quarter" idx="58"/>
          </p:nvPr>
        </p:nvSpPr>
        <p:spPr>
          <a:xfrm>
            <a:off x="8392350" y="4249083"/>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0" name="Text Placeholder 51">
            <a:extLst>
              <a:ext uri="{FF2B5EF4-FFF2-40B4-BE49-F238E27FC236}">
                <a16:creationId xmlns:a16="http://schemas.microsoft.com/office/drawing/2014/main" id="{E17D4A33-4FDC-1BB3-2110-2A6AC9D87AF9}"/>
              </a:ext>
            </a:extLst>
          </p:cNvPr>
          <p:cNvSpPr>
            <a:spLocks noGrp="1"/>
          </p:cNvSpPr>
          <p:nvPr>
            <p:ph type="body" sz="quarter" idx="59"/>
          </p:nvPr>
        </p:nvSpPr>
        <p:spPr>
          <a:xfrm>
            <a:off x="6809646" y="5479586"/>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1" name="Text Placeholder 51">
            <a:extLst>
              <a:ext uri="{FF2B5EF4-FFF2-40B4-BE49-F238E27FC236}">
                <a16:creationId xmlns:a16="http://schemas.microsoft.com/office/drawing/2014/main" id="{EF747EA4-C490-708A-1B8A-B7026A73FCA5}"/>
              </a:ext>
            </a:extLst>
          </p:cNvPr>
          <p:cNvSpPr>
            <a:spLocks noGrp="1"/>
          </p:cNvSpPr>
          <p:nvPr>
            <p:ph type="body" sz="quarter" idx="60"/>
          </p:nvPr>
        </p:nvSpPr>
        <p:spPr>
          <a:xfrm>
            <a:off x="3185385" y="1365088"/>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2" name="Text Placeholder 51">
            <a:extLst>
              <a:ext uri="{FF2B5EF4-FFF2-40B4-BE49-F238E27FC236}">
                <a16:creationId xmlns:a16="http://schemas.microsoft.com/office/drawing/2014/main" id="{8AE23EEA-48CE-B253-AD0B-066B9927F2FE}"/>
              </a:ext>
            </a:extLst>
          </p:cNvPr>
          <p:cNvSpPr>
            <a:spLocks noGrp="1"/>
          </p:cNvSpPr>
          <p:nvPr>
            <p:ph type="body" sz="quarter" idx="61"/>
          </p:nvPr>
        </p:nvSpPr>
        <p:spPr>
          <a:xfrm>
            <a:off x="1644901" y="2588743"/>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3" name="Text Placeholder 51">
            <a:extLst>
              <a:ext uri="{FF2B5EF4-FFF2-40B4-BE49-F238E27FC236}">
                <a16:creationId xmlns:a16="http://schemas.microsoft.com/office/drawing/2014/main" id="{0F77C02B-58C9-5728-E6B8-E4FD905084F1}"/>
              </a:ext>
            </a:extLst>
          </p:cNvPr>
          <p:cNvSpPr>
            <a:spLocks noGrp="1"/>
          </p:cNvSpPr>
          <p:nvPr>
            <p:ph type="body" sz="quarter" idx="62"/>
          </p:nvPr>
        </p:nvSpPr>
        <p:spPr>
          <a:xfrm>
            <a:off x="1644901" y="4249083"/>
            <a:ext cx="2154749" cy="100230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822766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Infog_4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5" name="Shape 2457">
            <a:extLst>
              <a:ext uri="{FF2B5EF4-FFF2-40B4-BE49-F238E27FC236}">
                <a16:creationId xmlns:a16="http://schemas.microsoft.com/office/drawing/2014/main" id="{8BA1F740-7CF0-C20C-246F-8C7A976DC18E}"/>
              </a:ext>
            </a:extLst>
          </p:cNvPr>
          <p:cNvGrpSpPr/>
          <p:nvPr/>
        </p:nvGrpSpPr>
        <p:grpSpPr>
          <a:xfrm>
            <a:off x="7298267" y="1981711"/>
            <a:ext cx="3759200" cy="3720924"/>
            <a:chOff x="349251" y="1519119"/>
            <a:chExt cx="4781550" cy="4732867"/>
          </a:xfrm>
        </p:grpSpPr>
        <p:sp>
          <p:nvSpPr>
            <p:cNvPr id="10" name="Shape 2458">
              <a:extLst>
                <a:ext uri="{FF2B5EF4-FFF2-40B4-BE49-F238E27FC236}">
                  <a16:creationId xmlns:a16="http://schemas.microsoft.com/office/drawing/2014/main" id="{73A754EB-D15F-39A2-7589-A032A9C8ED2D}"/>
                </a:ext>
              </a:extLst>
            </p:cNvPr>
            <p:cNvSpPr/>
            <p:nvPr/>
          </p:nvSpPr>
          <p:spPr>
            <a:xfrm>
              <a:off x="455084" y="2465268"/>
              <a:ext cx="1267883" cy="1828800"/>
            </a:xfrm>
            <a:custGeom>
              <a:avLst/>
              <a:gdLst/>
              <a:ahLst/>
              <a:cxnLst/>
              <a:rect l="0" t="0" r="0" b="0"/>
              <a:pathLst>
                <a:path w="120000" h="120000" extrusionOk="0">
                  <a:moveTo>
                    <a:pt x="84943" y="112062"/>
                  </a:moveTo>
                  <a:cubicBezTo>
                    <a:pt x="85842" y="112062"/>
                    <a:pt x="85842" y="112062"/>
                    <a:pt x="85842" y="112062"/>
                  </a:cubicBezTo>
                  <a:cubicBezTo>
                    <a:pt x="81123" y="90583"/>
                    <a:pt x="87640" y="69260"/>
                    <a:pt x="103820" y="51050"/>
                  </a:cubicBezTo>
                  <a:cubicBezTo>
                    <a:pt x="118651" y="61634"/>
                    <a:pt x="118651" y="61634"/>
                    <a:pt x="118651" y="61634"/>
                  </a:cubicBezTo>
                  <a:cubicBezTo>
                    <a:pt x="119325" y="36264"/>
                    <a:pt x="119325" y="36264"/>
                    <a:pt x="119325" y="36264"/>
                  </a:cubicBezTo>
                  <a:cubicBezTo>
                    <a:pt x="120000" y="933"/>
                    <a:pt x="120000" y="933"/>
                    <a:pt x="120000" y="933"/>
                  </a:cubicBezTo>
                  <a:cubicBezTo>
                    <a:pt x="63595" y="311"/>
                    <a:pt x="63595" y="311"/>
                    <a:pt x="63595" y="311"/>
                  </a:cubicBezTo>
                  <a:cubicBezTo>
                    <a:pt x="32584" y="0"/>
                    <a:pt x="32584" y="0"/>
                    <a:pt x="32584" y="0"/>
                  </a:cubicBezTo>
                  <a:cubicBezTo>
                    <a:pt x="48314" y="11206"/>
                    <a:pt x="48314" y="11206"/>
                    <a:pt x="48314" y="11206"/>
                  </a:cubicBezTo>
                  <a:cubicBezTo>
                    <a:pt x="14157" y="42490"/>
                    <a:pt x="0" y="81089"/>
                    <a:pt x="8089" y="119999"/>
                  </a:cubicBezTo>
                  <a:cubicBezTo>
                    <a:pt x="9887" y="119844"/>
                    <a:pt x="9887" y="119844"/>
                    <a:pt x="9887" y="119844"/>
                  </a:cubicBezTo>
                  <a:cubicBezTo>
                    <a:pt x="45617" y="89649"/>
                    <a:pt x="45617" y="89649"/>
                    <a:pt x="45617" y="89649"/>
                  </a:cubicBezTo>
                  <a:lnTo>
                    <a:pt x="84943" y="112062"/>
                  </a:lnTo>
                  <a:close/>
                </a:path>
              </a:pathLst>
            </a:custGeom>
            <a:solidFill>
              <a:schemeClr val="accent1">
                <a:lumMod val="75000"/>
              </a:schemeClr>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2" name="Shape 2459">
              <a:extLst>
                <a:ext uri="{FF2B5EF4-FFF2-40B4-BE49-F238E27FC236}">
                  <a16:creationId xmlns:a16="http://schemas.microsoft.com/office/drawing/2014/main" id="{690D6A15-99BD-CA2D-BE22-B2A9CA6AB64C}"/>
                </a:ext>
              </a:extLst>
            </p:cNvPr>
            <p:cNvSpPr/>
            <p:nvPr/>
          </p:nvSpPr>
          <p:spPr>
            <a:xfrm>
              <a:off x="349251" y="3830518"/>
              <a:ext cx="1686983" cy="2053167"/>
            </a:xfrm>
            <a:custGeom>
              <a:avLst/>
              <a:gdLst/>
              <a:ahLst/>
              <a:cxnLst/>
              <a:rect l="0" t="0" r="0" b="0"/>
              <a:pathLst>
                <a:path w="120000" h="120000" extrusionOk="0">
                  <a:moveTo>
                    <a:pt x="119662" y="78568"/>
                  </a:moveTo>
                  <a:cubicBezTo>
                    <a:pt x="120000" y="78152"/>
                    <a:pt x="120000" y="78152"/>
                    <a:pt x="120000" y="78152"/>
                  </a:cubicBezTo>
                  <a:cubicBezTo>
                    <a:pt x="99578" y="68452"/>
                    <a:pt x="84556" y="53487"/>
                    <a:pt x="76793" y="35612"/>
                  </a:cubicBezTo>
                  <a:cubicBezTo>
                    <a:pt x="92658" y="34364"/>
                    <a:pt x="92658" y="34364"/>
                    <a:pt x="92658" y="34364"/>
                  </a:cubicBezTo>
                  <a:cubicBezTo>
                    <a:pt x="71392" y="19953"/>
                    <a:pt x="71392" y="19953"/>
                    <a:pt x="71392" y="19953"/>
                  </a:cubicBezTo>
                  <a:cubicBezTo>
                    <a:pt x="41856" y="0"/>
                    <a:pt x="41856" y="0"/>
                    <a:pt x="41856" y="0"/>
                  </a:cubicBezTo>
                  <a:cubicBezTo>
                    <a:pt x="15021" y="26882"/>
                    <a:pt x="15021" y="26882"/>
                    <a:pt x="15021" y="26882"/>
                  </a:cubicBezTo>
                  <a:cubicBezTo>
                    <a:pt x="0" y="41709"/>
                    <a:pt x="0" y="41709"/>
                    <a:pt x="0" y="41709"/>
                  </a:cubicBezTo>
                  <a:cubicBezTo>
                    <a:pt x="17046" y="40323"/>
                    <a:pt x="17046" y="40323"/>
                    <a:pt x="17046" y="40323"/>
                  </a:cubicBezTo>
                  <a:cubicBezTo>
                    <a:pt x="27510" y="74133"/>
                    <a:pt x="53502" y="102401"/>
                    <a:pt x="90295" y="120000"/>
                  </a:cubicBezTo>
                  <a:cubicBezTo>
                    <a:pt x="90970" y="119168"/>
                    <a:pt x="90970" y="119168"/>
                    <a:pt x="90970" y="119168"/>
                  </a:cubicBezTo>
                  <a:cubicBezTo>
                    <a:pt x="82194" y="85080"/>
                    <a:pt x="82194" y="85080"/>
                    <a:pt x="82194" y="85080"/>
                  </a:cubicBezTo>
                  <a:lnTo>
                    <a:pt x="119662" y="78568"/>
                  </a:lnTo>
                  <a:close/>
                </a:path>
              </a:pathLst>
            </a:custGeom>
            <a:solidFill>
              <a:schemeClr val="accent6"/>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3" name="Shape 2460">
              <a:extLst>
                <a:ext uri="{FF2B5EF4-FFF2-40B4-BE49-F238E27FC236}">
                  <a16:creationId xmlns:a16="http://schemas.microsoft.com/office/drawing/2014/main" id="{44BD93DD-A756-B30B-65FA-3AA36E1FA885}"/>
                </a:ext>
              </a:extLst>
            </p:cNvPr>
            <p:cNvSpPr/>
            <p:nvPr/>
          </p:nvSpPr>
          <p:spPr>
            <a:xfrm>
              <a:off x="1504951" y="5094169"/>
              <a:ext cx="2029883" cy="1157817"/>
            </a:xfrm>
            <a:custGeom>
              <a:avLst/>
              <a:gdLst/>
              <a:ahLst/>
              <a:cxnLst/>
              <a:rect l="0" t="0" r="0" b="0"/>
              <a:pathLst>
                <a:path w="120000" h="120000" extrusionOk="0">
                  <a:moveTo>
                    <a:pt x="102476" y="18196"/>
                  </a:moveTo>
                  <a:cubicBezTo>
                    <a:pt x="102336" y="17459"/>
                    <a:pt x="102336" y="17459"/>
                    <a:pt x="102336" y="17459"/>
                  </a:cubicBezTo>
                  <a:cubicBezTo>
                    <a:pt x="84112" y="30000"/>
                    <a:pt x="64485" y="30491"/>
                    <a:pt x="46261" y="19672"/>
                  </a:cubicBezTo>
                  <a:cubicBezTo>
                    <a:pt x="53411" y="0"/>
                    <a:pt x="53411" y="0"/>
                    <a:pt x="53411" y="0"/>
                  </a:cubicBezTo>
                  <a:cubicBezTo>
                    <a:pt x="31121" y="8360"/>
                    <a:pt x="31121" y="8360"/>
                    <a:pt x="31121" y="8360"/>
                  </a:cubicBezTo>
                  <a:cubicBezTo>
                    <a:pt x="0" y="19918"/>
                    <a:pt x="0" y="19918"/>
                    <a:pt x="0" y="19918"/>
                  </a:cubicBezTo>
                  <a:cubicBezTo>
                    <a:pt x="7289" y="80409"/>
                    <a:pt x="7289" y="80409"/>
                    <a:pt x="7289" y="80409"/>
                  </a:cubicBezTo>
                  <a:cubicBezTo>
                    <a:pt x="11355" y="113606"/>
                    <a:pt x="11355" y="113606"/>
                    <a:pt x="11355" y="113606"/>
                  </a:cubicBezTo>
                  <a:cubicBezTo>
                    <a:pt x="19065" y="92950"/>
                    <a:pt x="19065" y="92950"/>
                    <a:pt x="19065" y="92950"/>
                  </a:cubicBezTo>
                  <a:cubicBezTo>
                    <a:pt x="51308" y="118278"/>
                    <a:pt x="87056" y="120000"/>
                    <a:pt x="120000" y="97377"/>
                  </a:cubicBezTo>
                  <a:cubicBezTo>
                    <a:pt x="119719" y="95901"/>
                    <a:pt x="119719" y="95901"/>
                    <a:pt x="119719" y="95901"/>
                  </a:cubicBezTo>
                  <a:cubicBezTo>
                    <a:pt x="88317" y="68114"/>
                    <a:pt x="88317" y="68114"/>
                    <a:pt x="88317" y="68114"/>
                  </a:cubicBezTo>
                  <a:lnTo>
                    <a:pt x="102476" y="18196"/>
                  </a:lnTo>
                  <a:close/>
                </a:path>
              </a:pathLst>
            </a:custGeom>
            <a:solidFill>
              <a:schemeClr val="accent5"/>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5" name="Shape 2461">
              <a:extLst>
                <a:ext uri="{FF2B5EF4-FFF2-40B4-BE49-F238E27FC236}">
                  <a16:creationId xmlns:a16="http://schemas.microsoft.com/office/drawing/2014/main" id="{EAB8379D-1618-8829-6FFF-CF32FC536783}"/>
                </a:ext>
              </a:extLst>
            </p:cNvPr>
            <p:cNvSpPr/>
            <p:nvPr/>
          </p:nvSpPr>
          <p:spPr>
            <a:xfrm>
              <a:off x="2999318" y="4382969"/>
              <a:ext cx="1849967" cy="1784351"/>
            </a:xfrm>
            <a:custGeom>
              <a:avLst/>
              <a:gdLst/>
              <a:ahLst/>
              <a:cxnLst/>
              <a:rect l="0" t="0" r="0" b="0"/>
              <a:pathLst>
                <a:path w="120000" h="120000" extrusionOk="0">
                  <a:moveTo>
                    <a:pt x="83846" y="33031"/>
                  </a:moveTo>
                  <a:cubicBezTo>
                    <a:pt x="69230" y="159"/>
                    <a:pt x="69230" y="159"/>
                    <a:pt x="69230" y="159"/>
                  </a:cubicBezTo>
                  <a:cubicBezTo>
                    <a:pt x="68769" y="0"/>
                    <a:pt x="68769" y="0"/>
                    <a:pt x="68769" y="0"/>
                  </a:cubicBezTo>
                  <a:cubicBezTo>
                    <a:pt x="62307" y="21382"/>
                    <a:pt x="49230" y="39095"/>
                    <a:pt x="31384" y="50744"/>
                  </a:cubicBezTo>
                  <a:cubicBezTo>
                    <a:pt x="26769" y="36542"/>
                    <a:pt x="26769" y="36542"/>
                    <a:pt x="26769" y="36542"/>
                  </a:cubicBezTo>
                  <a:cubicBezTo>
                    <a:pt x="15538" y="59680"/>
                    <a:pt x="15538" y="59680"/>
                    <a:pt x="15538" y="59680"/>
                  </a:cubicBezTo>
                  <a:cubicBezTo>
                    <a:pt x="0" y="92074"/>
                    <a:pt x="0" y="92074"/>
                    <a:pt x="0" y="92074"/>
                  </a:cubicBezTo>
                  <a:cubicBezTo>
                    <a:pt x="34461" y="110106"/>
                    <a:pt x="34461" y="110106"/>
                    <a:pt x="34461" y="110106"/>
                  </a:cubicBezTo>
                  <a:cubicBezTo>
                    <a:pt x="53538" y="120000"/>
                    <a:pt x="53538" y="120000"/>
                    <a:pt x="53538" y="120000"/>
                  </a:cubicBezTo>
                  <a:cubicBezTo>
                    <a:pt x="48615" y="104680"/>
                    <a:pt x="48615" y="104680"/>
                    <a:pt x="48615" y="104680"/>
                  </a:cubicBezTo>
                  <a:cubicBezTo>
                    <a:pt x="83076" y="86329"/>
                    <a:pt x="108307" y="55053"/>
                    <a:pt x="120000" y="16595"/>
                  </a:cubicBezTo>
                  <a:cubicBezTo>
                    <a:pt x="118923" y="16276"/>
                    <a:pt x="118923" y="16276"/>
                    <a:pt x="118923" y="16276"/>
                  </a:cubicBezTo>
                  <a:lnTo>
                    <a:pt x="83846" y="33031"/>
                  </a:lnTo>
                  <a:close/>
                </a:path>
              </a:pathLst>
            </a:custGeom>
            <a:solidFill>
              <a:schemeClr val="accent4"/>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7" name="Shape 2462">
              <a:extLst>
                <a:ext uri="{FF2B5EF4-FFF2-40B4-BE49-F238E27FC236}">
                  <a16:creationId xmlns:a16="http://schemas.microsoft.com/office/drawing/2014/main" id="{62C92065-999B-A633-B35A-E3D2AA7475DA}"/>
                </a:ext>
              </a:extLst>
            </p:cNvPr>
            <p:cNvSpPr/>
            <p:nvPr/>
          </p:nvSpPr>
          <p:spPr>
            <a:xfrm>
              <a:off x="3884085" y="2727736"/>
              <a:ext cx="1246716" cy="2146300"/>
            </a:xfrm>
            <a:custGeom>
              <a:avLst/>
              <a:gdLst/>
              <a:ahLst/>
              <a:cxnLst/>
              <a:rect l="0" t="0" r="0" b="0"/>
              <a:pathLst>
                <a:path w="120000" h="120000" extrusionOk="0">
                  <a:moveTo>
                    <a:pt x="456" y="25723"/>
                  </a:moveTo>
                  <a:cubicBezTo>
                    <a:pt x="0" y="25988"/>
                    <a:pt x="0" y="25988"/>
                    <a:pt x="0" y="25988"/>
                  </a:cubicBezTo>
                  <a:cubicBezTo>
                    <a:pt x="17794" y="41370"/>
                    <a:pt x="25551" y="59403"/>
                    <a:pt x="22129" y="77436"/>
                  </a:cubicBezTo>
                  <a:cubicBezTo>
                    <a:pt x="2053" y="73193"/>
                    <a:pt x="2053" y="73193"/>
                    <a:pt x="2053" y="73193"/>
                  </a:cubicBezTo>
                  <a:cubicBezTo>
                    <a:pt x="17566" y="92685"/>
                    <a:pt x="17566" y="92685"/>
                    <a:pt x="17566" y="92685"/>
                  </a:cubicBezTo>
                  <a:cubicBezTo>
                    <a:pt x="39239" y="120000"/>
                    <a:pt x="39239" y="120000"/>
                    <a:pt x="39239" y="120000"/>
                  </a:cubicBezTo>
                  <a:cubicBezTo>
                    <a:pt x="91254" y="106077"/>
                    <a:pt x="91254" y="106077"/>
                    <a:pt x="91254" y="106077"/>
                  </a:cubicBezTo>
                  <a:cubicBezTo>
                    <a:pt x="120000" y="98386"/>
                    <a:pt x="120000" y="98386"/>
                    <a:pt x="120000" y="98386"/>
                  </a:cubicBezTo>
                  <a:cubicBezTo>
                    <a:pt x="98326" y="93745"/>
                    <a:pt x="98326" y="93745"/>
                    <a:pt x="98326" y="93745"/>
                  </a:cubicBezTo>
                  <a:cubicBezTo>
                    <a:pt x="109733" y="60994"/>
                    <a:pt x="98098" y="27845"/>
                    <a:pt x="65931" y="0"/>
                  </a:cubicBezTo>
                  <a:cubicBezTo>
                    <a:pt x="64562" y="662"/>
                    <a:pt x="64562" y="662"/>
                    <a:pt x="64562" y="662"/>
                  </a:cubicBezTo>
                  <a:cubicBezTo>
                    <a:pt x="50874" y="32883"/>
                    <a:pt x="50874" y="32883"/>
                    <a:pt x="50874" y="32883"/>
                  </a:cubicBezTo>
                  <a:lnTo>
                    <a:pt x="456" y="25723"/>
                  </a:lnTo>
                  <a:close/>
                </a:path>
              </a:pathLst>
            </a:custGeom>
            <a:solidFill>
              <a:schemeClr val="accent5">
                <a:lumMod val="50000"/>
              </a:schemeClr>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8" name="Shape 2463">
              <a:extLst>
                <a:ext uri="{FF2B5EF4-FFF2-40B4-BE49-F238E27FC236}">
                  <a16:creationId xmlns:a16="http://schemas.microsoft.com/office/drawing/2014/main" id="{AACAA38E-FD55-C031-4988-EA834851142C}"/>
                </a:ext>
              </a:extLst>
            </p:cNvPr>
            <p:cNvSpPr/>
            <p:nvPr/>
          </p:nvSpPr>
          <p:spPr>
            <a:xfrm>
              <a:off x="2842685" y="1762536"/>
              <a:ext cx="1790700" cy="1553633"/>
            </a:xfrm>
            <a:custGeom>
              <a:avLst/>
              <a:gdLst/>
              <a:ahLst/>
              <a:cxnLst/>
              <a:rect l="0" t="0" r="0" b="0"/>
              <a:pathLst>
                <a:path w="120000" h="120000" extrusionOk="0">
                  <a:moveTo>
                    <a:pt x="28609" y="37740"/>
                  </a:moveTo>
                  <a:cubicBezTo>
                    <a:pt x="0" y="63022"/>
                    <a:pt x="0" y="63022"/>
                    <a:pt x="0" y="63022"/>
                  </a:cubicBezTo>
                  <a:cubicBezTo>
                    <a:pt x="0" y="63755"/>
                    <a:pt x="0" y="63755"/>
                    <a:pt x="0" y="63755"/>
                  </a:cubicBezTo>
                  <a:cubicBezTo>
                    <a:pt x="22092" y="65770"/>
                    <a:pt x="42437" y="76396"/>
                    <a:pt x="57854" y="94167"/>
                  </a:cubicBezTo>
                  <a:cubicBezTo>
                    <a:pt x="45139" y="103145"/>
                    <a:pt x="45139" y="103145"/>
                    <a:pt x="45139" y="103145"/>
                  </a:cubicBezTo>
                  <a:cubicBezTo>
                    <a:pt x="70092" y="110106"/>
                    <a:pt x="70092" y="110106"/>
                    <a:pt x="70092" y="110106"/>
                  </a:cubicBezTo>
                  <a:cubicBezTo>
                    <a:pt x="105218" y="120000"/>
                    <a:pt x="105218" y="120000"/>
                    <a:pt x="105218" y="120000"/>
                  </a:cubicBezTo>
                  <a:cubicBezTo>
                    <a:pt x="114754" y="75480"/>
                    <a:pt x="114754" y="75480"/>
                    <a:pt x="114754" y="75480"/>
                  </a:cubicBezTo>
                  <a:cubicBezTo>
                    <a:pt x="120000" y="50748"/>
                    <a:pt x="120000" y="50748"/>
                    <a:pt x="120000" y="50748"/>
                  </a:cubicBezTo>
                  <a:cubicBezTo>
                    <a:pt x="106172" y="60274"/>
                    <a:pt x="106172" y="60274"/>
                    <a:pt x="106172" y="60274"/>
                  </a:cubicBezTo>
                  <a:cubicBezTo>
                    <a:pt x="80423" y="24916"/>
                    <a:pt x="44344" y="3664"/>
                    <a:pt x="4291" y="0"/>
                  </a:cubicBezTo>
                  <a:cubicBezTo>
                    <a:pt x="4291" y="1282"/>
                    <a:pt x="4291" y="1282"/>
                    <a:pt x="4291" y="1282"/>
                  </a:cubicBezTo>
                  <a:cubicBezTo>
                    <a:pt x="4291" y="1282"/>
                    <a:pt x="4291" y="1282"/>
                    <a:pt x="4291" y="1282"/>
                  </a:cubicBezTo>
                  <a:lnTo>
                    <a:pt x="28609" y="37740"/>
                  </a:lnTo>
                  <a:close/>
                </a:path>
              </a:pathLst>
            </a:custGeom>
            <a:solidFill>
              <a:schemeClr val="accent2"/>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sp>
          <p:nvSpPr>
            <p:cNvPr id="19" name="Shape 2464">
              <a:extLst>
                <a:ext uri="{FF2B5EF4-FFF2-40B4-BE49-F238E27FC236}">
                  <a16:creationId xmlns:a16="http://schemas.microsoft.com/office/drawing/2014/main" id="{07CD3982-623E-B65F-0871-C37814836FBA}"/>
                </a:ext>
              </a:extLst>
            </p:cNvPr>
            <p:cNvSpPr/>
            <p:nvPr/>
          </p:nvSpPr>
          <p:spPr>
            <a:xfrm>
              <a:off x="1115485" y="1519119"/>
              <a:ext cx="2152649" cy="1502833"/>
            </a:xfrm>
            <a:custGeom>
              <a:avLst/>
              <a:gdLst/>
              <a:ahLst/>
              <a:cxnLst/>
              <a:rect l="0" t="0" r="0" b="0"/>
              <a:pathLst>
                <a:path w="120000" h="120000" extrusionOk="0">
                  <a:moveTo>
                    <a:pt x="33436" y="119621"/>
                  </a:moveTo>
                  <a:cubicBezTo>
                    <a:pt x="33700" y="120000"/>
                    <a:pt x="33700" y="120000"/>
                    <a:pt x="33700" y="120000"/>
                  </a:cubicBezTo>
                  <a:cubicBezTo>
                    <a:pt x="46255" y="100694"/>
                    <a:pt x="62775" y="88769"/>
                    <a:pt x="80881" y="85741"/>
                  </a:cubicBezTo>
                  <a:cubicBezTo>
                    <a:pt x="79295" y="103533"/>
                    <a:pt x="79295" y="103533"/>
                    <a:pt x="79295" y="103533"/>
                  </a:cubicBezTo>
                  <a:cubicBezTo>
                    <a:pt x="120000" y="58485"/>
                    <a:pt x="120000" y="58485"/>
                    <a:pt x="120000" y="58485"/>
                  </a:cubicBezTo>
                  <a:cubicBezTo>
                    <a:pt x="99779" y="20820"/>
                    <a:pt x="99779" y="20820"/>
                    <a:pt x="99779" y="20820"/>
                  </a:cubicBezTo>
                  <a:cubicBezTo>
                    <a:pt x="99779" y="20820"/>
                    <a:pt x="99779" y="20820"/>
                    <a:pt x="99779" y="20820"/>
                  </a:cubicBezTo>
                  <a:cubicBezTo>
                    <a:pt x="88546" y="0"/>
                    <a:pt x="88546" y="0"/>
                    <a:pt x="88546" y="0"/>
                  </a:cubicBezTo>
                  <a:cubicBezTo>
                    <a:pt x="86828" y="18927"/>
                    <a:pt x="86828" y="18927"/>
                    <a:pt x="86828" y="18927"/>
                  </a:cubicBezTo>
                  <a:cubicBezTo>
                    <a:pt x="53656" y="20252"/>
                    <a:pt x="22863" y="40126"/>
                    <a:pt x="0" y="74952"/>
                  </a:cubicBezTo>
                  <a:cubicBezTo>
                    <a:pt x="660" y="75899"/>
                    <a:pt x="660" y="75899"/>
                    <a:pt x="660" y="75899"/>
                  </a:cubicBezTo>
                  <a:cubicBezTo>
                    <a:pt x="33832" y="76656"/>
                    <a:pt x="33832" y="76656"/>
                    <a:pt x="33832" y="76656"/>
                  </a:cubicBezTo>
                  <a:lnTo>
                    <a:pt x="33436" y="119621"/>
                  </a:lnTo>
                  <a:close/>
                </a:path>
              </a:pathLst>
            </a:custGeom>
            <a:solidFill>
              <a:schemeClr val="accent1"/>
            </a:solidFill>
            <a:ln w="38100" cmpd="sng">
              <a:solidFill>
                <a:srgbClr val="FFFFFF"/>
              </a:solidFill>
            </a:ln>
          </p:spPr>
          <p:txBody>
            <a:bodyPr wrap="square" lIns="121900" tIns="60950" rIns="121900" bIns="60950" anchor="t" anchorCtr="0">
              <a:noAutofit/>
            </a:bodyPr>
            <a:lstStyle/>
            <a:p>
              <a:pPr marL="0" marR="0" lvl="0" indent="0" algn="l" rtl="0">
                <a:spcBef>
                  <a:spcPts val="0"/>
                </a:spcBef>
                <a:buNone/>
              </a:pPr>
              <a:endParaRPr sz="2400">
                <a:solidFill>
                  <a:schemeClr val="dk1"/>
                </a:solidFill>
                <a:latin typeface="Calibri"/>
                <a:ea typeface="Calibri"/>
                <a:cs typeface="Calibri"/>
                <a:sym typeface="Calibri"/>
              </a:endParaRPr>
            </a:p>
          </p:txBody>
        </p:sp>
      </p:grpSp>
      <p:sp>
        <p:nvSpPr>
          <p:cNvPr id="23" name="Text Placeholder 51">
            <a:extLst>
              <a:ext uri="{FF2B5EF4-FFF2-40B4-BE49-F238E27FC236}">
                <a16:creationId xmlns:a16="http://schemas.microsoft.com/office/drawing/2014/main" id="{A121752F-4BAB-1A43-5635-D7DC1711987A}"/>
              </a:ext>
            </a:extLst>
          </p:cNvPr>
          <p:cNvSpPr>
            <a:spLocks noGrp="1"/>
          </p:cNvSpPr>
          <p:nvPr>
            <p:ph type="body" sz="quarter" idx="67"/>
          </p:nvPr>
        </p:nvSpPr>
        <p:spPr>
          <a:xfrm>
            <a:off x="799091" y="1504939"/>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4" name="Text Placeholder 51">
            <a:extLst>
              <a:ext uri="{FF2B5EF4-FFF2-40B4-BE49-F238E27FC236}">
                <a16:creationId xmlns:a16="http://schemas.microsoft.com/office/drawing/2014/main" id="{39DC7D31-D070-DB6B-A8D8-82A3B9F79545}"/>
              </a:ext>
            </a:extLst>
          </p:cNvPr>
          <p:cNvSpPr>
            <a:spLocks noGrp="1"/>
          </p:cNvSpPr>
          <p:nvPr>
            <p:ph type="body" sz="quarter" idx="68"/>
          </p:nvPr>
        </p:nvSpPr>
        <p:spPr>
          <a:xfrm>
            <a:off x="3962331" y="1504939"/>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5" name="Text Placeholder 51">
            <a:extLst>
              <a:ext uri="{FF2B5EF4-FFF2-40B4-BE49-F238E27FC236}">
                <a16:creationId xmlns:a16="http://schemas.microsoft.com/office/drawing/2014/main" id="{537A3627-B3AB-D2A0-3B3A-8A9F3E167D7D}"/>
              </a:ext>
            </a:extLst>
          </p:cNvPr>
          <p:cNvSpPr>
            <a:spLocks noGrp="1"/>
          </p:cNvSpPr>
          <p:nvPr>
            <p:ph type="body" sz="quarter" idx="69"/>
          </p:nvPr>
        </p:nvSpPr>
        <p:spPr>
          <a:xfrm>
            <a:off x="799091" y="2823728"/>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6" name="Text Placeholder 51">
            <a:extLst>
              <a:ext uri="{FF2B5EF4-FFF2-40B4-BE49-F238E27FC236}">
                <a16:creationId xmlns:a16="http://schemas.microsoft.com/office/drawing/2014/main" id="{52F76DFB-6026-7BD3-56F2-20F64A001614}"/>
              </a:ext>
            </a:extLst>
          </p:cNvPr>
          <p:cNvSpPr>
            <a:spLocks noGrp="1"/>
          </p:cNvSpPr>
          <p:nvPr>
            <p:ph type="body" sz="quarter" idx="70"/>
          </p:nvPr>
        </p:nvSpPr>
        <p:spPr>
          <a:xfrm>
            <a:off x="3962331" y="2823728"/>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7" name="Text Placeholder 51">
            <a:extLst>
              <a:ext uri="{FF2B5EF4-FFF2-40B4-BE49-F238E27FC236}">
                <a16:creationId xmlns:a16="http://schemas.microsoft.com/office/drawing/2014/main" id="{A58F7F64-D7BA-DDDB-C04F-DADD8ED9E6AA}"/>
              </a:ext>
            </a:extLst>
          </p:cNvPr>
          <p:cNvSpPr>
            <a:spLocks noGrp="1"/>
          </p:cNvSpPr>
          <p:nvPr>
            <p:ph type="body" sz="quarter" idx="71"/>
          </p:nvPr>
        </p:nvSpPr>
        <p:spPr>
          <a:xfrm>
            <a:off x="799091" y="4141796"/>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8" name="Text Placeholder 51">
            <a:extLst>
              <a:ext uri="{FF2B5EF4-FFF2-40B4-BE49-F238E27FC236}">
                <a16:creationId xmlns:a16="http://schemas.microsoft.com/office/drawing/2014/main" id="{59F13613-4421-FD32-D251-8F670D5F9EBA}"/>
              </a:ext>
            </a:extLst>
          </p:cNvPr>
          <p:cNvSpPr>
            <a:spLocks noGrp="1"/>
          </p:cNvSpPr>
          <p:nvPr>
            <p:ph type="body" sz="quarter" idx="72"/>
          </p:nvPr>
        </p:nvSpPr>
        <p:spPr>
          <a:xfrm>
            <a:off x="3962331" y="4141796"/>
            <a:ext cx="2689895" cy="1038196"/>
          </a:xfrm>
          <a:prstGeom prst="rect">
            <a:avLst/>
          </a:prstGeom>
          <a:solidFill>
            <a:schemeClr val="accent5">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9" name="Text Placeholder 51">
            <a:extLst>
              <a:ext uri="{FF2B5EF4-FFF2-40B4-BE49-F238E27FC236}">
                <a16:creationId xmlns:a16="http://schemas.microsoft.com/office/drawing/2014/main" id="{14C17977-41C2-F10B-871C-AA1884D2D4EE}"/>
              </a:ext>
            </a:extLst>
          </p:cNvPr>
          <p:cNvSpPr>
            <a:spLocks noGrp="1"/>
          </p:cNvSpPr>
          <p:nvPr>
            <p:ph type="body" sz="quarter" idx="73"/>
          </p:nvPr>
        </p:nvSpPr>
        <p:spPr>
          <a:xfrm>
            <a:off x="799091" y="5459864"/>
            <a:ext cx="2689895" cy="1038196"/>
          </a:xfrm>
          <a:prstGeom prst="rect">
            <a:avLst/>
          </a:prstGeom>
          <a:solidFill>
            <a:schemeClr val="accent5">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0" name="Text Placeholder 51">
            <a:extLst>
              <a:ext uri="{FF2B5EF4-FFF2-40B4-BE49-F238E27FC236}">
                <a16:creationId xmlns:a16="http://schemas.microsoft.com/office/drawing/2014/main" id="{2955C76C-CF41-A713-553C-32B2D1235971}"/>
              </a:ext>
            </a:extLst>
          </p:cNvPr>
          <p:cNvSpPr>
            <a:spLocks noGrp="1"/>
          </p:cNvSpPr>
          <p:nvPr>
            <p:ph type="body" sz="quarter" idx="74"/>
          </p:nvPr>
        </p:nvSpPr>
        <p:spPr>
          <a:xfrm>
            <a:off x="3962331" y="5459864"/>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1" name="Picture Placeholder 23">
            <a:extLst>
              <a:ext uri="{FF2B5EF4-FFF2-40B4-BE49-F238E27FC236}">
                <a16:creationId xmlns:a16="http://schemas.microsoft.com/office/drawing/2014/main" id="{544BD7AF-E10B-8D30-DA04-41C960A5DDE6}"/>
              </a:ext>
            </a:extLst>
          </p:cNvPr>
          <p:cNvSpPr>
            <a:spLocks noGrp="1" noChangeAspect="1"/>
          </p:cNvSpPr>
          <p:nvPr>
            <p:ph type="pic" sz="quarter" idx="56"/>
          </p:nvPr>
        </p:nvSpPr>
        <p:spPr>
          <a:xfrm>
            <a:off x="8364639" y="3094340"/>
            <a:ext cx="1626456" cy="162625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12524318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Infog_4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 name="Freeform 61">
            <a:extLst>
              <a:ext uri="{FF2B5EF4-FFF2-40B4-BE49-F238E27FC236}">
                <a16:creationId xmlns:a16="http://schemas.microsoft.com/office/drawing/2014/main" id="{2F294BBF-4289-FDF7-5DF0-343FA84C5127}"/>
              </a:ext>
            </a:extLst>
          </p:cNvPr>
          <p:cNvSpPr>
            <a:spLocks noEditPoints="1"/>
          </p:cNvSpPr>
          <p:nvPr/>
        </p:nvSpPr>
        <p:spPr bwMode="auto">
          <a:xfrm>
            <a:off x="4390115" y="2193609"/>
            <a:ext cx="1539982" cy="845977"/>
          </a:xfrm>
          <a:custGeom>
            <a:avLst/>
            <a:gdLst>
              <a:gd name="T0" fmla="*/ 6 w 262"/>
              <a:gd name="T1" fmla="*/ 103 h 144"/>
              <a:gd name="T2" fmla="*/ 5 w 262"/>
              <a:gd name="T3" fmla="*/ 103 h 144"/>
              <a:gd name="T4" fmla="*/ 1 w 262"/>
              <a:gd name="T5" fmla="*/ 110 h 144"/>
              <a:gd name="T6" fmla="*/ 6 w 262"/>
              <a:gd name="T7" fmla="*/ 115 h 144"/>
              <a:gd name="T8" fmla="*/ 8 w 262"/>
              <a:gd name="T9" fmla="*/ 115 h 144"/>
              <a:gd name="T10" fmla="*/ 12 w 262"/>
              <a:gd name="T11" fmla="*/ 108 h 144"/>
              <a:gd name="T12" fmla="*/ 6 w 262"/>
              <a:gd name="T13" fmla="*/ 103 h 144"/>
              <a:gd name="T14" fmla="*/ 256 w 262"/>
              <a:gd name="T15" fmla="*/ 0 h 144"/>
              <a:gd name="T16" fmla="*/ 255 w 262"/>
              <a:gd name="T17" fmla="*/ 0 h 144"/>
              <a:gd name="T18" fmla="*/ 140 w 262"/>
              <a:gd name="T19" fmla="*/ 43 h 144"/>
              <a:gd name="T20" fmla="*/ 55 w 262"/>
              <a:gd name="T21" fmla="*/ 131 h 144"/>
              <a:gd name="T22" fmla="*/ 27 w 262"/>
              <a:gd name="T23" fmla="*/ 115 h 144"/>
              <a:gd name="T24" fmla="*/ 25 w 262"/>
              <a:gd name="T25" fmla="*/ 114 h 144"/>
              <a:gd name="T26" fmla="*/ 20 w 262"/>
              <a:gd name="T27" fmla="*/ 117 h 144"/>
              <a:gd name="T28" fmla="*/ 22 w 262"/>
              <a:gd name="T29" fmla="*/ 124 h 144"/>
              <a:gd name="T30" fmla="*/ 55 w 262"/>
              <a:gd name="T31" fmla="*/ 143 h 144"/>
              <a:gd name="T32" fmla="*/ 57 w 262"/>
              <a:gd name="T33" fmla="*/ 144 h 144"/>
              <a:gd name="T34" fmla="*/ 59 w 262"/>
              <a:gd name="T35" fmla="*/ 144 h 144"/>
              <a:gd name="T36" fmla="*/ 62 w 262"/>
              <a:gd name="T37" fmla="*/ 141 h 144"/>
              <a:gd name="T38" fmla="*/ 146 w 262"/>
              <a:gd name="T39" fmla="*/ 52 h 144"/>
              <a:gd name="T40" fmla="*/ 257 w 262"/>
              <a:gd name="T41" fmla="*/ 11 h 144"/>
              <a:gd name="T42" fmla="*/ 262 w 262"/>
              <a:gd name="T43" fmla="*/ 5 h 144"/>
              <a:gd name="T44" fmla="*/ 256 w 262"/>
              <a:gd name="T45"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2" h="144">
                <a:moveTo>
                  <a:pt x="6" y="103"/>
                </a:moveTo>
                <a:cubicBezTo>
                  <a:pt x="6" y="103"/>
                  <a:pt x="6" y="103"/>
                  <a:pt x="5" y="103"/>
                </a:cubicBezTo>
                <a:cubicBezTo>
                  <a:pt x="2" y="104"/>
                  <a:pt x="0" y="107"/>
                  <a:pt x="1" y="110"/>
                </a:cubicBezTo>
                <a:cubicBezTo>
                  <a:pt x="2" y="113"/>
                  <a:pt x="4" y="115"/>
                  <a:pt x="6" y="115"/>
                </a:cubicBezTo>
                <a:cubicBezTo>
                  <a:pt x="7" y="115"/>
                  <a:pt x="7" y="115"/>
                  <a:pt x="8" y="115"/>
                </a:cubicBezTo>
                <a:cubicBezTo>
                  <a:pt x="11" y="114"/>
                  <a:pt x="13" y="111"/>
                  <a:pt x="12" y="108"/>
                </a:cubicBezTo>
                <a:cubicBezTo>
                  <a:pt x="11" y="105"/>
                  <a:pt x="9" y="103"/>
                  <a:pt x="6" y="103"/>
                </a:cubicBezTo>
                <a:moveTo>
                  <a:pt x="256" y="0"/>
                </a:moveTo>
                <a:cubicBezTo>
                  <a:pt x="256" y="0"/>
                  <a:pt x="256" y="0"/>
                  <a:pt x="255" y="0"/>
                </a:cubicBezTo>
                <a:cubicBezTo>
                  <a:pt x="214" y="6"/>
                  <a:pt x="174" y="20"/>
                  <a:pt x="140" y="43"/>
                </a:cubicBezTo>
                <a:cubicBezTo>
                  <a:pt x="105" y="66"/>
                  <a:pt x="77" y="95"/>
                  <a:pt x="55" y="131"/>
                </a:cubicBezTo>
                <a:cubicBezTo>
                  <a:pt x="27" y="115"/>
                  <a:pt x="27" y="115"/>
                  <a:pt x="27" y="115"/>
                </a:cubicBezTo>
                <a:cubicBezTo>
                  <a:pt x="26" y="114"/>
                  <a:pt x="25" y="114"/>
                  <a:pt x="25" y="114"/>
                </a:cubicBezTo>
                <a:cubicBezTo>
                  <a:pt x="23" y="114"/>
                  <a:pt x="21" y="115"/>
                  <a:pt x="20" y="117"/>
                </a:cubicBezTo>
                <a:cubicBezTo>
                  <a:pt x="18" y="119"/>
                  <a:pt x="19" y="123"/>
                  <a:pt x="22" y="124"/>
                </a:cubicBezTo>
                <a:cubicBezTo>
                  <a:pt x="55" y="143"/>
                  <a:pt x="55" y="143"/>
                  <a:pt x="55" y="143"/>
                </a:cubicBezTo>
                <a:cubicBezTo>
                  <a:pt x="55" y="144"/>
                  <a:pt x="56" y="144"/>
                  <a:pt x="57" y="144"/>
                </a:cubicBezTo>
                <a:cubicBezTo>
                  <a:pt x="58" y="144"/>
                  <a:pt x="58" y="144"/>
                  <a:pt x="59" y="144"/>
                </a:cubicBezTo>
                <a:cubicBezTo>
                  <a:pt x="60" y="143"/>
                  <a:pt x="61" y="142"/>
                  <a:pt x="62" y="141"/>
                </a:cubicBezTo>
                <a:cubicBezTo>
                  <a:pt x="83" y="105"/>
                  <a:pt x="111" y="75"/>
                  <a:pt x="146" y="52"/>
                </a:cubicBezTo>
                <a:cubicBezTo>
                  <a:pt x="179" y="31"/>
                  <a:pt x="217" y="17"/>
                  <a:pt x="257" y="11"/>
                </a:cubicBezTo>
                <a:cubicBezTo>
                  <a:pt x="260" y="11"/>
                  <a:pt x="262" y="8"/>
                  <a:pt x="262" y="5"/>
                </a:cubicBezTo>
                <a:cubicBezTo>
                  <a:pt x="261" y="2"/>
                  <a:pt x="259" y="0"/>
                  <a:pt x="256" y="0"/>
                </a:cubicBezTo>
              </a:path>
            </a:pathLst>
          </a:cu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Freeform 62">
            <a:extLst>
              <a:ext uri="{FF2B5EF4-FFF2-40B4-BE49-F238E27FC236}">
                <a16:creationId xmlns:a16="http://schemas.microsoft.com/office/drawing/2014/main" id="{4998BDCB-43F7-6BFB-ABE3-29500734B30A}"/>
              </a:ext>
            </a:extLst>
          </p:cNvPr>
          <p:cNvSpPr>
            <a:spLocks/>
          </p:cNvSpPr>
          <p:nvPr/>
        </p:nvSpPr>
        <p:spPr bwMode="auto">
          <a:xfrm>
            <a:off x="4291333" y="2738174"/>
            <a:ext cx="75986" cy="70921"/>
          </a:xfrm>
          <a:prstGeom prst="ellipse">
            <a:avLst/>
          </a:pr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63">
            <a:extLst>
              <a:ext uri="{FF2B5EF4-FFF2-40B4-BE49-F238E27FC236}">
                <a16:creationId xmlns:a16="http://schemas.microsoft.com/office/drawing/2014/main" id="{1F37B475-9CF7-3786-3D1C-515E8CB3C721}"/>
              </a:ext>
            </a:extLst>
          </p:cNvPr>
          <p:cNvSpPr>
            <a:spLocks noEditPoints="1"/>
          </p:cNvSpPr>
          <p:nvPr/>
        </p:nvSpPr>
        <p:spPr bwMode="auto">
          <a:xfrm>
            <a:off x="4491430" y="3966615"/>
            <a:ext cx="851043" cy="1532384"/>
          </a:xfrm>
          <a:custGeom>
            <a:avLst/>
            <a:gdLst>
              <a:gd name="T0" fmla="*/ 110 w 145"/>
              <a:gd name="T1" fmla="*/ 249 h 261"/>
              <a:gd name="T2" fmla="*/ 108 w 145"/>
              <a:gd name="T3" fmla="*/ 250 h 261"/>
              <a:gd name="T4" fmla="*/ 104 w 145"/>
              <a:gd name="T5" fmla="*/ 257 h 261"/>
              <a:gd name="T6" fmla="*/ 110 w 145"/>
              <a:gd name="T7" fmla="*/ 261 h 261"/>
              <a:gd name="T8" fmla="*/ 111 w 145"/>
              <a:gd name="T9" fmla="*/ 261 h 261"/>
              <a:gd name="T10" fmla="*/ 115 w 145"/>
              <a:gd name="T11" fmla="*/ 254 h 261"/>
              <a:gd name="T12" fmla="*/ 110 w 145"/>
              <a:gd name="T13" fmla="*/ 249 h 261"/>
              <a:gd name="T14" fmla="*/ 6 w 145"/>
              <a:gd name="T15" fmla="*/ 0 h 261"/>
              <a:gd name="T16" fmla="*/ 6 w 145"/>
              <a:gd name="T17" fmla="*/ 0 h 261"/>
              <a:gd name="T18" fmla="*/ 1 w 145"/>
              <a:gd name="T19" fmla="*/ 6 h 261"/>
              <a:gd name="T20" fmla="*/ 44 w 145"/>
              <a:gd name="T21" fmla="*/ 122 h 261"/>
              <a:gd name="T22" fmla="*/ 131 w 145"/>
              <a:gd name="T23" fmla="*/ 206 h 261"/>
              <a:gd name="T24" fmla="*/ 115 w 145"/>
              <a:gd name="T25" fmla="*/ 234 h 261"/>
              <a:gd name="T26" fmla="*/ 117 w 145"/>
              <a:gd name="T27" fmla="*/ 242 h 261"/>
              <a:gd name="T28" fmla="*/ 120 w 145"/>
              <a:gd name="T29" fmla="*/ 243 h 261"/>
              <a:gd name="T30" fmla="*/ 125 w 145"/>
              <a:gd name="T31" fmla="*/ 240 h 261"/>
              <a:gd name="T32" fmla="*/ 144 w 145"/>
              <a:gd name="T33" fmla="*/ 207 h 261"/>
              <a:gd name="T34" fmla="*/ 144 w 145"/>
              <a:gd name="T35" fmla="*/ 203 h 261"/>
              <a:gd name="T36" fmla="*/ 142 w 145"/>
              <a:gd name="T37" fmla="*/ 199 h 261"/>
              <a:gd name="T38" fmla="*/ 53 w 145"/>
              <a:gd name="T39" fmla="*/ 115 h 261"/>
              <a:gd name="T40" fmla="*/ 12 w 145"/>
              <a:gd name="T41" fmla="*/ 5 h 261"/>
              <a:gd name="T42" fmla="*/ 6 w 145"/>
              <a:gd name="T43"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261">
                <a:moveTo>
                  <a:pt x="110" y="249"/>
                </a:moveTo>
                <a:cubicBezTo>
                  <a:pt x="109" y="249"/>
                  <a:pt x="109" y="249"/>
                  <a:pt x="108" y="250"/>
                </a:cubicBezTo>
                <a:cubicBezTo>
                  <a:pt x="105" y="250"/>
                  <a:pt x="103" y="253"/>
                  <a:pt x="104" y="257"/>
                </a:cubicBezTo>
                <a:cubicBezTo>
                  <a:pt x="105" y="259"/>
                  <a:pt x="107" y="261"/>
                  <a:pt x="110" y="261"/>
                </a:cubicBezTo>
                <a:cubicBezTo>
                  <a:pt x="110" y="261"/>
                  <a:pt x="111" y="261"/>
                  <a:pt x="111" y="261"/>
                </a:cubicBezTo>
                <a:cubicBezTo>
                  <a:pt x="114" y="260"/>
                  <a:pt x="116" y="257"/>
                  <a:pt x="115" y="254"/>
                </a:cubicBezTo>
                <a:cubicBezTo>
                  <a:pt x="114" y="251"/>
                  <a:pt x="112" y="249"/>
                  <a:pt x="110" y="249"/>
                </a:cubicBezTo>
                <a:moveTo>
                  <a:pt x="6" y="0"/>
                </a:moveTo>
                <a:cubicBezTo>
                  <a:pt x="6" y="0"/>
                  <a:pt x="6" y="0"/>
                  <a:pt x="6" y="0"/>
                </a:cubicBezTo>
                <a:cubicBezTo>
                  <a:pt x="3" y="0"/>
                  <a:pt x="0" y="3"/>
                  <a:pt x="1" y="6"/>
                </a:cubicBezTo>
                <a:cubicBezTo>
                  <a:pt x="6" y="47"/>
                  <a:pt x="21" y="87"/>
                  <a:pt x="44" y="122"/>
                </a:cubicBezTo>
                <a:cubicBezTo>
                  <a:pt x="66" y="156"/>
                  <a:pt x="96" y="185"/>
                  <a:pt x="131" y="206"/>
                </a:cubicBezTo>
                <a:cubicBezTo>
                  <a:pt x="115" y="234"/>
                  <a:pt x="115" y="234"/>
                  <a:pt x="115" y="234"/>
                </a:cubicBezTo>
                <a:cubicBezTo>
                  <a:pt x="114" y="237"/>
                  <a:pt x="114" y="240"/>
                  <a:pt x="117" y="242"/>
                </a:cubicBezTo>
                <a:cubicBezTo>
                  <a:pt x="118" y="242"/>
                  <a:pt x="119" y="243"/>
                  <a:pt x="120" y="243"/>
                </a:cubicBezTo>
                <a:cubicBezTo>
                  <a:pt x="122" y="243"/>
                  <a:pt x="124" y="242"/>
                  <a:pt x="125" y="240"/>
                </a:cubicBezTo>
                <a:cubicBezTo>
                  <a:pt x="144" y="207"/>
                  <a:pt x="144" y="207"/>
                  <a:pt x="144" y="207"/>
                </a:cubicBezTo>
                <a:cubicBezTo>
                  <a:pt x="145" y="206"/>
                  <a:pt x="145" y="204"/>
                  <a:pt x="144" y="203"/>
                </a:cubicBezTo>
                <a:cubicBezTo>
                  <a:pt x="144" y="201"/>
                  <a:pt x="143" y="200"/>
                  <a:pt x="142" y="199"/>
                </a:cubicBezTo>
                <a:cubicBezTo>
                  <a:pt x="106" y="178"/>
                  <a:pt x="76" y="150"/>
                  <a:pt x="53" y="115"/>
                </a:cubicBezTo>
                <a:cubicBezTo>
                  <a:pt x="31" y="82"/>
                  <a:pt x="17" y="44"/>
                  <a:pt x="12" y="5"/>
                </a:cubicBezTo>
                <a:cubicBezTo>
                  <a:pt x="12" y="2"/>
                  <a:pt x="9" y="0"/>
                  <a:pt x="6" y="0"/>
                </a:cubicBezTo>
              </a:path>
            </a:pathLst>
          </a:cu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64">
            <a:extLst>
              <a:ext uri="{FF2B5EF4-FFF2-40B4-BE49-F238E27FC236}">
                <a16:creationId xmlns:a16="http://schemas.microsoft.com/office/drawing/2014/main" id="{7076EAB4-EE6A-4883-B710-5CE1D17DEE5D}"/>
              </a:ext>
            </a:extLst>
          </p:cNvPr>
          <p:cNvSpPr>
            <a:spLocks/>
          </p:cNvSpPr>
          <p:nvPr/>
        </p:nvSpPr>
        <p:spPr bwMode="auto">
          <a:xfrm>
            <a:off x="5035995" y="5529391"/>
            <a:ext cx="75986" cy="70921"/>
          </a:xfrm>
          <a:prstGeom prst="ellipse">
            <a:avLst/>
          </a:pr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65">
            <a:extLst>
              <a:ext uri="{FF2B5EF4-FFF2-40B4-BE49-F238E27FC236}">
                <a16:creationId xmlns:a16="http://schemas.microsoft.com/office/drawing/2014/main" id="{66FD40CD-D374-D4CB-A587-EC224E1F7119}"/>
              </a:ext>
            </a:extLst>
          </p:cNvPr>
          <p:cNvSpPr>
            <a:spLocks noEditPoints="1"/>
          </p:cNvSpPr>
          <p:nvPr/>
        </p:nvSpPr>
        <p:spPr bwMode="auto">
          <a:xfrm>
            <a:off x="6264436" y="4554240"/>
            <a:ext cx="1537451" cy="845977"/>
          </a:xfrm>
          <a:custGeom>
            <a:avLst/>
            <a:gdLst>
              <a:gd name="T0" fmla="*/ 256 w 262"/>
              <a:gd name="T1" fmla="*/ 29 h 144"/>
              <a:gd name="T2" fmla="*/ 254 w 262"/>
              <a:gd name="T3" fmla="*/ 29 h 144"/>
              <a:gd name="T4" fmla="*/ 250 w 262"/>
              <a:gd name="T5" fmla="*/ 36 h 144"/>
              <a:gd name="T6" fmla="*/ 256 w 262"/>
              <a:gd name="T7" fmla="*/ 41 h 144"/>
              <a:gd name="T8" fmla="*/ 257 w 262"/>
              <a:gd name="T9" fmla="*/ 41 h 144"/>
              <a:gd name="T10" fmla="*/ 261 w 262"/>
              <a:gd name="T11" fmla="*/ 34 h 144"/>
              <a:gd name="T12" fmla="*/ 256 w 262"/>
              <a:gd name="T13" fmla="*/ 29 h 144"/>
              <a:gd name="T14" fmla="*/ 205 w 262"/>
              <a:gd name="T15" fmla="*/ 0 h 144"/>
              <a:gd name="T16" fmla="*/ 203 w 262"/>
              <a:gd name="T17" fmla="*/ 0 h 144"/>
              <a:gd name="T18" fmla="*/ 200 w 262"/>
              <a:gd name="T19" fmla="*/ 3 h 144"/>
              <a:gd name="T20" fmla="*/ 116 w 262"/>
              <a:gd name="T21" fmla="*/ 92 h 144"/>
              <a:gd name="T22" fmla="*/ 5 w 262"/>
              <a:gd name="T23" fmla="*/ 133 h 144"/>
              <a:gd name="T24" fmla="*/ 0 w 262"/>
              <a:gd name="T25" fmla="*/ 139 h 144"/>
              <a:gd name="T26" fmla="*/ 6 w 262"/>
              <a:gd name="T27" fmla="*/ 144 h 144"/>
              <a:gd name="T28" fmla="*/ 7 w 262"/>
              <a:gd name="T29" fmla="*/ 144 h 144"/>
              <a:gd name="T30" fmla="*/ 122 w 262"/>
              <a:gd name="T31" fmla="*/ 101 h 144"/>
              <a:gd name="T32" fmla="*/ 207 w 262"/>
              <a:gd name="T33" fmla="*/ 13 h 144"/>
              <a:gd name="T34" fmla="*/ 235 w 262"/>
              <a:gd name="T35" fmla="*/ 29 h 144"/>
              <a:gd name="T36" fmla="*/ 238 w 262"/>
              <a:gd name="T37" fmla="*/ 30 h 144"/>
              <a:gd name="T38" fmla="*/ 242 w 262"/>
              <a:gd name="T39" fmla="*/ 27 h 144"/>
              <a:gd name="T40" fmla="*/ 240 w 262"/>
              <a:gd name="T41" fmla="*/ 20 h 144"/>
              <a:gd name="T42" fmla="*/ 208 w 262"/>
              <a:gd name="T43" fmla="*/ 1 h 144"/>
              <a:gd name="T44" fmla="*/ 205 w 262"/>
              <a:gd name="T45"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2" h="144">
                <a:moveTo>
                  <a:pt x="256" y="29"/>
                </a:moveTo>
                <a:cubicBezTo>
                  <a:pt x="255" y="29"/>
                  <a:pt x="255" y="29"/>
                  <a:pt x="254" y="29"/>
                </a:cubicBezTo>
                <a:cubicBezTo>
                  <a:pt x="251" y="30"/>
                  <a:pt x="249" y="33"/>
                  <a:pt x="250" y="36"/>
                </a:cubicBezTo>
                <a:cubicBezTo>
                  <a:pt x="251" y="39"/>
                  <a:pt x="253" y="41"/>
                  <a:pt x="256" y="41"/>
                </a:cubicBezTo>
                <a:cubicBezTo>
                  <a:pt x="256" y="41"/>
                  <a:pt x="257" y="41"/>
                  <a:pt x="257" y="41"/>
                </a:cubicBezTo>
                <a:cubicBezTo>
                  <a:pt x="260" y="40"/>
                  <a:pt x="262" y="37"/>
                  <a:pt x="261" y="34"/>
                </a:cubicBezTo>
                <a:cubicBezTo>
                  <a:pt x="260" y="31"/>
                  <a:pt x="258" y="29"/>
                  <a:pt x="256" y="29"/>
                </a:cubicBezTo>
                <a:moveTo>
                  <a:pt x="205" y="0"/>
                </a:moveTo>
                <a:cubicBezTo>
                  <a:pt x="204" y="0"/>
                  <a:pt x="204" y="0"/>
                  <a:pt x="203" y="0"/>
                </a:cubicBezTo>
                <a:cubicBezTo>
                  <a:pt x="202" y="1"/>
                  <a:pt x="201" y="2"/>
                  <a:pt x="200" y="3"/>
                </a:cubicBezTo>
                <a:cubicBezTo>
                  <a:pt x="179" y="39"/>
                  <a:pt x="151" y="69"/>
                  <a:pt x="116" y="92"/>
                </a:cubicBezTo>
                <a:cubicBezTo>
                  <a:pt x="83" y="113"/>
                  <a:pt x="45" y="127"/>
                  <a:pt x="5" y="133"/>
                </a:cubicBezTo>
                <a:cubicBezTo>
                  <a:pt x="2" y="133"/>
                  <a:pt x="0" y="136"/>
                  <a:pt x="0" y="139"/>
                </a:cubicBezTo>
                <a:cubicBezTo>
                  <a:pt x="1" y="142"/>
                  <a:pt x="3" y="144"/>
                  <a:pt x="6" y="144"/>
                </a:cubicBezTo>
                <a:cubicBezTo>
                  <a:pt x="6" y="144"/>
                  <a:pt x="6" y="144"/>
                  <a:pt x="7" y="144"/>
                </a:cubicBezTo>
                <a:cubicBezTo>
                  <a:pt x="48" y="138"/>
                  <a:pt x="88" y="124"/>
                  <a:pt x="122" y="101"/>
                </a:cubicBezTo>
                <a:cubicBezTo>
                  <a:pt x="157" y="78"/>
                  <a:pt x="185" y="49"/>
                  <a:pt x="207" y="13"/>
                </a:cubicBezTo>
                <a:cubicBezTo>
                  <a:pt x="235" y="29"/>
                  <a:pt x="235" y="29"/>
                  <a:pt x="235" y="29"/>
                </a:cubicBezTo>
                <a:cubicBezTo>
                  <a:pt x="236" y="30"/>
                  <a:pt x="237" y="30"/>
                  <a:pt x="238" y="30"/>
                </a:cubicBezTo>
                <a:cubicBezTo>
                  <a:pt x="240" y="30"/>
                  <a:pt x="241" y="29"/>
                  <a:pt x="242" y="27"/>
                </a:cubicBezTo>
                <a:cubicBezTo>
                  <a:pt x="244" y="25"/>
                  <a:pt x="243" y="21"/>
                  <a:pt x="240" y="20"/>
                </a:cubicBezTo>
                <a:cubicBezTo>
                  <a:pt x="208" y="1"/>
                  <a:pt x="208" y="1"/>
                  <a:pt x="208" y="1"/>
                </a:cubicBezTo>
                <a:cubicBezTo>
                  <a:pt x="207" y="0"/>
                  <a:pt x="206" y="0"/>
                  <a:pt x="205" y="0"/>
                </a:cubicBezTo>
              </a:path>
            </a:pathLst>
          </a:cu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66">
            <a:extLst>
              <a:ext uri="{FF2B5EF4-FFF2-40B4-BE49-F238E27FC236}">
                <a16:creationId xmlns:a16="http://schemas.microsoft.com/office/drawing/2014/main" id="{20EE83FE-EDDD-4D3C-2C4E-E14E8C074D66}"/>
              </a:ext>
            </a:extLst>
          </p:cNvPr>
          <p:cNvSpPr>
            <a:spLocks/>
          </p:cNvSpPr>
          <p:nvPr/>
        </p:nvSpPr>
        <p:spPr bwMode="auto">
          <a:xfrm>
            <a:off x="7824681" y="4782198"/>
            <a:ext cx="75986" cy="70921"/>
          </a:xfrm>
          <a:prstGeom prst="ellipse">
            <a:avLst/>
          </a:pr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7">
            <a:extLst>
              <a:ext uri="{FF2B5EF4-FFF2-40B4-BE49-F238E27FC236}">
                <a16:creationId xmlns:a16="http://schemas.microsoft.com/office/drawing/2014/main" id="{39D8CCAD-4850-0999-021C-5B9FA99836C2}"/>
              </a:ext>
            </a:extLst>
          </p:cNvPr>
          <p:cNvSpPr>
            <a:spLocks noEditPoints="1"/>
          </p:cNvSpPr>
          <p:nvPr/>
        </p:nvSpPr>
        <p:spPr bwMode="auto">
          <a:xfrm>
            <a:off x="6849528" y="2092294"/>
            <a:ext cx="851043" cy="1532384"/>
          </a:xfrm>
          <a:custGeom>
            <a:avLst/>
            <a:gdLst>
              <a:gd name="T0" fmla="*/ 25 w 145"/>
              <a:gd name="T1" fmla="*/ 18 h 261"/>
              <a:gd name="T2" fmla="*/ 20 w 145"/>
              <a:gd name="T3" fmla="*/ 21 h 261"/>
              <a:gd name="T4" fmla="*/ 1 w 145"/>
              <a:gd name="T5" fmla="*/ 54 h 261"/>
              <a:gd name="T6" fmla="*/ 1 w 145"/>
              <a:gd name="T7" fmla="*/ 58 h 261"/>
              <a:gd name="T8" fmla="*/ 3 w 145"/>
              <a:gd name="T9" fmla="*/ 62 h 261"/>
              <a:gd name="T10" fmla="*/ 92 w 145"/>
              <a:gd name="T11" fmla="*/ 145 h 261"/>
              <a:gd name="T12" fmla="*/ 133 w 145"/>
              <a:gd name="T13" fmla="*/ 256 h 261"/>
              <a:gd name="T14" fmla="*/ 139 w 145"/>
              <a:gd name="T15" fmla="*/ 261 h 261"/>
              <a:gd name="T16" fmla="*/ 139 w 145"/>
              <a:gd name="T17" fmla="*/ 261 h 261"/>
              <a:gd name="T18" fmla="*/ 144 w 145"/>
              <a:gd name="T19" fmla="*/ 255 h 261"/>
              <a:gd name="T20" fmla="*/ 102 w 145"/>
              <a:gd name="T21" fmla="*/ 139 h 261"/>
              <a:gd name="T22" fmla="*/ 14 w 145"/>
              <a:gd name="T23" fmla="*/ 55 h 261"/>
              <a:gd name="T24" fmla="*/ 30 w 145"/>
              <a:gd name="T25" fmla="*/ 27 h 261"/>
              <a:gd name="T26" fmla="*/ 28 w 145"/>
              <a:gd name="T27" fmla="*/ 19 h 261"/>
              <a:gd name="T28" fmla="*/ 25 w 145"/>
              <a:gd name="T29" fmla="*/ 18 h 261"/>
              <a:gd name="T30" fmla="*/ 36 w 145"/>
              <a:gd name="T31" fmla="*/ 0 h 261"/>
              <a:gd name="T32" fmla="*/ 34 w 145"/>
              <a:gd name="T33" fmla="*/ 0 h 261"/>
              <a:gd name="T34" fmla="*/ 30 w 145"/>
              <a:gd name="T35" fmla="*/ 7 h 261"/>
              <a:gd name="T36" fmla="*/ 36 w 145"/>
              <a:gd name="T37" fmla="*/ 12 h 261"/>
              <a:gd name="T38" fmla="*/ 37 w 145"/>
              <a:gd name="T39" fmla="*/ 11 h 261"/>
              <a:gd name="T40" fmla="*/ 41 w 145"/>
              <a:gd name="T41" fmla="*/ 4 h 261"/>
              <a:gd name="T42" fmla="*/ 36 w 145"/>
              <a:gd name="T43" fmla="*/ 0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261">
                <a:moveTo>
                  <a:pt x="25" y="18"/>
                </a:moveTo>
                <a:cubicBezTo>
                  <a:pt x="23" y="18"/>
                  <a:pt x="21" y="19"/>
                  <a:pt x="20" y="21"/>
                </a:cubicBezTo>
                <a:cubicBezTo>
                  <a:pt x="1" y="54"/>
                  <a:pt x="1" y="54"/>
                  <a:pt x="1" y="54"/>
                </a:cubicBezTo>
                <a:cubicBezTo>
                  <a:pt x="1" y="55"/>
                  <a:pt x="0" y="57"/>
                  <a:pt x="1" y="58"/>
                </a:cubicBezTo>
                <a:cubicBezTo>
                  <a:pt x="1" y="60"/>
                  <a:pt x="2" y="61"/>
                  <a:pt x="3" y="62"/>
                </a:cubicBezTo>
                <a:cubicBezTo>
                  <a:pt x="40" y="83"/>
                  <a:pt x="69" y="111"/>
                  <a:pt x="92" y="145"/>
                </a:cubicBezTo>
                <a:cubicBezTo>
                  <a:pt x="114" y="179"/>
                  <a:pt x="128" y="217"/>
                  <a:pt x="133" y="256"/>
                </a:cubicBezTo>
                <a:cubicBezTo>
                  <a:pt x="133" y="259"/>
                  <a:pt x="136" y="261"/>
                  <a:pt x="139" y="261"/>
                </a:cubicBezTo>
                <a:cubicBezTo>
                  <a:pt x="139" y="261"/>
                  <a:pt x="139" y="261"/>
                  <a:pt x="139" y="261"/>
                </a:cubicBezTo>
                <a:cubicBezTo>
                  <a:pt x="142" y="261"/>
                  <a:pt x="145" y="258"/>
                  <a:pt x="144" y="255"/>
                </a:cubicBezTo>
                <a:cubicBezTo>
                  <a:pt x="139" y="214"/>
                  <a:pt x="124" y="174"/>
                  <a:pt x="102" y="139"/>
                </a:cubicBezTo>
                <a:cubicBezTo>
                  <a:pt x="79" y="105"/>
                  <a:pt x="49" y="76"/>
                  <a:pt x="14" y="55"/>
                </a:cubicBezTo>
                <a:cubicBezTo>
                  <a:pt x="30" y="27"/>
                  <a:pt x="30" y="27"/>
                  <a:pt x="30" y="27"/>
                </a:cubicBezTo>
                <a:cubicBezTo>
                  <a:pt x="32" y="24"/>
                  <a:pt x="31" y="21"/>
                  <a:pt x="28" y="19"/>
                </a:cubicBezTo>
                <a:cubicBezTo>
                  <a:pt x="27" y="19"/>
                  <a:pt x="26" y="18"/>
                  <a:pt x="25" y="18"/>
                </a:cubicBezTo>
                <a:moveTo>
                  <a:pt x="36" y="0"/>
                </a:moveTo>
                <a:cubicBezTo>
                  <a:pt x="35" y="0"/>
                  <a:pt x="35" y="0"/>
                  <a:pt x="34" y="0"/>
                </a:cubicBezTo>
                <a:cubicBezTo>
                  <a:pt x="31" y="1"/>
                  <a:pt x="29" y="4"/>
                  <a:pt x="30" y="7"/>
                </a:cubicBezTo>
                <a:cubicBezTo>
                  <a:pt x="31" y="10"/>
                  <a:pt x="33" y="12"/>
                  <a:pt x="36" y="12"/>
                </a:cubicBezTo>
                <a:cubicBezTo>
                  <a:pt x="36" y="12"/>
                  <a:pt x="37" y="12"/>
                  <a:pt x="37" y="11"/>
                </a:cubicBezTo>
                <a:cubicBezTo>
                  <a:pt x="40" y="11"/>
                  <a:pt x="42" y="8"/>
                  <a:pt x="41" y="4"/>
                </a:cubicBezTo>
                <a:cubicBezTo>
                  <a:pt x="40" y="2"/>
                  <a:pt x="38" y="0"/>
                  <a:pt x="36" y="0"/>
                </a:cubicBezTo>
              </a:path>
            </a:pathLst>
          </a:cu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68">
            <a:extLst>
              <a:ext uri="{FF2B5EF4-FFF2-40B4-BE49-F238E27FC236}">
                <a16:creationId xmlns:a16="http://schemas.microsoft.com/office/drawing/2014/main" id="{6581CF62-3C7F-B6A1-96DF-D8E1EFEEA56F}"/>
              </a:ext>
            </a:extLst>
          </p:cNvPr>
          <p:cNvSpPr>
            <a:spLocks/>
          </p:cNvSpPr>
          <p:nvPr/>
        </p:nvSpPr>
        <p:spPr bwMode="auto">
          <a:xfrm>
            <a:off x="7080019" y="1993512"/>
            <a:ext cx="75986" cy="70921"/>
          </a:xfrm>
          <a:prstGeom prst="ellipse">
            <a:avLst/>
          </a:prstGeom>
          <a:solidFill>
            <a:srgbClr val="D0D2D3"/>
          </a:solidFill>
          <a:ln>
            <a:noFill/>
          </a:ln>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72">
            <a:extLst>
              <a:ext uri="{FF2B5EF4-FFF2-40B4-BE49-F238E27FC236}">
                <a16:creationId xmlns:a16="http://schemas.microsoft.com/office/drawing/2014/main" id="{B8674513-7D86-29B8-BADC-58EB18D3376B}"/>
              </a:ext>
            </a:extLst>
          </p:cNvPr>
          <p:cNvSpPr>
            <a:spLocks/>
          </p:cNvSpPr>
          <p:nvPr/>
        </p:nvSpPr>
        <p:spPr bwMode="auto">
          <a:xfrm>
            <a:off x="5712272" y="3039586"/>
            <a:ext cx="1137257" cy="1327221"/>
          </a:xfrm>
          <a:custGeom>
            <a:avLst/>
            <a:gdLst>
              <a:gd name="T0" fmla="*/ 194 w 194"/>
              <a:gd name="T1" fmla="*/ 129 h 226"/>
              <a:gd name="T2" fmla="*/ 68 w 194"/>
              <a:gd name="T3" fmla="*/ 0 h 226"/>
              <a:gd name="T4" fmla="*/ 163 w 194"/>
              <a:gd name="T5" fmla="*/ 97 h 226"/>
              <a:gd name="T6" fmla="*/ 67 w 194"/>
              <a:gd name="T7" fmla="*/ 194 h 226"/>
              <a:gd name="T8" fmla="*/ 66 w 194"/>
              <a:gd name="T9" fmla="*/ 194 h 226"/>
              <a:gd name="T10" fmla="*/ 66 w 194"/>
              <a:gd name="T11" fmla="*/ 194 h 226"/>
              <a:gd name="T12" fmla="*/ 0 w 194"/>
              <a:gd name="T13" fmla="*/ 129 h 226"/>
              <a:gd name="T14" fmla="*/ 0 w 194"/>
              <a:gd name="T15" fmla="*/ 130 h 226"/>
              <a:gd name="T16" fmla="*/ 97 w 194"/>
              <a:gd name="T17" fmla="*/ 226 h 226"/>
              <a:gd name="T18" fmla="*/ 194 w 194"/>
              <a:gd name="T19" fmla="*/ 129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226">
                <a:moveTo>
                  <a:pt x="194" y="129"/>
                </a:moveTo>
                <a:cubicBezTo>
                  <a:pt x="194" y="59"/>
                  <a:pt x="138" y="2"/>
                  <a:pt x="68" y="0"/>
                </a:cubicBezTo>
                <a:cubicBezTo>
                  <a:pt x="121" y="2"/>
                  <a:pt x="163" y="44"/>
                  <a:pt x="163" y="97"/>
                </a:cubicBezTo>
                <a:cubicBezTo>
                  <a:pt x="163" y="150"/>
                  <a:pt x="120" y="194"/>
                  <a:pt x="67" y="194"/>
                </a:cubicBezTo>
                <a:cubicBezTo>
                  <a:pt x="66" y="194"/>
                  <a:pt x="66" y="194"/>
                  <a:pt x="66" y="194"/>
                </a:cubicBezTo>
                <a:cubicBezTo>
                  <a:pt x="66" y="194"/>
                  <a:pt x="66" y="194"/>
                  <a:pt x="66" y="194"/>
                </a:cubicBezTo>
                <a:cubicBezTo>
                  <a:pt x="29" y="194"/>
                  <a:pt x="0" y="165"/>
                  <a:pt x="0" y="129"/>
                </a:cubicBezTo>
                <a:cubicBezTo>
                  <a:pt x="0" y="130"/>
                  <a:pt x="0" y="130"/>
                  <a:pt x="0" y="130"/>
                </a:cubicBezTo>
                <a:cubicBezTo>
                  <a:pt x="1" y="183"/>
                  <a:pt x="44" y="226"/>
                  <a:pt x="97" y="226"/>
                </a:cubicBezTo>
                <a:cubicBezTo>
                  <a:pt x="151" y="226"/>
                  <a:pt x="194" y="183"/>
                  <a:pt x="194" y="129"/>
                </a:cubicBezTo>
                <a:close/>
              </a:path>
            </a:pathLst>
          </a:custGeom>
          <a:solidFill>
            <a:schemeClr val="accent2"/>
          </a:soli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19" name="Freeform 71">
            <a:extLst>
              <a:ext uri="{FF2B5EF4-FFF2-40B4-BE49-F238E27FC236}">
                <a16:creationId xmlns:a16="http://schemas.microsoft.com/office/drawing/2014/main" id="{D414FA26-C087-CBFD-353D-C6B9DBFE323D}"/>
              </a:ext>
            </a:extLst>
          </p:cNvPr>
          <p:cNvSpPr>
            <a:spLocks/>
          </p:cNvSpPr>
          <p:nvPr/>
        </p:nvSpPr>
        <p:spPr bwMode="auto">
          <a:xfrm>
            <a:off x="5524839" y="3414450"/>
            <a:ext cx="1324690" cy="1139790"/>
          </a:xfrm>
          <a:custGeom>
            <a:avLst/>
            <a:gdLst>
              <a:gd name="T0" fmla="*/ 98 w 226"/>
              <a:gd name="T1" fmla="*/ 194 h 194"/>
              <a:gd name="T2" fmla="*/ 226 w 226"/>
              <a:gd name="T3" fmla="*/ 68 h 194"/>
              <a:gd name="T4" fmla="*/ 129 w 226"/>
              <a:gd name="T5" fmla="*/ 162 h 194"/>
              <a:gd name="T6" fmla="*/ 32 w 226"/>
              <a:gd name="T7" fmla="*/ 66 h 194"/>
              <a:gd name="T8" fmla="*/ 32 w 226"/>
              <a:gd name="T9" fmla="*/ 65 h 194"/>
              <a:gd name="T10" fmla="*/ 32 w 226"/>
              <a:gd name="T11" fmla="*/ 65 h 194"/>
              <a:gd name="T12" fmla="*/ 98 w 226"/>
              <a:gd name="T13" fmla="*/ 0 h 194"/>
              <a:gd name="T14" fmla="*/ 96 w 226"/>
              <a:gd name="T15" fmla="*/ 0 h 194"/>
              <a:gd name="T16" fmla="*/ 0 w 226"/>
              <a:gd name="T17" fmla="*/ 97 h 194"/>
              <a:gd name="T18" fmla="*/ 98 w 226"/>
              <a:gd name="T19"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194">
                <a:moveTo>
                  <a:pt x="98" y="194"/>
                </a:moveTo>
                <a:cubicBezTo>
                  <a:pt x="168" y="194"/>
                  <a:pt x="225" y="138"/>
                  <a:pt x="226" y="68"/>
                </a:cubicBezTo>
                <a:cubicBezTo>
                  <a:pt x="225" y="120"/>
                  <a:pt x="182" y="162"/>
                  <a:pt x="129" y="162"/>
                </a:cubicBezTo>
                <a:cubicBezTo>
                  <a:pt x="76" y="162"/>
                  <a:pt x="33" y="119"/>
                  <a:pt x="32" y="66"/>
                </a:cubicBezTo>
                <a:cubicBezTo>
                  <a:pt x="32" y="65"/>
                  <a:pt x="32" y="65"/>
                  <a:pt x="32" y="65"/>
                </a:cubicBezTo>
                <a:cubicBezTo>
                  <a:pt x="32" y="65"/>
                  <a:pt x="32" y="65"/>
                  <a:pt x="32" y="65"/>
                </a:cubicBezTo>
                <a:cubicBezTo>
                  <a:pt x="32" y="29"/>
                  <a:pt x="61" y="0"/>
                  <a:pt x="98" y="0"/>
                </a:cubicBezTo>
                <a:cubicBezTo>
                  <a:pt x="96" y="0"/>
                  <a:pt x="96" y="0"/>
                  <a:pt x="96" y="0"/>
                </a:cubicBezTo>
                <a:cubicBezTo>
                  <a:pt x="43" y="0"/>
                  <a:pt x="0" y="44"/>
                  <a:pt x="0" y="97"/>
                </a:cubicBezTo>
                <a:cubicBezTo>
                  <a:pt x="0" y="150"/>
                  <a:pt x="44" y="194"/>
                  <a:pt x="98" y="194"/>
                </a:cubicBezTo>
                <a:close/>
              </a:path>
            </a:pathLst>
          </a:custGeom>
          <a:solidFill>
            <a:schemeClr val="accent5"/>
          </a:soli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20" name="Freeform 70">
            <a:extLst>
              <a:ext uri="{FF2B5EF4-FFF2-40B4-BE49-F238E27FC236}">
                <a16:creationId xmlns:a16="http://schemas.microsoft.com/office/drawing/2014/main" id="{F419D7E9-DF55-EC02-FA9E-365426D28728}"/>
              </a:ext>
            </a:extLst>
          </p:cNvPr>
          <p:cNvSpPr>
            <a:spLocks/>
          </p:cNvSpPr>
          <p:nvPr/>
        </p:nvSpPr>
        <p:spPr bwMode="auto">
          <a:xfrm>
            <a:off x="5342472" y="3227018"/>
            <a:ext cx="1137257" cy="1327221"/>
          </a:xfrm>
          <a:custGeom>
            <a:avLst/>
            <a:gdLst>
              <a:gd name="T0" fmla="*/ 0 w 194"/>
              <a:gd name="T1" fmla="*/ 97 h 226"/>
              <a:gd name="T2" fmla="*/ 126 w 194"/>
              <a:gd name="T3" fmla="*/ 226 h 226"/>
              <a:gd name="T4" fmla="*/ 31 w 194"/>
              <a:gd name="T5" fmla="*/ 129 h 226"/>
              <a:gd name="T6" fmla="*/ 127 w 194"/>
              <a:gd name="T7" fmla="*/ 32 h 226"/>
              <a:gd name="T8" fmla="*/ 128 w 194"/>
              <a:gd name="T9" fmla="*/ 32 h 226"/>
              <a:gd name="T10" fmla="*/ 129 w 194"/>
              <a:gd name="T11" fmla="*/ 32 h 226"/>
              <a:gd name="T12" fmla="*/ 194 w 194"/>
              <a:gd name="T13" fmla="*/ 97 h 226"/>
              <a:gd name="T14" fmla="*/ 194 w 194"/>
              <a:gd name="T15" fmla="*/ 96 h 226"/>
              <a:gd name="T16" fmla="*/ 97 w 194"/>
              <a:gd name="T17" fmla="*/ 0 h 226"/>
              <a:gd name="T18" fmla="*/ 0 w 194"/>
              <a:gd name="T19" fmla="*/ 97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4" h="226">
                <a:moveTo>
                  <a:pt x="0" y="97"/>
                </a:moveTo>
                <a:cubicBezTo>
                  <a:pt x="0" y="167"/>
                  <a:pt x="56" y="224"/>
                  <a:pt x="126" y="226"/>
                </a:cubicBezTo>
                <a:cubicBezTo>
                  <a:pt x="73" y="224"/>
                  <a:pt x="31" y="182"/>
                  <a:pt x="31" y="129"/>
                </a:cubicBezTo>
                <a:cubicBezTo>
                  <a:pt x="31" y="76"/>
                  <a:pt x="74" y="32"/>
                  <a:pt x="127" y="32"/>
                </a:cubicBezTo>
                <a:cubicBezTo>
                  <a:pt x="128" y="32"/>
                  <a:pt x="128" y="32"/>
                  <a:pt x="128" y="32"/>
                </a:cubicBezTo>
                <a:cubicBezTo>
                  <a:pt x="129" y="32"/>
                  <a:pt x="129" y="32"/>
                  <a:pt x="129" y="32"/>
                </a:cubicBezTo>
                <a:cubicBezTo>
                  <a:pt x="165" y="32"/>
                  <a:pt x="194" y="61"/>
                  <a:pt x="194" y="97"/>
                </a:cubicBezTo>
                <a:cubicBezTo>
                  <a:pt x="194" y="96"/>
                  <a:pt x="194" y="96"/>
                  <a:pt x="194" y="96"/>
                </a:cubicBezTo>
                <a:cubicBezTo>
                  <a:pt x="193" y="43"/>
                  <a:pt x="150" y="0"/>
                  <a:pt x="97" y="0"/>
                </a:cubicBezTo>
                <a:cubicBezTo>
                  <a:pt x="43" y="0"/>
                  <a:pt x="0" y="43"/>
                  <a:pt x="0" y="97"/>
                </a:cubicBezTo>
                <a:close/>
              </a:path>
            </a:pathLst>
          </a:custGeom>
          <a:solidFill>
            <a:schemeClr val="accent6"/>
          </a:soli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CFAE3E15-B1BA-B713-CF63-F05C5BB26397}"/>
              </a:ext>
            </a:extLst>
          </p:cNvPr>
          <p:cNvSpPr>
            <a:spLocks/>
          </p:cNvSpPr>
          <p:nvPr/>
        </p:nvSpPr>
        <p:spPr bwMode="auto">
          <a:xfrm>
            <a:off x="5342472" y="3039586"/>
            <a:ext cx="1327221" cy="1137257"/>
          </a:xfrm>
          <a:custGeom>
            <a:avLst/>
            <a:gdLst>
              <a:gd name="T0" fmla="*/ 129 w 226"/>
              <a:gd name="T1" fmla="*/ 0 h 194"/>
              <a:gd name="T2" fmla="*/ 0 w 226"/>
              <a:gd name="T3" fmla="*/ 126 h 194"/>
              <a:gd name="T4" fmla="*/ 97 w 226"/>
              <a:gd name="T5" fmla="*/ 32 h 194"/>
              <a:gd name="T6" fmla="*/ 194 w 226"/>
              <a:gd name="T7" fmla="*/ 128 h 194"/>
              <a:gd name="T8" fmla="*/ 194 w 226"/>
              <a:gd name="T9" fmla="*/ 129 h 194"/>
              <a:gd name="T10" fmla="*/ 194 w 226"/>
              <a:gd name="T11" fmla="*/ 129 h 194"/>
              <a:gd name="T12" fmla="*/ 129 w 226"/>
              <a:gd name="T13" fmla="*/ 194 h 194"/>
              <a:gd name="T14" fmla="*/ 130 w 226"/>
              <a:gd name="T15" fmla="*/ 194 h 194"/>
              <a:gd name="T16" fmla="*/ 226 w 226"/>
              <a:gd name="T17" fmla="*/ 97 h 194"/>
              <a:gd name="T18" fmla="*/ 129 w 226"/>
              <a:gd name="T19" fmla="*/ 0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6" h="194">
                <a:moveTo>
                  <a:pt x="129" y="0"/>
                </a:moveTo>
                <a:cubicBezTo>
                  <a:pt x="58" y="0"/>
                  <a:pt x="1" y="56"/>
                  <a:pt x="0" y="126"/>
                </a:cubicBezTo>
                <a:cubicBezTo>
                  <a:pt x="1" y="74"/>
                  <a:pt x="44" y="32"/>
                  <a:pt x="97" y="32"/>
                </a:cubicBezTo>
                <a:cubicBezTo>
                  <a:pt x="150" y="32"/>
                  <a:pt x="193" y="75"/>
                  <a:pt x="194" y="128"/>
                </a:cubicBezTo>
                <a:cubicBezTo>
                  <a:pt x="194" y="129"/>
                  <a:pt x="194" y="129"/>
                  <a:pt x="194" y="129"/>
                </a:cubicBezTo>
                <a:cubicBezTo>
                  <a:pt x="194" y="129"/>
                  <a:pt x="194" y="129"/>
                  <a:pt x="194" y="129"/>
                </a:cubicBezTo>
                <a:cubicBezTo>
                  <a:pt x="194" y="165"/>
                  <a:pt x="165" y="194"/>
                  <a:pt x="129" y="194"/>
                </a:cubicBezTo>
                <a:cubicBezTo>
                  <a:pt x="130" y="194"/>
                  <a:pt x="130" y="194"/>
                  <a:pt x="130" y="194"/>
                </a:cubicBezTo>
                <a:cubicBezTo>
                  <a:pt x="183" y="194"/>
                  <a:pt x="226" y="150"/>
                  <a:pt x="226" y="97"/>
                </a:cubicBezTo>
                <a:cubicBezTo>
                  <a:pt x="226" y="44"/>
                  <a:pt x="182" y="0"/>
                  <a:pt x="129" y="0"/>
                </a:cubicBezTo>
                <a:close/>
              </a:path>
            </a:pathLst>
          </a:custGeom>
          <a:solidFill>
            <a:schemeClr val="accent1"/>
          </a:solidFill>
          <a:ln>
            <a:noFill/>
          </a:ln>
          <a:effectLst/>
        </p:spPr>
        <p:txBody>
          <a:bodyPr vert="horz" wrap="square" lIns="91440" tIns="45720" rIns="91440" bIns="45720" numCol="1" anchor="t" anchorCtr="0" compatLnSpc="1">
            <a:prstTxWarp prst="textNoShape">
              <a:avLst/>
            </a:prstTxWarp>
          </a:bodyPr>
          <a:lstStyle/>
          <a:p>
            <a:endParaRPr lang="en-US"/>
          </a:p>
        </p:txBody>
      </p:sp>
      <p:sp>
        <p:nvSpPr>
          <p:cNvPr id="22" name="Freeform 73">
            <a:extLst>
              <a:ext uri="{FF2B5EF4-FFF2-40B4-BE49-F238E27FC236}">
                <a16:creationId xmlns:a16="http://schemas.microsoft.com/office/drawing/2014/main" id="{A14FE969-5BAB-070C-5902-C8EF6B8DE948}"/>
              </a:ext>
            </a:extLst>
          </p:cNvPr>
          <p:cNvSpPr>
            <a:spLocks noEditPoints="1"/>
          </p:cNvSpPr>
          <p:nvPr/>
        </p:nvSpPr>
        <p:spPr bwMode="auto">
          <a:xfrm>
            <a:off x="4648468" y="2350647"/>
            <a:ext cx="1798334" cy="1446267"/>
          </a:xfrm>
          <a:custGeom>
            <a:avLst/>
            <a:gdLst>
              <a:gd name="T0" fmla="*/ 0 w 306"/>
              <a:gd name="T1" fmla="*/ 245 h 246"/>
              <a:gd name="T2" fmla="*/ 0 w 306"/>
              <a:gd name="T3" fmla="*/ 245 h 246"/>
              <a:gd name="T4" fmla="*/ 0 w 306"/>
              <a:gd name="T5" fmla="*/ 245 h 246"/>
              <a:gd name="T6" fmla="*/ 248 w 306"/>
              <a:gd name="T7" fmla="*/ 0 h 246"/>
              <a:gd name="T8" fmla="*/ 247 w 306"/>
              <a:gd name="T9" fmla="*/ 0 h 246"/>
              <a:gd name="T10" fmla="*/ 247 w 306"/>
              <a:gd name="T11" fmla="*/ 0 h 246"/>
              <a:gd name="T12" fmla="*/ 247 w 306"/>
              <a:gd name="T13" fmla="*/ 0 h 246"/>
              <a:gd name="T14" fmla="*/ 0 w 306"/>
              <a:gd name="T15" fmla="*/ 245 h 246"/>
              <a:gd name="T16" fmla="*/ 59 w 306"/>
              <a:gd name="T17" fmla="*/ 187 h 246"/>
              <a:gd name="T18" fmla="*/ 118 w 306"/>
              <a:gd name="T19" fmla="*/ 245 h 246"/>
              <a:gd name="T20" fmla="*/ 118 w 306"/>
              <a:gd name="T21" fmla="*/ 246 h 246"/>
              <a:gd name="T22" fmla="*/ 118 w 306"/>
              <a:gd name="T23" fmla="*/ 246 h 246"/>
              <a:gd name="T24" fmla="*/ 247 w 306"/>
              <a:gd name="T25" fmla="*/ 117 h 246"/>
              <a:gd name="T26" fmla="*/ 247 w 306"/>
              <a:gd name="T27" fmla="*/ 117 h 246"/>
              <a:gd name="T28" fmla="*/ 247 w 306"/>
              <a:gd name="T29" fmla="*/ 117 h 246"/>
              <a:gd name="T30" fmla="*/ 306 w 306"/>
              <a:gd name="T31" fmla="*/ 58 h 246"/>
              <a:gd name="T32" fmla="*/ 248 w 306"/>
              <a:gd name="T33"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6" h="246">
                <a:moveTo>
                  <a:pt x="0" y="245"/>
                </a:moveTo>
                <a:cubicBezTo>
                  <a:pt x="0" y="245"/>
                  <a:pt x="0" y="245"/>
                  <a:pt x="0" y="245"/>
                </a:cubicBezTo>
                <a:cubicBezTo>
                  <a:pt x="0" y="245"/>
                  <a:pt x="0" y="245"/>
                  <a:pt x="0" y="245"/>
                </a:cubicBezTo>
                <a:close/>
                <a:moveTo>
                  <a:pt x="248" y="0"/>
                </a:moveTo>
                <a:cubicBezTo>
                  <a:pt x="247" y="0"/>
                  <a:pt x="247" y="0"/>
                  <a:pt x="247" y="0"/>
                </a:cubicBezTo>
                <a:cubicBezTo>
                  <a:pt x="247" y="0"/>
                  <a:pt x="247" y="0"/>
                  <a:pt x="247" y="0"/>
                </a:cubicBezTo>
                <a:cubicBezTo>
                  <a:pt x="247" y="0"/>
                  <a:pt x="247" y="0"/>
                  <a:pt x="247" y="0"/>
                </a:cubicBezTo>
                <a:cubicBezTo>
                  <a:pt x="111" y="0"/>
                  <a:pt x="1" y="109"/>
                  <a:pt x="0" y="245"/>
                </a:cubicBezTo>
                <a:cubicBezTo>
                  <a:pt x="1" y="213"/>
                  <a:pt x="27" y="187"/>
                  <a:pt x="59" y="187"/>
                </a:cubicBezTo>
                <a:cubicBezTo>
                  <a:pt x="91" y="187"/>
                  <a:pt x="118" y="213"/>
                  <a:pt x="118" y="245"/>
                </a:cubicBezTo>
                <a:cubicBezTo>
                  <a:pt x="118" y="246"/>
                  <a:pt x="118" y="246"/>
                  <a:pt x="118" y="246"/>
                </a:cubicBezTo>
                <a:cubicBezTo>
                  <a:pt x="118" y="246"/>
                  <a:pt x="118" y="246"/>
                  <a:pt x="118" y="246"/>
                </a:cubicBezTo>
                <a:cubicBezTo>
                  <a:pt x="118" y="175"/>
                  <a:pt x="175" y="117"/>
                  <a:pt x="247" y="117"/>
                </a:cubicBezTo>
                <a:cubicBezTo>
                  <a:pt x="247" y="117"/>
                  <a:pt x="247" y="117"/>
                  <a:pt x="247" y="117"/>
                </a:cubicBezTo>
                <a:cubicBezTo>
                  <a:pt x="247" y="117"/>
                  <a:pt x="247" y="117"/>
                  <a:pt x="247" y="117"/>
                </a:cubicBezTo>
                <a:cubicBezTo>
                  <a:pt x="280" y="117"/>
                  <a:pt x="306" y="91"/>
                  <a:pt x="306" y="58"/>
                </a:cubicBezTo>
                <a:cubicBezTo>
                  <a:pt x="306" y="26"/>
                  <a:pt x="280" y="0"/>
                  <a:pt x="248" y="0"/>
                </a:cubicBezTo>
                <a:close/>
              </a:path>
            </a:pathLst>
          </a:custGeom>
          <a:solidFill>
            <a:schemeClr val="accent1"/>
          </a:solidFill>
          <a:ln>
            <a:solidFill>
              <a:srgbClr val="FFFFFF"/>
            </a:solidFill>
          </a:ln>
          <a:effectLst/>
        </p:spPr>
        <p:txBody>
          <a:bodyPr vert="horz" wrap="square" lIns="91440" tIns="45720" rIns="91440" bIns="45720" numCol="1" anchor="t" anchorCtr="0" compatLnSpc="1">
            <a:prstTxWarp prst="textNoShape">
              <a:avLst/>
            </a:prstTxWarp>
          </a:bodyPr>
          <a:lstStyle/>
          <a:p>
            <a:endParaRPr lang="en-US"/>
          </a:p>
        </p:txBody>
      </p:sp>
      <p:sp>
        <p:nvSpPr>
          <p:cNvPr id="23" name="Freeform 74">
            <a:extLst>
              <a:ext uri="{FF2B5EF4-FFF2-40B4-BE49-F238E27FC236}">
                <a16:creationId xmlns:a16="http://schemas.microsoft.com/office/drawing/2014/main" id="{0E869F7E-BA72-8444-5E5B-DC450248D0BF}"/>
              </a:ext>
            </a:extLst>
          </p:cNvPr>
          <p:cNvSpPr>
            <a:spLocks noEditPoints="1"/>
          </p:cNvSpPr>
          <p:nvPr/>
        </p:nvSpPr>
        <p:spPr bwMode="auto">
          <a:xfrm>
            <a:off x="6099799" y="2350647"/>
            <a:ext cx="1443733" cy="1793269"/>
          </a:xfrm>
          <a:custGeom>
            <a:avLst/>
            <a:gdLst>
              <a:gd name="T0" fmla="*/ 1 w 246"/>
              <a:gd name="T1" fmla="*/ 0 h 305"/>
              <a:gd name="T2" fmla="*/ 1 w 246"/>
              <a:gd name="T3" fmla="*/ 0 h 305"/>
              <a:gd name="T4" fmla="*/ 1 w 246"/>
              <a:gd name="T5" fmla="*/ 0 h 305"/>
              <a:gd name="T6" fmla="*/ 246 w 246"/>
              <a:gd name="T7" fmla="*/ 247 h 305"/>
              <a:gd name="T8" fmla="*/ 246 w 246"/>
              <a:gd name="T9" fmla="*/ 246 h 305"/>
              <a:gd name="T10" fmla="*/ 246 w 246"/>
              <a:gd name="T11" fmla="*/ 246 h 305"/>
              <a:gd name="T12" fmla="*/ 246 w 246"/>
              <a:gd name="T13" fmla="*/ 246 h 305"/>
              <a:gd name="T14" fmla="*/ 1 w 246"/>
              <a:gd name="T15" fmla="*/ 0 h 305"/>
              <a:gd name="T16" fmla="*/ 59 w 246"/>
              <a:gd name="T17" fmla="*/ 58 h 305"/>
              <a:gd name="T18" fmla="*/ 0 w 246"/>
              <a:gd name="T19" fmla="*/ 117 h 305"/>
              <a:gd name="T20" fmla="*/ 0 w 246"/>
              <a:gd name="T21" fmla="*/ 117 h 305"/>
              <a:gd name="T22" fmla="*/ 0 w 246"/>
              <a:gd name="T23" fmla="*/ 117 h 305"/>
              <a:gd name="T24" fmla="*/ 128 w 246"/>
              <a:gd name="T25" fmla="*/ 246 h 305"/>
              <a:gd name="T26" fmla="*/ 128 w 246"/>
              <a:gd name="T27" fmla="*/ 246 h 305"/>
              <a:gd name="T28" fmla="*/ 128 w 246"/>
              <a:gd name="T29" fmla="*/ 247 h 305"/>
              <a:gd name="T30" fmla="*/ 187 w 246"/>
              <a:gd name="T31" fmla="*/ 305 h 305"/>
              <a:gd name="T32" fmla="*/ 246 w 246"/>
              <a:gd name="T33" fmla="*/ 247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6" h="305">
                <a:moveTo>
                  <a:pt x="1" y="0"/>
                </a:moveTo>
                <a:cubicBezTo>
                  <a:pt x="1" y="0"/>
                  <a:pt x="1" y="0"/>
                  <a:pt x="1" y="0"/>
                </a:cubicBezTo>
                <a:cubicBezTo>
                  <a:pt x="1" y="0"/>
                  <a:pt x="1" y="0"/>
                  <a:pt x="1" y="0"/>
                </a:cubicBezTo>
                <a:close/>
                <a:moveTo>
                  <a:pt x="246" y="247"/>
                </a:moveTo>
                <a:cubicBezTo>
                  <a:pt x="246" y="246"/>
                  <a:pt x="246" y="246"/>
                  <a:pt x="246" y="246"/>
                </a:cubicBezTo>
                <a:cubicBezTo>
                  <a:pt x="246" y="246"/>
                  <a:pt x="246" y="246"/>
                  <a:pt x="246" y="246"/>
                </a:cubicBezTo>
                <a:cubicBezTo>
                  <a:pt x="246" y="246"/>
                  <a:pt x="246" y="246"/>
                  <a:pt x="246" y="246"/>
                </a:cubicBezTo>
                <a:cubicBezTo>
                  <a:pt x="246" y="110"/>
                  <a:pt x="136" y="1"/>
                  <a:pt x="1" y="0"/>
                </a:cubicBezTo>
                <a:cubicBezTo>
                  <a:pt x="33" y="0"/>
                  <a:pt x="59" y="26"/>
                  <a:pt x="59" y="58"/>
                </a:cubicBezTo>
                <a:cubicBezTo>
                  <a:pt x="59" y="91"/>
                  <a:pt x="33" y="117"/>
                  <a:pt x="0" y="117"/>
                </a:cubicBezTo>
                <a:cubicBezTo>
                  <a:pt x="0" y="117"/>
                  <a:pt x="0" y="117"/>
                  <a:pt x="0" y="117"/>
                </a:cubicBezTo>
                <a:cubicBezTo>
                  <a:pt x="0" y="117"/>
                  <a:pt x="0" y="117"/>
                  <a:pt x="0" y="117"/>
                </a:cubicBezTo>
                <a:cubicBezTo>
                  <a:pt x="71" y="117"/>
                  <a:pt x="128" y="175"/>
                  <a:pt x="128" y="246"/>
                </a:cubicBezTo>
                <a:cubicBezTo>
                  <a:pt x="128" y="246"/>
                  <a:pt x="128" y="246"/>
                  <a:pt x="128" y="246"/>
                </a:cubicBezTo>
                <a:cubicBezTo>
                  <a:pt x="128" y="247"/>
                  <a:pt x="128" y="247"/>
                  <a:pt x="128" y="247"/>
                </a:cubicBezTo>
                <a:cubicBezTo>
                  <a:pt x="128" y="279"/>
                  <a:pt x="155" y="305"/>
                  <a:pt x="187" y="305"/>
                </a:cubicBezTo>
                <a:cubicBezTo>
                  <a:pt x="219" y="305"/>
                  <a:pt x="245" y="279"/>
                  <a:pt x="246" y="247"/>
                </a:cubicBezTo>
                <a:close/>
              </a:path>
            </a:pathLst>
          </a:custGeom>
          <a:solidFill>
            <a:schemeClr val="accent2"/>
          </a:solidFill>
          <a:ln>
            <a:solidFill>
              <a:srgbClr val="FFFFFF"/>
            </a:solidFill>
          </a:ln>
          <a:effectLst/>
        </p:spPr>
        <p:txBody>
          <a:bodyPr vert="horz" wrap="square" lIns="91440" tIns="45720" rIns="91440" bIns="45720" numCol="1" anchor="t" anchorCtr="0" compatLnSpc="1">
            <a:prstTxWarp prst="textNoShape">
              <a:avLst/>
            </a:prstTxWarp>
          </a:bodyPr>
          <a:lstStyle/>
          <a:p>
            <a:endParaRPr lang="en-US"/>
          </a:p>
        </p:txBody>
      </p:sp>
      <p:sp>
        <p:nvSpPr>
          <p:cNvPr id="24" name="Freeform 75">
            <a:extLst>
              <a:ext uri="{FF2B5EF4-FFF2-40B4-BE49-F238E27FC236}">
                <a16:creationId xmlns:a16="http://schemas.microsoft.com/office/drawing/2014/main" id="{127647B4-246F-359B-38B9-E4729BF1C461}"/>
              </a:ext>
            </a:extLst>
          </p:cNvPr>
          <p:cNvSpPr>
            <a:spLocks noEditPoints="1"/>
          </p:cNvSpPr>
          <p:nvPr/>
        </p:nvSpPr>
        <p:spPr bwMode="auto">
          <a:xfrm>
            <a:off x="5747732" y="3796912"/>
            <a:ext cx="1795803" cy="1443733"/>
          </a:xfrm>
          <a:custGeom>
            <a:avLst/>
            <a:gdLst>
              <a:gd name="T0" fmla="*/ 306 w 306"/>
              <a:gd name="T1" fmla="*/ 1 h 246"/>
              <a:gd name="T2" fmla="*/ 306 w 306"/>
              <a:gd name="T3" fmla="*/ 1 h 246"/>
              <a:gd name="T4" fmla="*/ 306 w 306"/>
              <a:gd name="T5" fmla="*/ 1 h 246"/>
              <a:gd name="T6" fmla="*/ 58 w 306"/>
              <a:gd name="T7" fmla="*/ 246 h 246"/>
              <a:gd name="T8" fmla="*/ 59 w 306"/>
              <a:gd name="T9" fmla="*/ 246 h 246"/>
              <a:gd name="T10" fmla="*/ 60 w 306"/>
              <a:gd name="T11" fmla="*/ 246 h 246"/>
              <a:gd name="T12" fmla="*/ 60 w 306"/>
              <a:gd name="T13" fmla="*/ 246 h 246"/>
              <a:gd name="T14" fmla="*/ 306 w 306"/>
              <a:gd name="T15" fmla="*/ 1 h 246"/>
              <a:gd name="T16" fmla="*/ 247 w 306"/>
              <a:gd name="T17" fmla="*/ 59 h 246"/>
              <a:gd name="T18" fmla="*/ 188 w 306"/>
              <a:gd name="T19" fmla="*/ 1 h 246"/>
              <a:gd name="T20" fmla="*/ 188 w 306"/>
              <a:gd name="T21" fmla="*/ 0 h 246"/>
              <a:gd name="T22" fmla="*/ 188 w 306"/>
              <a:gd name="T23" fmla="*/ 0 h 246"/>
              <a:gd name="T24" fmla="*/ 60 w 306"/>
              <a:gd name="T25" fmla="*/ 129 h 246"/>
              <a:gd name="T26" fmla="*/ 60 w 306"/>
              <a:gd name="T27" fmla="*/ 129 h 246"/>
              <a:gd name="T28" fmla="*/ 59 w 306"/>
              <a:gd name="T29" fmla="*/ 129 h 246"/>
              <a:gd name="T30" fmla="*/ 0 w 306"/>
              <a:gd name="T31" fmla="*/ 188 h 246"/>
              <a:gd name="T32" fmla="*/ 58 w 306"/>
              <a:gd name="T33" fmla="*/ 24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06" h="246">
                <a:moveTo>
                  <a:pt x="306" y="1"/>
                </a:moveTo>
                <a:cubicBezTo>
                  <a:pt x="306" y="1"/>
                  <a:pt x="306" y="1"/>
                  <a:pt x="306" y="1"/>
                </a:cubicBezTo>
                <a:cubicBezTo>
                  <a:pt x="306" y="1"/>
                  <a:pt x="306" y="1"/>
                  <a:pt x="306" y="1"/>
                </a:cubicBezTo>
                <a:close/>
                <a:moveTo>
                  <a:pt x="58" y="246"/>
                </a:moveTo>
                <a:cubicBezTo>
                  <a:pt x="59" y="246"/>
                  <a:pt x="59" y="246"/>
                  <a:pt x="59" y="246"/>
                </a:cubicBezTo>
                <a:cubicBezTo>
                  <a:pt x="60" y="246"/>
                  <a:pt x="60" y="246"/>
                  <a:pt x="60" y="246"/>
                </a:cubicBezTo>
                <a:cubicBezTo>
                  <a:pt x="60" y="246"/>
                  <a:pt x="60" y="246"/>
                  <a:pt x="60" y="246"/>
                </a:cubicBezTo>
                <a:cubicBezTo>
                  <a:pt x="195" y="246"/>
                  <a:pt x="305" y="137"/>
                  <a:pt x="306" y="1"/>
                </a:cubicBezTo>
                <a:cubicBezTo>
                  <a:pt x="305" y="33"/>
                  <a:pt x="279" y="59"/>
                  <a:pt x="247" y="59"/>
                </a:cubicBezTo>
                <a:cubicBezTo>
                  <a:pt x="215" y="59"/>
                  <a:pt x="188" y="33"/>
                  <a:pt x="188" y="1"/>
                </a:cubicBezTo>
                <a:cubicBezTo>
                  <a:pt x="188" y="0"/>
                  <a:pt x="188" y="0"/>
                  <a:pt x="188" y="0"/>
                </a:cubicBezTo>
                <a:cubicBezTo>
                  <a:pt x="188" y="0"/>
                  <a:pt x="188" y="0"/>
                  <a:pt x="188" y="0"/>
                </a:cubicBezTo>
                <a:cubicBezTo>
                  <a:pt x="188" y="71"/>
                  <a:pt x="131" y="129"/>
                  <a:pt x="60" y="129"/>
                </a:cubicBezTo>
                <a:cubicBezTo>
                  <a:pt x="60" y="129"/>
                  <a:pt x="60" y="129"/>
                  <a:pt x="60" y="129"/>
                </a:cubicBezTo>
                <a:cubicBezTo>
                  <a:pt x="59" y="129"/>
                  <a:pt x="59" y="129"/>
                  <a:pt x="59" y="129"/>
                </a:cubicBezTo>
                <a:cubicBezTo>
                  <a:pt x="26" y="129"/>
                  <a:pt x="0" y="155"/>
                  <a:pt x="0" y="188"/>
                </a:cubicBezTo>
                <a:cubicBezTo>
                  <a:pt x="0" y="220"/>
                  <a:pt x="26" y="246"/>
                  <a:pt x="58" y="246"/>
                </a:cubicBezTo>
                <a:close/>
              </a:path>
            </a:pathLst>
          </a:custGeom>
          <a:solidFill>
            <a:schemeClr val="accent5"/>
          </a:solidFill>
          <a:ln>
            <a:solidFill>
              <a:srgbClr val="FFFFFF"/>
            </a:solidFill>
          </a:ln>
          <a:effectLst/>
        </p:spPr>
        <p:txBody>
          <a:bodyPr vert="horz" wrap="square" lIns="91440" tIns="45720" rIns="91440" bIns="45720" numCol="1" anchor="t" anchorCtr="0" compatLnSpc="1">
            <a:prstTxWarp prst="textNoShape">
              <a:avLst/>
            </a:prstTxWarp>
          </a:bodyPr>
          <a:lstStyle/>
          <a:p>
            <a:endParaRPr lang="en-US"/>
          </a:p>
        </p:txBody>
      </p:sp>
      <p:sp>
        <p:nvSpPr>
          <p:cNvPr id="25" name="Freeform 76">
            <a:extLst>
              <a:ext uri="{FF2B5EF4-FFF2-40B4-BE49-F238E27FC236}">
                <a16:creationId xmlns:a16="http://schemas.microsoft.com/office/drawing/2014/main" id="{35B6F1A8-BB2D-CFF6-F2FC-623193F60A82}"/>
              </a:ext>
            </a:extLst>
          </p:cNvPr>
          <p:cNvSpPr>
            <a:spLocks noEditPoints="1"/>
          </p:cNvSpPr>
          <p:nvPr/>
        </p:nvSpPr>
        <p:spPr bwMode="auto">
          <a:xfrm>
            <a:off x="4648468" y="3449911"/>
            <a:ext cx="1451333" cy="1790736"/>
          </a:xfrm>
          <a:custGeom>
            <a:avLst/>
            <a:gdLst>
              <a:gd name="T0" fmla="*/ 245 w 247"/>
              <a:gd name="T1" fmla="*/ 305 h 305"/>
              <a:gd name="T2" fmla="*/ 245 w 247"/>
              <a:gd name="T3" fmla="*/ 305 h 305"/>
              <a:gd name="T4" fmla="*/ 245 w 247"/>
              <a:gd name="T5" fmla="*/ 305 h 305"/>
              <a:gd name="T6" fmla="*/ 0 w 247"/>
              <a:gd name="T7" fmla="*/ 58 h 305"/>
              <a:gd name="T8" fmla="*/ 0 w 247"/>
              <a:gd name="T9" fmla="*/ 59 h 305"/>
              <a:gd name="T10" fmla="*/ 0 w 247"/>
              <a:gd name="T11" fmla="*/ 59 h 305"/>
              <a:gd name="T12" fmla="*/ 0 w 247"/>
              <a:gd name="T13" fmla="*/ 59 h 305"/>
              <a:gd name="T14" fmla="*/ 245 w 247"/>
              <a:gd name="T15" fmla="*/ 305 h 305"/>
              <a:gd name="T16" fmla="*/ 187 w 247"/>
              <a:gd name="T17" fmla="*/ 247 h 305"/>
              <a:gd name="T18" fmla="*/ 246 w 247"/>
              <a:gd name="T19" fmla="*/ 188 h 305"/>
              <a:gd name="T20" fmla="*/ 247 w 247"/>
              <a:gd name="T21" fmla="*/ 188 h 305"/>
              <a:gd name="T22" fmla="*/ 247 w 247"/>
              <a:gd name="T23" fmla="*/ 188 h 305"/>
              <a:gd name="T24" fmla="*/ 118 w 247"/>
              <a:gd name="T25" fmla="*/ 59 h 305"/>
              <a:gd name="T26" fmla="*/ 118 w 247"/>
              <a:gd name="T27" fmla="*/ 59 h 305"/>
              <a:gd name="T28" fmla="*/ 118 w 247"/>
              <a:gd name="T29" fmla="*/ 58 h 305"/>
              <a:gd name="T30" fmla="*/ 59 w 247"/>
              <a:gd name="T31" fmla="*/ 0 h 305"/>
              <a:gd name="T32" fmla="*/ 0 w 247"/>
              <a:gd name="T33" fmla="*/ 58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7" h="305">
                <a:moveTo>
                  <a:pt x="245" y="305"/>
                </a:moveTo>
                <a:cubicBezTo>
                  <a:pt x="245" y="305"/>
                  <a:pt x="245" y="305"/>
                  <a:pt x="245" y="305"/>
                </a:cubicBezTo>
                <a:cubicBezTo>
                  <a:pt x="245" y="305"/>
                  <a:pt x="245" y="305"/>
                  <a:pt x="245" y="305"/>
                </a:cubicBezTo>
                <a:close/>
                <a:moveTo>
                  <a:pt x="0" y="58"/>
                </a:moveTo>
                <a:cubicBezTo>
                  <a:pt x="0" y="59"/>
                  <a:pt x="0" y="59"/>
                  <a:pt x="0" y="59"/>
                </a:cubicBezTo>
                <a:cubicBezTo>
                  <a:pt x="0" y="59"/>
                  <a:pt x="0" y="59"/>
                  <a:pt x="0" y="59"/>
                </a:cubicBezTo>
                <a:cubicBezTo>
                  <a:pt x="0" y="59"/>
                  <a:pt x="0" y="59"/>
                  <a:pt x="0" y="59"/>
                </a:cubicBezTo>
                <a:cubicBezTo>
                  <a:pt x="0" y="195"/>
                  <a:pt x="110" y="304"/>
                  <a:pt x="245" y="305"/>
                </a:cubicBezTo>
                <a:cubicBezTo>
                  <a:pt x="213" y="305"/>
                  <a:pt x="187" y="279"/>
                  <a:pt x="187" y="247"/>
                </a:cubicBezTo>
                <a:cubicBezTo>
                  <a:pt x="187" y="214"/>
                  <a:pt x="213" y="188"/>
                  <a:pt x="246" y="188"/>
                </a:cubicBezTo>
                <a:cubicBezTo>
                  <a:pt x="247" y="188"/>
                  <a:pt x="247" y="188"/>
                  <a:pt x="247" y="188"/>
                </a:cubicBezTo>
                <a:cubicBezTo>
                  <a:pt x="247" y="188"/>
                  <a:pt x="247" y="188"/>
                  <a:pt x="247" y="188"/>
                </a:cubicBezTo>
                <a:cubicBezTo>
                  <a:pt x="175" y="188"/>
                  <a:pt x="118" y="130"/>
                  <a:pt x="118" y="59"/>
                </a:cubicBezTo>
                <a:cubicBezTo>
                  <a:pt x="118" y="59"/>
                  <a:pt x="118" y="59"/>
                  <a:pt x="118" y="59"/>
                </a:cubicBezTo>
                <a:cubicBezTo>
                  <a:pt x="118" y="58"/>
                  <a:pt x="118" y="58"/>
                  <a:pt x="118" y="58"/>
                </a:cubicBezTo>
                <a:cubicBezTo>
                  <a:pt x="118" y="26"/>
                  <a:pt x="91" y="0"/>
                  <a:pt x="59" y="0"/>
                </a:cubicBezTo>
                <a:cubicBezTo>
                  <a:pt x="27" y="0"/>
                  <a:pt x="1" y="26"/>
                  <a:pt x="0" y="58"/>
                </a:cubicBezTo>
                <a:close/>
              </a:path>
            </a:pathLst>
          </a:custGeom>
          <a:solidFill>
            <a:schemeClr val="accent6"/>
          </a:solidFill>
          <a:ln>
            <a:solidFill>
              <a:srgbClr val="FFFFFF"/>
            </a:solidFill>
          </a:ln>
          <a:effectLst/>
        </p:spPr>
        <p:txBody>
          <a:bodyPr vert="horz" wrap="square" lIns="91440" tIns="45720" rIns="91440" bIns="45720" numCol="1" anchor="t" anchorCtr="0" compatLnSpc="1">
            <a:prstTxWarp prst="textNoShape">
              <a:avLst/>
            </a:prstTxWarp>
          </a:bodyPr>
          <a:lstStyle/>
          <a:p>
            <a:endParaRPr lang="en-US"/>
          </a:p>
        </p:txBody>
      </p:sp>
      <p:cxnSp>
        <p:nvCxnSpPr>
          <p:cNvPr id="30" name="Straight Connector 29">
            <a:extLst>
              <a:ext uri="{FF2B5EF4-FFF2-40B4-BE49-F238E27FC236}">
                <a16:creationId xmlns:a16="http://schemas.microsoft.com/office/drawing/2014/main" id="{5A8274BF-0E5C-C2A0-DB2E-6B4C0D8F1B8C}"/>
              </a:ext>
            </a:extLst>
          </p:cNvPr>
          <p:cNvCxnSpPr>
            <a:stCxn id="17" idx="6"/>
          </p:cNvCxnSpPr>
          <p:nvPr/>
        </p:nvCxnSpPr>
        <p:spPr>
          <a:xfrm flipV="1">
            <a:off x="7156005" y="2028972"/>
            <a:ext cx="863191" cy="1"/>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082CDFDF-17F4-F792-A0A7-20664096DA29}"/>
              </a:ext>
            </a:extLst>
          </p:cNvPr>
          <p:cNvCxnSpPr>
            <a:stCxn id="13" idx="6"/>
          </p:cNvCxnSpPr>
          <p:nvPr/>
        </p:nvCxnSpPr>
        <p:spPr>
          <a:xfrm>
            <a:off x="7774230" y="4817659"/>
            <a:ext cx="861770" cy="0"/>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DB9BC86-9B45-6385-9771-E86AA224BCC1}"/>
              </a:ext>
            </a:extLst>
          </p:cNvPr>
          <p:cNvCxnSpPr>
            <a:endCxn id="10" idx="2"/>
          </p:cNvCxnSpPr>
          <p:nvPr/>
        </p:nvCxnSpPr>
        <p:spPr>
          <a:xfrm>
            <a:off x="4175898" y="5564851"/>
            <a:ext cx="860097" cy="1"/>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9D833F2-D26C-8178-A50B-D0D00E6F7353}"/>
              </a:ext>
            </a:extLst>
          </p:cNvPr>
          <p:cNvCxnSpPr>
            <a:endCxn id="5" idx="2"/>
          </p:cNvCxnSpPr>
          <p:nvPr/>
        </p:nvCxnSpPr>
        <p:spPr>
          <a:xfrm flipV="1">
            <a:off x="3430671" y="2773635"/>
            <a:ext cx="860662" cy="1"/>
          </a:xfrm>
          <a:prstGeom prst="line">
            <a:avLst/>
          </a:prstGeom>
          <a:ln>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sp>
        <p:nvSpPr>
          <p:cNvPr id="38" name="Text Placeholder 51">
            <a:extLst>
              <a:ext uri="{FF2B5EF4-FFF2-40B4-BE49-F238E27FC236}">
                <a16:creationId xmlns:a16="http://schemas.microsoft.com/office/drawing/2014/main" id="{39F84FC6-EAC2-8EC3-6082-6C7BC8883236}"/>
              </a:ext>
            </a:extLst>
          </p:cNvPr>
          <p:cNvSpPr>
            <a:spLocks noGrp="1"/>
          </p:cNvSpPr>
          <p:nvPr>
            <p:ph type="body" sz="quarter" idx="52"/>
          </p:nvPr>
        </p:nvSpPr>
        <p:spPr>
          <a:xfrm>
            <a:off x="8205114" y="1749026"/>
            <a:ext cx="3761227" cy="2037885"/>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9" name="Text Placeholder 51">
            <a:extLst>
              <a:ext uri="{FF2B5EF4-FFF2-40B4-BE49-F238E27FC236}">
                <a16:creationId xmlns:a16="http://schemas.microsoft.com/office/drawing/2014/main" id="{AFA692ED-C85C-EA63-2942-D887199FE016}"/>
              </a:ext>
            </a:extLst>
          </p:cNvPr>
          <p:cNvSpPr>
            <a:spLocks noGrp="1"/>
          </p:cNvSpPr>
          <p:nvPr>
            <p:ph type="body" sz="quarter" idx="53"/>
          </p:nvPr>
        </p:nvSpPr>
        <p:spPr>
          <a:xfrm>
            <a:off x="8866695" y="4176842"/>
            <a:ext cx="3099646" cy="1940443"/>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0" name="Text Placeholder 51">
            <a:extLst>
              <a:ext uri="{FF2B5EF4-FFF2-40B4-BE49-F238E27FC236}">
                <a16:creationId xmlns:a16="http://schemas.microsoft.com/office/drawing/2014/main" id="{E1D000DE-3F47-385F-ED7B-B8DCEF61FF33}"/>
              </a:ext>
            </a:extLst>
          </p:cNvPr>
          <p:cNvSpPr>
            <a:spLocks noGrp="1"/>
          </p:cNvSpPr>
          <p:nvPr>
            <p:ph type="body" sz="quarter" idx="54"/>
          </p:nvPr>
        </p:nvSpPr>
        <p:spPr>
          <a:xfrm>
            <a:off x="225660" y="1569325"/>
            <a:ext cx="3099646" cy="2217588"/>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1" name="Text Placeholder 51">
            <a:extLst>
              <a:ext uri="{FF2B5EF4-FFF2-40B4-BE49-F238E27FC236}">
                <a16:creationId xmlns:a16="http://schemas.microsoft.com/office/drawing/2014/main" id="{5B1F4349-D96B-A835-3446-B3636206ECB7}"/>
              </a:ext>
            </a:extLst>
          </p:cNvPr>
          <p:cNvSpPr>
            <a:spLocks noGrp="1"/>
          </p:cNvSpPr>
          <p:nvPr>
            <p:ph type="body" sz="quarter" idx="55"/>
          </p:nvPr>
        </p:nvSpPr>
        <p:spPr>
          <a:xfrm>
            <a:off x="736716" y="4176842"/>
            <a:ext cx="3294747" cy="221758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2" name="Picture Placeholder 23">
            <a:extLst>
              <a:ext uri="{FF2B5EF4-FFF2-40B4-BE49-F238E27FC236}">
                <a16:creationId xmlns:a16="http://schemas.microsoft.com/office/drawing/2014/main" id="{FE9E7A35-4B85-A872-4095-5C530B63953E}"/>
              </a:ext>
            </a:extLst>
          </p:cNvPr>
          <p:cNvSpPr>
            <a:spLocks noGrp="1" noChangeAspect="1"/>
          </p:cNvSpPr>
          <p:nvPr>
            <p:ph type="pic" sz="quarter" idx="50"/>
          </p:nvPr>
        </p:nvSpPr>
        <p:spPr>
          <a:xfrm>
            <a:off x="5873705" y="2454928"/>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3" name="Picture Placeholder 23">
            <a:extLst>
              <a:ext uri="{FF2B5EF4-FFF2-40B4-BE49-F238E27FC236}">
                <a16:creationId xmlns:a16="http://schemas.microsoft.com/office/drawing/2014/main" id="{AE769FD4-BBCF-73C3-17CC-9A4442583B7C}"/>
              </a:ext>
            </a:extLst>
          </p:cNvPr>
          <p:cNvSpPr>
            <a:spLocks noGrp="1" noChangeAspect="1"/>
          </p:cNvSpPr>
          <p:nvPr>
            <p:ph type="pic" sz="quarter" idx="56"/>
          </p:nvPr>
        </p:nvSpPr>
        <p:spPr>
          <a:xfrm>
            <a:off x="6978943" y="3575005"/>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4" name="Picture Placeholder 23">
            <a:extLst>
              <a:ext uri="{FF2B5EF4-FFF2-40B4-BE49-F238E27FC236}">
                <a16:creationId xmlns:a16="http://schemas.microsoft.com/office/drawing/2014/main" id="{3E358E4A-3436-0F03-4FDC-2C0DC2C6CB92}"/>
              </a:ext>
            </a:extLst>
          </p:cNvPr>
          <p:cNvSpPr>
            <a:spLocks noGrp="1" noChangeAspect="1"/>
          </p:cNvSpPr>
          <p:nvPr>
            <p:ph type="pic" sz="quarter" idx="57"/>
          </p:nvPr>
        </p:nvSpPr>
        <p:spPr>
          <a:xfrm>
            <a:off x="4783968" y="3575005"/>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5" name="Picture Placeholder 23">
            <a:extLst>
              <a:ext uri="{FF2B5EF4-FFF2-40B4-BE49-F238E27FC236}">
                <a16:creationId xmlns:a16="http://schemas.microsoft.com/office/drawing/2014/main" id="{3CC8E0EE-C3B4-B170-5085-1C127EA3C273}"/>
              </a:ext>
            </a:extLst>
          </p:cNvPr>
          <p:cNvSpPr>
            <a:spLocks noGrp="1" noChangeAspect="1"/>
          </p:cNvSpPr>
          <p:nvPr>
            <p:ph type="pic" sz="quarter" idx="58"/>
          </p:nvPr>
        </p:nvSpPr>
        <p:spPr>
          <a:xfrm>
            <a:off x="5873705" y="4669084"/>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37340804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Infog_4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Oval 4">
            <a:extLst>
              <a:ext uri="{FF2B5EF4-FFF2-40B4-BE49-F238E27FC236}">
                <a16:creationId xmlns:a16="http://schemas.microsoft.com/office/drawing/2014/main" id="{34383F8A-4E26-38EE-9E51-8DE25C8C6624}"/>
              </a:ext>
            </a:extLst>
          </p:cNvPr>
          <p:cNvSpPr/>
          <p:nvPr/>
        </p:nvSpPr>
        <p:spPr>
          <a:xfrm>
            <a:off x="4573693" y="2431070"/>
            <a:ext cx="643641" cy="643635"/>
          </a:xfrm>
          <a:prstGeom prst="ellipse">
            <a:avLst/>
          </a:prstGeom>
          <a:solidFill>
            <a:schemeClr val="accent6"/>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D26E0A4-2FC0-C098-7C2F-554E1D8F9E87}"/>
              </a:ext>
            </a:extLst>
          </p:cNvPr>
          <p:cNvSpPr/>
          <p:nvPr/>
        </p:nvSpPr>
        <p:spPr>
          <a:xfrm>
            <a:off x="6220406" y="1892836"/>
            <a:ext cx="922605" cy="922597"/>
          </a:xfrm>
          <a:prstGeom prst="ellipse">
            <a:avLst/>
          </a:prstGeom>
          <a:solidFill>
            <a:schemeClr val="accent2"/>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B8A5349-7492-6F81-3C35-33BEEF4A6BF3}"/>
              </a:ext>
            </a:extLst>
          </p:cNvPr>
          <p:cNvSpPr/>
          <p:nvPr/>
        </p:nvSpPr>
        <p:spPr>
          <a:xfrm>
            <a:off x="6838787" y="3204934"/>
            <a:ext cx="516122" cy="516118"/>
          </a:xfrm>
          <a:prstGeom prst="ellipse">
            <a:avLst/>
          </a:prstGeom>
          <a:solidFill>
            <a:srgbClr val="BF8800"/>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E56E303-E56E-90A4-EDFE-3912C4881C9F}"/>
              </a:ext>
            </a:extLst>
          </p:cNvPr>
          <p:cNvSpPr/>
          <p:nvPr/>
        </p:nvSpPr>
        <p:spPr>
          <a:xfrm>
            <a:off x="7419279" y="5402284"/>
            <a:ext cx="484028" cy="484022"/>
          </a:xfrm>
          <a:prstGeom prst="ellipse">
            <a:avLst/>
          </a:prstGeom>
          <a:solidFill>
            <a:schemeClr val="accent2"/>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235D360-8B35-175B-915D-8D3F0D0180FF}"/>
              </a:ext>
            </a:extLst>
          </p:cNvPr>
          <p:cNvSpPr/>
          <p:nvPr/>
        </p:nvSpPr>
        <p:spPr>
          <a:xfrm>
            <a:off x="6140469" y="5134014"/>
            <a:ext cx="802075" cy="802064"/>
          </a:xfrm>
          <a:prstGeom prst="ellipse">
            <a:avLst/>
          </a:prstGeom>
          <a:solidFill>
            <a:schemeClr val="accent4">
              <a:lumMod val="50000"/>
            </a:schemeClr>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EF6B214-E887-0CF4-168D-E65EC8206CCA}"/>
              </a:ext>
            </a:extLst>
          </p:cNvPr>
          <p:cNvSpPr/>
          <p:nvPr/>
        </p:nvSpPr>
        <p:spPr>
          <a:xfrm>
            <a:off x="5200614" y="4652996"/>
            <a:ext cx="496840" cy="496832"/>
          </a:xfrm>
          <a:prstGeom prst="ellipse">
            <a:avLst/>
          </a:prstGeom>
          <a:solidFill>
            <a:schemeClr val="accent1"/>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D866A8A-6718-F3B0-7006-6B716A65F108}"/>
              </a:ext>
            </a:extLst>
          </p:cNvPr>
          <p:cNvSpPr/>
          <p:nvPr/>
        </p:nvSpPr>
        <p:spPr>
          <a:xfrm>
            <a:off x="4405189" y="4026907"/>
            <a:ext cx="394354" cy="394351"/>
          </a:xfrm>
          <a:prstGeom prst="ellipse">
            <a:avLst/>
          </a:prstGeom>
          <a:solidFill>
            <a:schemeClr val="accent4"/>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1DCE842B-48E7-ADE5-404D-9DC4B264C851}"/>
              </a:ext>
            </a:extLst>
          </p:cNvPr>
          <p:cNvSpPr/>
          <p:nvPr/>
        </p:nvSpPr>
        <p:spPr>
          <a:xfrm>
            <a:off x="6406632" y="4192993"/>
            <a:ext cx="280674" cy="280671"/>
          </a:xfrm>
          <a:prstGeom prst="ellipse">
            <a:avLst/>
          </a:prstGeom>
          <a:solidFill>
            <a:schemeClr val="accent5"/>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D9CE52E-7944-6849-6FE5-52CA1BE7455E}"/>
              </a:ext>
            </a:extLst>
          </p:cNvPr>
          <p:cNvSpPr/>
          <p:nvPr/>
        </p:nvSpPr>
        <p:spPr>
          <a:xfrm>
            <a:off x="5202821" y="3038350"/>
            <a:ext cx="1191611" cy="1191592"/>
          </a:xfrm>
          <a:prstGeom prst="ellipse">
            <a:avLst/>
          </a:prstGeom>
          <a:solidFill>
            <a:schemeClr val="bg1">
              <a:lumMod val="95000"/>
            </a:schemeClr>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AF5F328-EE21-D5B9-3E16-4F9D13204CEE}"/>
              </a:ext>
            </a:extLst>
          </p:cNvPr>
          <p:cNvSpPr/>
          <p:nvPr/>
        </p:nvSpPr>
        <p:spPr>
          <a:xfrm>
            <a:off x="5362085" y="3197612"/>
            <a:ext cx="873082" cy="873070"/>
          </a:xfrm>
          <a:prstGeom prst="ellipse">
            <a:avLst/>
          </a:prstGeom>
          <a:solidFill>
            <a:schemeClr val="accent1"/>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Shape 2587">
            <a:extLst>
              <a:ext uri="{FF2B5EF4-FFF2-40B4-BE49-F238E27FC236}">
                <a16:creationId xmlns:a16="http://schemas.microsoft.com/office/drawing/2014/main" id="{1D596868-53A2-30AF-D04C-ABDD04B256B4}"/>
              </a:ext>
            </a:extLst>
          </p:cNvPr>
          <p:cNvSpPr/>
          <p:nvPr/>
        </p:nvSpPr>
        <p:spPr>
          <a:xfrm>
            <a:off x="6527032" y="2199458"/>
            <a:ext cx="309351" cy="309351"/>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FFFFFF"/>
          </a:solidFill>
          <a:ln w="12700">
            <a:noFill/>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3" name="Shape 2591">
            <a:extLst>
              <a:ext uri="{FF2B5EF4-FFF2-40B4-BE49-F238E27FC236}">
                <a16:creationId xmlns:a16="http://schemas.microsoft.com/office/drawing/2014/main" id="{49BB39E7-B23A-5C1D-159B-B03D26AA9126}"/>
              </a:ext>
            </a:extLst>
          </p:cNvPr>
          <p:cNvSpPr/>
          <p:nvPr/>
        </p:nvSpPr>
        <p:spPr>
          <a:xfrm>
            <a:off x="4778752" y="2636125"/>
            <a:ext cx="233523" cy="233523"/>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solidFill>
            <a:schemeClr val="bg1"/>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4" name="Shape 2605">
            <a:extLst>
              <a:ext uri="{FF2B5EF4-FFF2-40B4-BE49-F238E27FC236}">
                <a16:creationId xmlns:a16="http://schemas.microsoft.com/office/drawing/2014/main" id="{905BBF2E-8CA9-2D8F-FA89-ED59F7DF73B9}"/>
              </a:ext>
            </a:extLst>
          </p:cNvPr>
          <p:cNvSpPr/>
          <p:nvPr/>
        </p:nvSpPr>
        <p:spPr>
          <a:xfrm>
            <a:off x="4512879" y="4134598"/>
            <a:ext cx="178974" cy="178969"/>
          </a:xfrm>
          <a:custGeom>
            <a:avLst/>
            <a:gdLst/>
            <a:ahLst/>
            <a:cxnLst>
              <a:cxn ang="0">
                <a:pos x="wd2" y="hd2"/>
              </a:cxn>
              <a:cxn ang="5400000">
                <a:pos x="wd2" y="hd2"/>
              </a:cxn>
              <a:cxn ang="10800000">
                <a:pos x="wd2" y="hd2"/>
              </a:cxn>
              <a:cxn ang="16200000">
                <a:pos x="wd2" y="hd2"/>
              </a:cxn>
            </a:cxnLst>
            <a:rect l="0" t="0" r="r" b="b"/>
            <a:pathLst>
              <a:path w="21410" h="21410" extrusionOk="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7" name="Shape 2632">
            <a:extLst>
              <a:ext uri="{FF2B5EF4-FFF2-40B4-BE49-F238E27FC236}">
                <a16:creationId xmlns:a16="http://schemas.microsoft.com/office/drawing/2014/main" id="{4B0CF93C-6DF0-ABB1-5B62-416D47CC5165}"/>
              </a:ext>
            </a:extLst>
          </p:cNvPr>
          <p:cNvSpPr/>
          <p:nvPr/>
        </p:nvSpPr>
        <p:spPr>
          <a:xfrm>
            <a:off x="5353503" y="4784650"/>
            <a:ext cx="191064" cy="233523"/>
          </a:xfrm>
          <a:custGeom>
            <a:avLst/>
            <a:gdLst/>
            <a:ahLst/>
            <a:cxnLst>
              <a:cxn ang="0">
                <a:pos x="wd2" y="hd2"/>
              </a:cxn>
              <a:cxn ang="5400000">
                <a:pos x="wd2" y="hd2"/>
              </a:cxn>
              <a:cxn ang="10800000">
                <a:pos x="wd2" y="hd2"/>
              </a:cxn>
              <a:cxn ang="16200000">
                <a:pos x="wd2" y="hd2"/>
              </a:cxn>
            </a:cxnLst>
            <a:rect l="0" t="0" r="r" b="b"/>
            <a:pathLst>
              <a:path w="21600" h="21600" extrusionOk="0">
                <a:moveTo>
                  <a:pt x="10800" y="17673"/>
                </a:moveTo>
                <a:cubicBezTo>
                  <a:pt x="4588" y="17673"/>
                  <a:pt x="1200" y="16051"/>
                  <a:pt x="1200" y="15218"/>
                </a:cubicBezTo>
                <a:cubicBezTo>
                  <a:pt x="1200" y="14690"/>
                  <a:pt x="1355" y="14275"/>
                  <a:pt x="1611" y="13896"/>
                </a:cubicBezTo>
                <a:cubicBezTo>
                  <a:pt x="3255" y="14967"/>
                  <a:pt x="6746" y="15709"/>
                  <a:pt x="10800" y="15709"/>
                </a:cubicBezTo>
                <a:cubicBezTo>
                  <a:pt x="14856" y="15709"/>
                  <a:pt x="18345" y="14966"/>
                  <a:pt x="19987" y="13894"/>
                </a:cubicBezTo>
                <a:cubicBezTo>
                  <a:pt x="20244" y="14273"/>
                  <a:pt x="20400" y="14689"/>
                  <a:pt x="20400" y="15218"/>
                </a:cubicBezTo>
                <a:cubicBezTo>
                  <a:pt x="20400" y="16051"/>
                  <a:pt x="17011" y="17673"/>
                  <a:pt x="10800" y="17673"/>
                </a:cubicBezTo>
                <a:moveTo>
                  <a:pt x="10800" y="20618"/>
                </a:moveTo>
                <a:cubicBezTo>
                  <a:pt x="9475" y="20618"/>
                  <a:pt x="8400" y="19739"/>
                  <a:pt x="8400" y="18655"/>
                </a:cubicBezTo>
                <a:cubicBezTo>
                  <a:pt x="8400" y="18625"/>
                  <a:pt x="8408" y="18597"/>
                  <a:pt x="8409" y="18567"/>
                </a:cubicBezTo>
                <a:cubicBezTo>
                  <a:pt x="9179" y="18623"/>
                  <a:pt x="9977" y="18655"/>
                  <a:pt x="10800" y="18655"/>
                </a:cubicBezTo>
                <a:cubicBezTo>
                  <a:pt x="11623" y="18655"/>
                  <a:pt x="12421" y="18623"/>
                  <a:pt x="13191" y="18567"/>
                </a:cubicBezTo>
                <a:cubicBezTo>
                  <a:pt x="13192" y="18597"/>
                  <a:pt x="13200" y="18625"/>
                  <a:pt x="13200" y="18655"/>
                </a:cubicBezTo>
                <a:cubicBezTo>
                  <a:pt x="13200" y="19739"/>
                  <a:pt x="12125" y="20618"/>
                  <a:pt x="10800" y="20618"/>
                </a:cubicBezTo>
                <a:moveTo>
                  <a:pt x="2948" y="12551"/>
                </a:moveTo>
                <a:cubicBezTo>
                  <a:pt x="4308" y="11388"/>
                  <a:pt x="6000" y="9939"/>
                  <a:pt x="6000" y="6873"/>
                </a:cubicBezTo>
                <a:cubicBezTo>
                  <a:pt x="6000" y="5232"/>
                  <a:pt x="7238" y="3825"/>
                  <a:pt x="8988" y="3239"/>
                </a:cubicBezTo>
                <a:cubicBezTo>
                  <a:pt x="9428" y="3657"/>
                  <a:pt x="10072" y="3927"/>
                  <a:pt x="10800" y="3927"/>
                </a:cubicBezTo>
                <a:cubicBezTo>
                  <a:pt x="11528" y="3927"/>
                  <a:pt x="12172" y="3657"/>
                  <a:pt x="12611" y="3239"/>
                </a:cubicBezTo>
                <a:cubicBezTo>
                  <a:pt x="14362" y="3825"/>
                  <a:pt x="15600" y="5232"/>
                  <a:pt x="15600" y="6873"/>
                </a:cubicBezTo>
                <a:cubicBezTo>
                  <a:pt x="15600" y="9939"/>
                  <a:pt x="17292" y="11388"/>
                  <a:pt x="18652" y="12551"/>
                </a:cubicBezTo>
                <a:cubicBezTo>
                  <a:pt x="18911" y="12773"/>
                  <a:pt x="19152" y="12979"/>
                  <a:pt x="19366" y="13183"/>
                </a:cubicBezTo>
                <a:cubicBezTo>
                  <a:pt x="18217" y="14077"/>
                  <a:pt x="14825" y="14727"/>
                  <a:pt x="10800" y="14727"/>
                </a:cubicBezTo>
                <a:cubicBezTo>
                  <a:pt x="6779" y="14727"/>
                  <a:pt x="3383" y="14079"/>
                  <a:pt x="2230" y="13186"/>
                </a:cubicBezTo>
                <a:cubicBezTo>
                  <a:pt x="2446" y="12981"/>
                  <a:pt x="2687" y="12774"/>
                  <a:pt x="2948" y="12551"/>
                </a:cubicBezTo>
                <a:moveTo>
                  <a:pt x="10800" y="982"/>
                </a:moveTo>
                <a:cubicBezTo>
                  <a:pt x="11462" y="982"/>
                  <a:pt x="12000" y="1422"/>
                  <a:pt x="12000" y="1964"/>
                </a:cubicBezTo>
                <a:cubicBezTo>
                  <a:pt x="12000" y="2506"/>
                  <a:pt x="11462" y="2945"/>
                  <a:pt x="10800" y="2945"/>
                </a:cubicBezTo>
                <a:cubicBezTo>
                  <a:pt x="10138" y="2945"/>
                  <a:pt x="9600" y="2506"/>
                  <a:pt x="9600" y="1964"/>
                </a:cubicBezTo>
                <a:cubicBezTo>
                  <a:pt x="9600" y="1422"/>
                  <a:pt x="10138" y="982"/>
                  <a:pt x="10800" y="982"/>
                </a:cubicBezTo>
                <a:moveTo>
                  <a:pt x="21600" y="15218"/>
                </a:moveTo>
                <a:cubicBezTo>
                  <a:pt x="21600" y="11782"/>
                  <a:pt x="16800" y="11782"/>
                  <a:pt x="16800" y="6873"/>
                </a:cubicBezTo>
                <a:cubicBezTo>
                  <a:pt x="16800" y="4845"/>
                  <a:pt x="15296" y="3105"/>
                  <a:pt x="13152" y="2356"/>
                </a:cubicBezTo>
                <a:cubicBezTo>
                  <a:pt x="13183" y="2229"/>
                  <a:pt x="13200" y="2098"/>
                  <a:pt x="13200" y="1964"/>
                </a:cubicBezTo>
                <a:cubicBezTo>
                  <a:pt x="13200" y="879"/>
                  <a:pt x="12125" y="0"/>
                  <a:pt x="10800" y="0"/>
                </a:cubicBezTo>
                <a:cubicBezTo>
                  <a:pt x="9475" y="0"/>
                  <a:pt x="8400" y="879"/>
                  <a:pt x="8400" y="1964"/>
                </a:cubicBezTo>
                <a:cubicBezTo>
                  <a:pt x="8400" y="2098"/>
                  <a:pt x="8417" y="2229"/>
                  <a:pt x="8448" y="2356"/>
                </a:cubicBezTo>
                <a:cubicBezTo>
                  <a:pt x="6304" y="3105"/>
                  <a:pt x="4800" y="4845"/>
                  <a:pt x="4800" y="6873"/>
                </a:cubicBezTo>
                <a:cubicBezTo>
                  <a:pt x="4800" y="11782"/>
                  <a:pt x="0" y="11782"/>
                  <a:pt x="0" y="15218"/>
                </a:cubicBezTo>
                <a:cubicBezTo>
                  <a:pt x="0" y="16716"/>
                  <a:pt x="3016" y="17986"/>
                  <a:pt x="7217" y="18457"/>
                </a:cubicBezTo>
                <a:cubicBezTo>
                  <a:pt x="7211" y="18523"/>
                  <a:pt x="7200" y="18587"/>
                  <a:pt x="7200" y="18655"/>
                </a:cubicBezTo>
                <a:cubicBezTo>
                  <a:pt x="7200" y="20282"/>
                  <a:pt x="8812" y="21600"/>
                  <a:pt x="10800" y="21600"/>
                </a:cubicBezTo>
                <a:cubicBezTo>
                  <a:pt x="12788" y="21600"/>
                  <a:pt x="14400" y="20282"/>
                  <a:pt x="14400" y="18655"/>
                </a:cubicBezTo>
                <a:cubicBezTo>
                  <a:pt x="14400" y="18587"/>
                  <a:pt x="14389" y="18523"/>
                  <a:pt x="14383" y="18457"/>
                </a:cubicBezTo>
                <a:cubicBezTo>
                  <a:pt x="18584" y="17986"/>
                  <a:pt x="21600" y="16716"/>
                  <a:pt x="21600" y="15218"/>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8" name="Shape 2526">
            <a:extLst>
              <a:ext uri="{FF2B5EF4-FFF2-40B4-BE49-F238E27FC236}">
                <a16:creationId xmlns:a16="http://schemas.microsoft.com/office/drawing/2014/main" id="{BA17BFBA-E1D2-BF5D-7252-89C887D6C2AF}"/>
              </a:ext>
            </a:extLst>
          </p:cNvPr>
          <p:cNvSpPr/>
          <p:nvPr/>
        </p:nvSpPr>
        <p:spPr>
          <a:xfrm>
            <a:off x="6486264" y="4272624"/>
            <a:ext cx="121410" cy="121410"/>
          </a:xfrm>
          <a:custGeom>
            <a:avLst/>
            <a:gdLst/>
            <a:ahLst/>
            <a:cxnLst>
              <a:cxn ang="0">
                <a:pos x="wd2" y="hd2"/>
              </a:cxn>
              <a:cxn ang="5400000">
                <a:pos x="wd2" y="hd2"/>
              </a:cxn>
              <a:cxn ang="10800000">
                <a:pos x="wd2" y="hd2"/>
              </a:cxn>
              <a:cxn ang="16200000">
                <a:pos x="wd2" y="hd2"/>
              </a:cxn>
            </a:cxnLst>
            <a:rect l="0" t="0" r="r" b="b"/>
            <a:pathLst>
              <a:path w="21600" h="21600" extrusionOk="0">
                <a:moveTo>
                  <a:pt x="10800" y="20618"/>
                </a:moveTo>
                <a:cubicBezTo>
                  <a:pt x="5377" y="20618"/>
                  <a:pt x="982" y="16223"/>
                  <a:pt x="982" y="10800"/>
                </a:cubicBezTo>
                <a:cubicBezTo>
                  <a:pt x="982" y="5377"/>
                  <a:pt x="5377" y="982"/>
                  <a:pt x="10800" y="982"/>
                </a:cubicBezTo>
                <a:cubicBezTo>
                  <a:pt x="16223" y="982"/>
                  <a:pt x="20618" y="5377"/>
                  <a:pt x="20618" y="10800"/>
                </a:cubicBezTo>
                <a:cubicBezTo>
                  <a:pt x="20618" y="16223"/>
                  <a:pt x="16223" y="20618"/>
                  <a:pt x="10800" y="20618"/>
                </a:cubicBezTo>
                <a:moveTo>
                  <a:pt x="10800" y="0"/>
                </a:moveTo>
                <a:cubicBezTo>
                  <a:pt x="4836" y="0"/>
                  <a:pt x="0" y="4836"/>
                  <a:pt x="0" y="10800"/>
                </a:cubicBezTo>
                <a:cubicBezTo>
                  <a:pt x="0" y="16765"/>
                  <a:pt x="4836" y="21600"/>
                  <a:pt x="10800" y="21600"/>
                </a:cubicBezTo>
                <a:cubicBezTo>
                  <a:pt x="16764" y="21600"/>
                  <a:pt x="21600" y="16765"/>
                  <a:pt x="21600" y="10800"/>
                </a:cubicBezTo>
                <a:cubicBezTo>
                  <a:pt x="21600" y="4836"/>
                  <a:pt x="16764" y="0"/>
                  <a:pt x="10800" y="0"/>
                </a:cubicBezTo>
                <a:moveTo>
                  <a:pt x="14236" y="16752"/>
                </a:moveTo>
                <a:cubicBezTo>
                  <a:pt x="14001" y="16887"/>
                  <a:pt x="13921" y="17188"/>
                  <a:pt x="14057" y="17422"/>
                </a:cubicBezTo>
                <a:cubicBezTo>
                  <a:pt x="14192" y="17658"/>
                  <a:pt x="14493" y="17738"/>
                  <a:pt x="14727" y="17602"/>
                </a:cubicBezTo>
                <a:cubicBezTo>
                  <a:pt x="14962" y="17467"/>
                  <a:pt x="15042" y="17167"/>
                  <a:pt x="14907" y="16932"/>
                </a:cubicBezTo>
                <a:cubicBezTo>
                  <a:pt x="14771" y="16697"/>
                  <a:pt x="14472" y="16617"/>
                  <a:pt x="14236" y="16752"/>
                </a:cubicBezTo>
                <a:moveTo>
                  <a:pt x="10800" y="11782"/>
                </a:moveTo>
                <a:cubicBezTo>
                  <a:pt x="10258" y="11782"/>
                  <a:pt x="9818" y="11342"/>
                  <a:pt x="9818" y="10800"/>
                </a:cubicBezTo>
                <a:cubicBezTo>
                  <a:pt x="9818" y="10258"/>
                  <a:pt x="10258" y="9818"/>
                  <a:pt x="10800" y="9818"/>
                </a:cubicBezTo>
                <a:cubicBezTo>
                  <a:pt x="11342" y="9818"/>
                  <a:pt x="11782" y="10258"/>
                  <a:pt x="11782" y="10800"/>
                </a:cubicBezTo>
                <a:cubicBezTo>
                  <a:pt x="11782" y="11342"/>
                  <a:pt x="11342" y="11782"/>
                  <a:pt x="10800" y="11782"/>
                </a:cubicBezTo>
                <a:moveTo>
                  <a:pt x="15218" y="10309"/>
                </a:moveTo>
                <a:lnTo>
                  <a:pt x="12694" y="10309"/>
                </a:lnTo>
                <a:cubicBezTo>
                  <a:pt x="12515" y="9624"/>
                  <a:pt x="11978" y="9084"/>
                  <a:pt x="11291" y="8906"/>
                </a:cubicBezTo>
                <a:lnTo>
                  <a:pt x="11291" y="3436"/>
                </a:lnTo>
                <a:cubicBezTo>
                  <a:pt x="11291" y="3166"/>
                  <a:pt x="11071" y="2945"/>
                  <a:pt x="10800" y="2945"/>
                </a:cubicBezTo>
                <a:cubicBezTo>
                  <a:pt x="10529" y="2945"/>
                  <a:pt x="10309" y="3166"/>
                  <a:pt x="10309" y="3436"/>
                </a:cubicBezTo>
                <a:lnTo>
                  <a:pt x="10309" y="8906"/>
                </a:lnTo>
                <a:cubicBezTo>
                  <a:pt x="9464" y="9125"/>
                  <a:pt x="8836" y="9886"/>
                  <a:pt x="8836" y="10800"/>
                </a:cubicBezTo>
                <a:cubicBezTo>
                  <a:pt x="8836" y="11885"/>
                  <a:pt x="9716" y="12764"/>
                  <a:pt x="10800" y="12764"/>
                </a:cubicBezTo>
                <a:cubicBezTo>
                  <a:pt x="11714" y="12764"/>
                  <a:pt x="12476" y="12137"/>
                  <a:pt x="12694" y="11291"/>
                </a:cubicBezTo>
                <a:lnTo>
                  <a:pt x="15218" y="11291"/>
                </a:lnTo>
                <a:cubicBezTo>
                  <a:pt x="15489" y="11291"/>
                  <a:pt x="15709" y="11072"/>
                  <a:pt x="15709" y="10800"/>
                </a:cubicBezTo>
                <a:cubicBezTo>
                  <a:pt x="15709" y="10529"/>
                  <a:pt x="15489" y="10309"/>
                  <a:pt x="15218" y="10309"/>
                </a:cubicBezTo>
                <a:moveTo>
                  <a:pt x="16932" y="6693"/>
                </a:moveTo>
                <a:cubicBezTo>
                  <a:pt x="16697" y="6829"/>
                  <a:pt x="16616" y="7129"/>
                  <a:pt x="16752" y="7364"/>
                </a:cubicBezTo>
                <a:cubicBezTo>
                  <a:pt x="16887" y="7599"/>
                  <a:pt x="17188" y="7679"/>
                  <a:pt x="17422" y="7543"/>
                </a:cubicBezTo>
                <a:cubicBezTo>
                  <a:pt x="17657" y="7408"/>
                  <a:pt x="17737" y="7108"/>
                  <a:pt x="17602" y="6873"/>
                </a:cubicBezTo>
                <a:cubicBezTo>
                  <a:pt x="17467" y="6638"/>
                  <a:pt x="17166" y="6557"/>
                  <a:pt x="16932" y="6693"/>
                </a:cubicBezTo>
                <a:moveTo>
                  <a:pt x="10800" y="17673"/>
                </a:moveTo>
                <a:cubicBezTo>
                  <a:pt x="10529" y="17673"/>
                  <a:pt x="10309" y="17893"/>
                  <a:pt x="10309" y="18164"/>
                </a:cubicBezTo>
                <a:cubicBezTo>
                  <a:pt x="10309" y="18435"/>
                  <a:pt x="10529" y="18655"/>
                  <a:pt x="10800" y="18655"/>
                </a:cubicBezTo>
                <a:cubicBezTo>
                  <a:pt x="11071" y="18655"/>
                  <a:pt x="11291" y="18435"/>
                  <a:pt x="11291" y="18164"/>
                </a:cubicBezTo>
                <a:cubicBezTo>
                  <a:pt x="11291" y="17893"/>
                  <a:pt x="11071" y="17673"/>
                  <a:pt x="10800" y="17673"/>
                </a:cubicBezTo>
                <a:moveTo>
                  <a:pt x="17422" y="14057"/>
                </a:moveTo>
                <a:cubicBezTo>
                  <a:pt x="17188" y="13921"/>
                  <a:pt x="16887" y="14001"/>
                  <a:pt x="16752" y="14236"/>
                </a:cubicBezTo>
                <a:cubicBezTo>
                  <a:pt x="16616" y="14472"/>
                  <a:pt x="16697" y="14772"/>
                  <a:pt x="16932" y="14907"/>
                </a:cubicBezTo>
                <a:cubicBezTo>
                  <a:pt x="17166" y="15043"/>
                  <a:pt x="17467" y="14962"/>
                  <a:pt x="17602" y="14727"/>
                </a:cubicBezTo>
                <a:cubicBezTo>
                  <a:pt x="17737" y="14492"/>
                  <a:pt x="17657" y="14192"/>
                  <a:pt x="17422" y="14057"/>
                </a:cubicBezTo>
                <a:moveTo>
                  <a:pt x="4668" y="6693"/>
                </a:moveTo>
                <a:cubicBezTo>
                  <a:pt x="4433" y="6557"/>
                  <a:pt x="4133" y="6638"/>
                  <a:pt x="3998" y="6873"/>
                </a:cubicBezTo>
                <a:cubicBezTo>
                  <a:pt x="3863" y="7108"/>
                  <a:pt x="3942" y="7408"/>
                  <a:pt x="4178" y="7543"/>
                </a:cubicBezTo>
                <a:cubicBezTo>
                  <a:pt x="4412" y="7679"/>
                  <a:pt x="4713" y="7599"/>
                  <a:pt x="4848" y="7364"/>
                </a:cubicBezTo>
                <a:cubicBezTo>
                  <a:pt x="4984" y="7129"/>
                  <a:pt x="4903" y="6829"/>
                  <a:pt x="4668" y="6693"/>
                </a:cubicBezTo>
                <a:moveTo>
                  <a:pt x="14236" y="4848"/>
                </a:moveTo>
                <a:cubicBezTo>
                  <a:pt x="14472" y="4984"/>
                  <a:pt x="14771" y="4903"/>
                  <a:pt x="14907" y="4669"/>
                </a:cubicBezTo>
                <a:cubicBezTo>
                  <a:pt x="15042" y="4434"/>
                  <a:pt x="14962" y="4134"/>
                  <a:pt x="14727" y="3998"/>
                </a:cubicBezTo>
                <a:cubicBezTo>
                  <a:pt x="14493" y="3863"/>
                  <a:pt x="14192" y="3943"/>
                  <a:pt x="14057" y="4178"/>
                </a:cubicBezTo>
                <a:cubicBezTo>
                  <a:pt x="13921" y="4412"/>
                  <a:pt x="14001" y="4713"/>
                  <a:pt x="14236" y="4848"/>
                </a:cubicBezTo>
                <a:moveTo>
                  <a:pt x="3436" y="10309"/>
                </a:moveTo>
                <a:cubicBezTo>
                  <a:pt x="3166" y="10309"/>
                  <a:pt x="2945" y="10529"/>
                  <a:pt x="2945" y="10800"/>
                </a:cubicBezTo>
                <a:cubicBezTo>
                  <a:pt x="2945" y="11072"/>
                  <a:pt x="3166" y="11291"/>
                  <a:pt x="3436" y="11291"/>
                </a:cubicBezTo>
                <a:cubicBezTo>
                  <a:pt x="3707" y="11291"/>
                  <a:pt x="3927" y="11072"/>
                  <a:pt x="3927" y="10800"/>
                </a:cubicBezTo>
                <a:cubicBezTo>
                  <a:pt x="3927" y="10529"/>
                  <a:pt x="3707" y="10309"/>
                  <a:pt x="3436" y="10309"/>
                </a:cubicBezTo>
                <a:moveTo>
                  <a:pt x="6873" y="3998"/>
                </a:moveTo>
                <a:cubicBezTo>
                  <a:pt x="6638" y="4134"/>
                  <a:pt x="6558" y="4434"/>
                  <a:pt x="6693" y="4669"/>
                </a:cubicBezTo>
                <a:cubicBezTo>
                  <a:pt x="6829" y="4903"/>
                  <a:pt x="7129" y="4984"/>
                  <a:pt x="7364" y="4848"/>
                </a:cubicBezTo>
                <a:cubicBezTo>
                  <a:pt x="7599" y="4713"/>
                  <a:pt x="7679" y="4412"/>
                  <a:pt x="7543" y="4178"/>
                </a:cubicBezTo>
                <a:cubicBezTo>
                  <a:pt x="7408" y="3943"/>
                  <a:pt x="7108" y="3863"/>
                  <a:pt x="6873" y="3998"/>
                </a:cubicBezTo>
                <a:moveTo>
                  <a:pt x="4178" y="14057"/>
                </a:moveTo>
                <a:cubicBezTo>
                  <a:pt x="3942" y="14192"/>
                  <a:pt x="3863" y="14492"/>
                  <a:pt x="3998" y="14727"/>
                </a:cubicBezTo>
                <a:cubicBezTo>
                  <a:pt x="4133" y="14962"/>
                  <a:pt x="4433" y="15043"/>
                  <a:pt x="4668" y="14907"/>
                </a:cubicBezTo>
                <a:cubicBezTo>
                  <a:pt x="4903" y="14772"/>
                  <a:pt x="4984" y="14472"/>
                  <a:pt x="4848" y="14236"/>
                </a:cubicBezTo>
                <a:cubicBezTo>
                  <a:pt x="4713" y="14001"/>
                  <a:pt x="4412" y="13921"/>
                  <a:pt x="4178" y="14057"/>
                </a:cubicBezTo>
                <a:moveTo>
                  <a:pt x="7364" y="16752"/>
                </a:moveTo>
                <a:cubicBezTo>
                  <a:pt x="7129" y="16617"/>
                  <a:pt x="6829" y="16697"/>
                  <a:pt x="6693" y="16932"/>
                </a:cubicBezTo>
                <a:cubicBezTo>
                  <a:pt x="6558" y="17167"/>
                  <a:pt x="6638" y="17467"/>
                  <a:pt x="6873" y="17602"/>
                </a:cubicBezTo>
                <a:cubicBezTo>
                  <a:pt x="7108" y="17738"/>
                  <a:pt x="7408" y="17658"/>
                  <a:pt x="7543" y="17422"/>
                </a:cubicBezTo>
                <a:cubicBezTo>
                  <a:pt x="7679" y="17188"/>
                  <a:pt x="7599" y="16887"/>
                  <a:pt x="7364" y="16752"/>
                </a:cubicBezTo>
                <a:moveTo>
                  <a:pt x="18164" y="10309"/>
                </a:moveTo>
                <a:cubicBezTo>
                  <a:pt x="17893" y="10309"/>
                  <a:pt x="17673" y="10529"/>
                  <a:pt x="17673" y="10800"/>
                </a:cubicBezTo>
                <a:cubicBezTo>
                  <a:pt x="17673" y="11072"/>
                  <a:pt x="17893" y="11291"/>
                  <a:pt x="18164" y="11291"/>
                </a:cubicBezTo>
                <a:cubicBezTo>
                  <a:pt x="18434" y="11291"/>
                  <a:pt x="18655" y="11072"/>
                  <a:pt x="18655" y="10800"/>
                </a:cubicBezTo>
                <a:cubicBezTo>
                  <a:pt x="18655" y="10529"/>
                  <a:pt x="18434" y="10309"/>
                  <a:pt x="18164" y="10309"/>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29" name="Shape 2528">
            <a:extLst>
              <a:ext uri="{FF2B5EF4-FFF2-40B4-BE49-F238E27FC236}">
                <a16:creationId xmlns:a16="http://schemas.microsoft.com/office/drawing/2014/main" id="{947F0988-DF64-FE6D-F07A-CCE3CDF609F9}"/>
              </a:ext>
            </a:extLst>
          </p:cNvPr>
          <p:cNvSpPr/>
          <p:nvPr/>
        </p:nvSpPr>
        <p:spPr>
          <a:xfrm>
            <a:off x="7011930" y="3346232"/>
            <a:ext cx="169835" cy="233523"/>
          </a:xfrm>
          <a:custGeom>
            <a:avLst/>
            <a:gdLst/>
            <a:ahLst/>
            <a:cxnLst>
              <a:cxn ang="0">
                <a:pos x="wd2" y="hd2"/>
              </a:cxn>
              <a:cxn ang="5400000">
                <a:pos x="wd2" y="hd2"/>
              </a:cxn>
              <a:cxn ang="10800000">
                <a:pos x="wd2" y="hd2"/>
              </a:cxn>
              <a:cxn ang="16200000">
                <a:pos x="wd2" y="hd2"/>
              </a:cxn>
            </a:cxnLst>
            <a:rect l="0" t="0" r="r" b="b"/>
            <a:pathLst>
              <a:path w="21600" h="21600" extrusionOk="0">
                <a:moveTo>
                  <a:pt x="20250" y="19636"/>
                </a:moveTo>
                <a:cubicBezTo>
                  <a:pt x="20250" y="20178"/>
                  <a:pt x="19645" y="20618"/>
                  <a:pt x="18900" y="20618"/>
                </a:cubicBezTo>
                <a:lnTo>
                  <a:pt x="2700" y="20618"/>
                </a:lnTo>
                <a:cubicBezTo>
                  <a:pt x="1955" y="20618"/>
                  <a:pt x="1350" y="20178"/>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4050" y="5891"/>
                </a:moveTo>
                <a:cubicBezTo>
                  <a:pt x="4050" y="3180"/>
                  <a:pt x="7072" y="982"/>
                  <a:pt x="10800" y="982"/>
                </a:cubicBezTo>
                <a:cubicBezTo>
                  <a:pt x="14528" y="982"/>
                  <a:pt x="17550" y="3180"/>
                  <a:pt x="17550" y="5891"/>
                </a:cubicBezTo>
                <a:lnTo>
                  <a:pt x="17550" y="8836"/>
                </a:lnTo>
                <a:lnTo>
                  <a:pt x="4050" y="8836"/>
                </a:lnTo>
                <a:cubicBezTo>
                  <a:pt x="4050" y="8836"/>
                  <a:pt x="4050" y="5891"/>
                  <a:pt x="4050" y="5891"/>
                </a:cubicBezTo>
                <a:close/>
                <a:moveTo>
                  <a:pt x="18900" y="8836"/>
                </a:moveTo>
                <a:lnTo>
                  <a:pt x="18900" y="5891"/>
                </a:lnTo>
                <a:cubicBezTo>
                  <a:pt x="18900" y="2638"/>
                  <a:pt x="15273" y="0"/>
                  <a:pt x="10800" y="0"/>
                </a:cubicBezTo>
                <a:cubicBezTo>
                  <a:pt x="6327" y="0"/>
                  <a:pt x="2700" y="2638"/>
                  <a:pt x="2700" y="5891"/>
                </a:cubicBez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moveTo>
                  <a:pt x="11475" y="15573"/>
                </a:moveTo>
                <a:lnTo>
                  <a:pt x="11475" y="16200"/>
                </a:lnTo>
                <a:cubicBezTo>
                  <a:pt x="11475" y="16472"/>
                  <a:pt x="11172" y="16691"/>
                  <a:pt x="10800" y="16691"/>
                </a:cubicBezTo>
                <a:cubicBezTo>
                  <a:pt x="10428" y="16691"/>
                  <a:pt x="10125" y="16472"/>
                  <a:pt x="10125" y="16200"/>
                </a:cubicBezTo>
                <a:lnTo>
                  <a:pt x="10125" y="15573"/>
                </a:lnTo>
                <a:cubicBezTo>
                  <a:pt x="9723" y="15403"/>
                  <a:pt x="9450" y="15090"/>
                  <a:pt x="9450" y="14727"/>
                </a:cubicBezTo>
                <a:cubicBezTo>
                  <a:pt x="9450" y="14186"/>
                  <a:pt x="10055" y="13745"/>
                  <a:pt x="10800" y="13745"/>
                </a:cubicBezTo>
                <a:cubicBezTo>
                  <a:pt x="11545" y="13745"/>
                  <a:pt x="12150" y="14186"/>
                  <a:pt x="12150" y="14727"/>
                </a:cubicBezTo>
                <a:cubicBezTo>
                  <a:pt x="12150" y="15090"/>
                  <a:pt x="11876" y="15403"/>
                  <a:pt x="11475" y="15573"/>
                </a:cubicBezTo>
                <a:moveTo>
                  <a:pt x="10800" y="12764"/>
                </a:moveTo>
                <a:cubicBezTo>
                  <a:pt x="9309" y="12764"/>
                  <a:pt x="8100" y="13643"/>
                  <a:pt x="8100" y="14727"/>
                </a:cubicBezTo>
                <a:cubicBezTo>
                  <a:pt x="8100" y="15232"/>
                  <a:pt x="8369" y="15687"/>
                  <a:pt x="8798" y="16034"/>
                </a:cubicBezTo>
                <a:cubicBezTo>
                  <a:pt x="8789" y="16089"/>
                  <a:pt x="8775" y="16144"/>
                  <a:pt x="8775" y="16200"/>
                </a:cubicBezTo>
                <a:cubicBezTo>
                  <a:pt x="8775" y="17014"/>
                  <a:pt x="9681" y="17673"/>
                  <a:pt x="10800" y="17673"/>
                </a:cubicBezTo>
                <a:cubicBezTo>
                  <a:pt x="11919" y="17673"/>
                  <a:pt x="12825" y="17014"/>
                  <a:pt x="12825" y="16200"/>
                </a:cubicBezTo>
                <a:cubicBezTo>
                  <a:pt x="12825" y="16144"/>
                  <a:pt x="12810" y="16089"/>
                  <a:pt x="12802" y="16034"/>
                </a:cubicBezTo>
                <a:cubicBezTo>
                  <a:pt x="13231" y="15686"/>
                  <a:pt x="13500" y="15232"/>
                  <a:pt x="13500" y="14727"/>
                </a:cubicBezTo>
                <a:cubicBezTo>
                  <a:pt x="13500" y="13643"/>
                  <a:pt x="12291" y="12764"/>
                  <a:pt x="10800" y="12764"/>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30" name="Picture Placeholder 23">
            <a:extLst>
              <a:ext uri="{FF2B5EF4-FFF2-40B4-BE49-F238E27FC236}">
                <a16:creationId xmlns:a16="http://schemas.microsoft.com/office/drawing/2014/main" id="{1381CA53-62FF-B1BA-168D-C1140E801FA6}"/>
              </a:ext>
            </a:extLst>
          </p:cNvPr>
          <p:cNvSpPr>
            <a:spLocks noGrp="1" noChangeAspect="1"/>
          </p:cNvSpPr>
          <p:nvPr>
            <p:ph type="pic" sz="quarter" idx="50"/>
          </p:nvPr>
        </p:nvSpPr>
        <p:spPr>
          <a:xfrm>
            <a:off x="5432227" y="3267794"/>
            <a:ext cx="732798" cy="73270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1" name="Picture Placeholder 23">
            <a:extLst>
              <a:ext uri="{FF2B5EF4-FFF2-40B4-BE49-F238E27FC236}">
                <a16:creationId xmlns:a16="http://schemas.microsoft.com/office/drawing/2014/main" id="{8F381380-D0E1-5C5F-A5AC-976B41679B93}"/>
              </a:ext>
            </a:extLst>
          </p:cNvPr>
          <p:cNvSpPr>
            <a:spLocks noGrp="1" noChangeAspect="1"/>
          </p:cNvSpPr>
          <p:nvPr>
            <p:ph type="pic" sz="quarter" idx="51"/>
          </p:nvPr>
        </p:nvSpPr>
        <p:spPr>
          <a:xfrm>
            <a:off x="6259917" y="5253492"/>
            <a:ext cx="563178" cy="563108"/>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2" name="Picture Placeholder 23">
            <a:extLst>
              <a:ext uri="{FF2B5EF4-FFF2-40B4-BE49-F238E27FC236}">
                <a16:creationId xmlns:a16="http://schemas.microsoft.com/office/drawing/2014/main" id="{D11D382E-77E6-F0E4-CD1D-C8D7F5349AF2}"/>
              </a:ext>
            </a:extLst>
          </p:cNvPr>
          <p:cNvSpPr>
            <a:spLocks noGrp="1" noChangeAspect="1"/>
          </p:cNvSpPr>
          <p:nvPr>
            <p:ph type="pic" sz="quarter" idx="52"/>
          </p:nvPr>
        </p:nvSpPr>
        <p:spPr>
          <a:xfrm>
            <a:off x="7489226" y="5472249"/>
            <a:ext cx="344134" cy="34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 name="Text Placeholder 51">
            <a:extLst>
              <a:ext uri="{FF2B5EF4-FFF2-40B4-BE49-F238E27FC236}">
                <a16:creationId xmlns:a16="http://schemas.microsoft.com/office/drawing/2014/main" id="{226E3DCE-A4E3-C317-DE91-ACB67E25393F}"/>
              </a:ext>
            </a:extLst>
          </p:cNvPr>
          <p:cNvSpPr>
            <a:spLocks noGrp="1"/>
          </p:cNvSpPr>
          <p:nvPr>
            <p:ph type="body" sz="quarter" idx="53"/>
          </p:nvPr>
        </p:nvSpPr>
        <p:spPr>
          <a:xfrm>
            <a:off x="8605318" y="1711055"/>
            <a:ext cx="2860474" cy="200999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1" name="Text Placeholder 51">
            <a:extLst>
              <a:ext uri="{FF2B5EF4-FFF2-40B4-BE49-F238E27FC236}">
                <a16:creationId xmlns:a16="http://schemas.microsoft.com/office/drawing/2014/main" id="{957FC76B-E30A-D99B-3C20-0CAF0DFB4110}"/>
              </a:ext>
            </a:extLst>
          </p:cNvPr>
          <p:cNvSpPr>
            <a:spLocks noGrp="1"/>
          </p:cNvSpPr>
          <p:nvPr>
            <p:ph type="body" sz="quarter" idx="54"/>
          </p:nvPr>
        </p:nvSpPr>
        <p:spPr>
          <a:xfrm>
            <a:off x="8605318" y="4134598"/>
            <a:ext cx="2860474" cy="200999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5" name="Text Placeholder 51">
            <a:extLst>
              <a:ext uri="{FF2B5EF4-FFF2-40B4-BE49-F238E27FC236}">
                <a16:creationId xmlns:a16="http://schemas.microsoft.com/office/drawing/2014/main" id="{C6A26076-48F7-E5FA-E072-E22742C3A809}"/>
              </a:ext>
            </a:extLst>
          </p:cNvPr>
          <p:cNvSpPr>
            <a:spLocks noGrp="1"/>
          </p:cNvSpPr>
          <p:nvPr>
            <p:ph type="body" sz="quarter" idx="55"/>
          </p:nvPr>
        </p:nvSpPr>
        <p:spPr>
          <a:xfrm>
            <a:off x="764302" y="1711055"/>
            <a:ext cx="2860474" cy="200999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6" name="Text Placeholder 51">
            <a:extLst>
              <a:ext uri="{FF2B5EF4-FFF2-40B4-BE49-F238E27FC236}">
                <a16:creationId xmlns:a16="http://schemas.microsoft.com/office/drawing/2014/main" id="{1982E822-ECDB-4E2B-AA36-ED8B87593944}"/>
              </a:ext>
            </a:extLst>
          </p:cNvPr>
          <p:cNvSpPr>
            <a:spLocks noGrp="1"/>
          </p:cNvSpPr>
          <p:nvPr>
            <p:ph type="body" sz="quarter" idx="56"/>
          </p:nvPr>
        </p:nvSpPr>
        <p:spPr>
          <a:xfrm>
            <a:off x="764302" y="4134598"/>
            <a:ext cx="2860474" cy="200999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24131336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Infog_44">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A79581E-F738-0593-2B69-DEBC3EF4B850}"/>
              </a:ext>
            </a:extLst>
          </p:cNvPr>
          <p:cNvGrpSpPr/>
          <p:nvPr/>
        </p:nvGrpSpPr>
        <p:grpSpPr>
          <a:xfrm>
            <a:off x="3217333" y="150904"/>
            <a:ext cx="5757334" cy="4587500"/>
            <a:chOff x="3217334" y="0"/>
            <a:chExt cx="5757334" cy="4587500"/>
          </a:xfrm>
        </p:grpSpPr>
        <p:sp>
          <p:nvSpPr>
            <p:cNvPr id="5" name="Freeform 5">
              <a:extLst>
                <a:ext uri="{FF2B5EF4-FFF2-40B4-BE49-F238E27FC236}">
                  <a16:creationId xmlns:a16="http://schemas.microsoft.com/office/drawing/2014/main" id="{709C01A2-785E-3C79-110F-F45C69FAEFD6}"/>
                </a:ext>
              </a:extLst>
            </p:cNvPr>
            <p:cNvSpPr>
              <a:spLocks/>
            </p:cNvSpPr>
            <p:nvPr/>
          </p:nvSpPr>
          <p:spPr bwMode="auto">
            <a:xfrm>
              <a:off x="6739956" y="0"/>
              <a:ext cx="2234712" cy="3017517"/>
            </a:xfrm>
            <a:custGeom>
              <a:avLst/>
              <a:gdLst>
                <a:gd name="T0" fmla="*/ 352 w 441"/>
                <a:gd name="T1" fmla="*/ 369 h 595"/>
                <a:gd name="T2" fmla="*/ 269 w 441"/>
                <a:gd name="T3" fmla="*/ 377 h 595"/>
                <a:gd name="T4" fmla="*/ 200 w 441"/>
                <a:gd name="T5" fmla="*/ 392 h 595"/>
                <a:gd name="T6" fmla="*/ 100 w 441"/>
                <a:gd name="T7" fmla="*/ 360 h 595"/>
                <a:gd name="T8" fmla="*/ 84 w 441"/>
                <a:gd name="T9" fmla="*/ 335 h 595"/>
                <a:gd name="T10" fmla="*/ 84 w 441"/>
                <a:gd name="T11" fmla="*/ 0 h 595"/>
                <a:gd name="T12" fmla="*/ 0 w 441"/>
                <a:gd name="T13" fmla="*/ 0 h 595"/>
                <a:gd name="T14" fmla="*/ 0 w 441"/>
                <a:gd name="T15" fmla="*/ 386 h 595"/>
                <a:gd name="T16" fmla="*/ 25 w 441"/>
                <a:gd name="T17" fmla="*/ 425 h 595"/>
                <a:gd name="T18" fmla="*/ 177 w 441"/>
                <a:gd name="T19" fmla="*/ 473 h 595"/>
                <a:gd name="T20" fmla="*/ 223 w 441"/>
                <a:gd name="T21" fmla="*/ 524 h 595"/>
                <a:gd name="T22" fmla="*/ 287 w 441"/>
                <a:gd name="T23" fmla="*/ 577 h 595"/>
                <a:gd name="T24" fmla="*/ 424 w 441"/>
                <a:gd name="T25" fmla="*/ 506 h 595"/>
                <a:gd name="T26" fmla="*/ 352 w 441"/>
                <a:gd name="T27" fmla="*/ 369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1" h="595">
                  <a:moveTo>
                    <a:pt x="352" y="369"/>
                  </a:moveTo>
                  <a:cubicBezTo>
                    <a:pt x="323" y="360"/>
                    <a:pt x="294" y="364"/>
                    <a:pt x="269" y="377"/>
                  </a:cubicBezTo>
                  <a:cubicBezTo>
                    <a:pt x="245" y="389"/>
                    <a:pt x="234" y="402"/>
                    <a:pt x="200" y="392"/>
                  </a:cubicBezTo>
                  <a:cubicBezTo>
                    <a:pt x="100" y="360"/>
                    <a:pt x="100" y="360"/>
                    <a:pt x="100" y="360"/>
                  </a:cubicBezTo>
                  <a:cubicBezTo>
                    <a:pt x="85" y="356"/>
                    <a:pt x="84" y="346"/>
                    <a:pt x="84" y="335"/>
                  </a:cubicBezTo>
                  <a:cubicBezTo>
                    <a:pt x="84" y="0"/>
                    <a:pt x="84" y="0"/>
                    <a:pt x="84" y="0"/>
                  </a:cubicBezTo>
                  <a:cubicBezTo>
                    <a:pt x="0" y="0"/>
                    <a:pt x="0" y="0"/>
                    <a:pt x="0" y="0"/>
                  </a:cubicBezTo>
                  <a:cubicBezTo>
                    <a:pt x="0" y="386"/>
                    <a:pt x="0" y="386"/>
                    <a:pt x="0" y="386"/>
                  </a:cubicBezTo>
                  <a:cubicBezTo>
                    <a:pt x="0" y="405"/>
                    <a:pt x="7" y="419"/>
                    <a:pt x="25" y="425"/>
                  </a:cubicBezTo>
                  <a:cubicBezTo>
                    <a:pt x="177" y="473"/>
                    <a:pt x="177" y="473"/>
                    <a:pt x="177" y="473"/>
                  </a:cubicBezTo>
                  <a:cubicBezTo>
                    <a:pt x="209" y="483"/>
                    <a:pt x="211" y="500"/>
                    <a:pt x="223" y="524"/>
                  </a:cubicBezTo>
                  <a:cubicBezTo>
                    <a:pt x="236" y="548"/>
                    <a:pt x="258" y="568"/>
                    <a:pt x="287" y="577"/>
                  </a:cubicBezTo>
                  <a:cubicBezTo>
                    <a:pt x="344" y="595"/>
                    <a:pt x="406" y="563"/>
                    <a:pt x="424" y="506"/>
                  </a:cubicBezTo>
                  <a:cubicBezTo>
                    <a:pt x="441" y="448"/>
                    <a:pt x="409" y="387"/>
                    <a:pt x="352" y="369"/>
                  </a:cubicBezTo>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a:extLst>
                <a:ext uri="{FF2B5EF4-FFF2-40B4-BE49-F238E27FC236}">
                  <a16:creationId xmlns:a16="http://schemas.microsoft.com/office/drawing/2014/main" id="{0BD9B6E6-206F-1E4E-2E4D-62DC9AD6C1FB}"/>
                </a:ext>
              </a:extLst>
            </p:cNvPr>
            <p:cNvSpPr>
              <a:spLocks/>
            </p:cNvSpPr>
            <p:nvPr/>
          </p:nvSpPr>
          <p:spPr bwMode="auto">
            <a:xfrm>
              <a:off x="6309195" y="0"/>
              <a:ext cx="1779898" cy="4198284"/>
            </a:xfrm>
            <a:custGeom>
              <a:avLst/>
              <a:gdLst>
                <a:gd name="T0" fmla="*/ 308 w 351"/>
                <a:gd name="T1" fmla="*/ 631 h 828"/>
                <a:gd name="T2" fmla="*/ 231 w 351"/>
                <a:gd name="T3" fmla="*/ 599 h 828"/>
                <a:gd name="T4" fmla="*/ 218 w 351"/>
                <a:gd name="T5" fmla="*/ 600 h 828"/>
                <a:gd name="T6" fmla="*/ 164 w 351"/>
                <a:gd name="T7" fmla="*/ 581 h 828"/>
                <a:gd name="T8" fmla="*/ 164 w 351"/>
                <a:gd name="T9" fmla="*/ 581 h 828"/>
                <a:gd name="T10" fmla="*/ 101 w 351"/>
                <a:gd name="T11" fmla="*/ 518 h 828"/>
                <a:gd name="T12" fmla="*/ 101 w 351"/>
                <a:gd name="T13" fmla="*/ 518 h 828"/>
                <a:gd name="T14" fmla="*/ 85 w 351"/>
                <a:gd name="T15" fmla="*/ 479 h 828"/>
                <a:gd name="T16" fmla="*/ 85 w 351"/>
                <a:gd name="T17" fmla="*/ 0 h 828"/>
                <a:gd name="T18" fmla="*/ 0 w 351"/>
                <a:gd name="T19" fmla="*/ 0 h 828"/>
                <a:gd name="T20" fmla="*/ 0 w 351"/>
                <a:gd name="T21" fmla="*/ 520 h 828"/>
                <a:gd name="T22" fmla="*/ 33 w 351"/>
                <a:gd name="T23" fmla="*/ 569 h 828"/>
                <a:gd name="T24" fmla="*/ 104 w 351"/>
                <a:gd name="T25" fmla="*/ 640 h 828"/>
                <a:gd name="T26" fmla="*/ 122 w 351"/>
                <a:gd name="T27" fmla="*/ 708 h 828"/>
                <a:gd name="T28" fmla="*/ 154 w 351"/>
                <a:gd name="T29" fmla="*/ 785 h 828"/>
                <a:gd name="T30" fmla="*/ 308 w 351"/>
                <a:gd name="T31" fmla="*/ 785 h 828"/>
                <a:gd name="T32" fmla="*/ 308 w 351"/>
                <a:gd name="T33" fmla="*/ 631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1" h="828">
                  <a:moveTo>
                    <a:pt x="308" y="631"/>
                  </a:moveTo>
                  <a:cubicBezTo>
                    <a:pt x="287" y="610"/>
                    <a:pt x="259" y="599"/>
                    <a:pt x="231" y="599"/>
                  </a:cubicBezTo>
                  <a:cubicBezTo>
                    <a:pt x="227" y="599"/>
                    <a:pt x="222" y="599"/>
                    <a:pt x="218" y="600"/>
                  </a:cubicBezTo>
                  <a:cubicBezTo>
                    <a:pt x="199" y="600"/>
                    <a:pt x="184" y="601"/>
                    <a:pt x="164" y="581"/>
                  </a:cubicBezTo>
                  <a:cubicBezTo>
                    <a:pt x="164" y="581"/>
                    <a:pt x="164" y="581"/>
                    <a:pt x="164" y="581"/>
                  </a:cubicBezTo>
                  <a:cubicBezTo>
                    <a:pt x="101" y="518"/>
                    <a:pt x="101" y="518"/>
                    <a:pt x="101" y="518"/>
                  </a:cubicBezTo>
                  <a:cubicBezTo>
                    <a:pt x="101" y="518"/>
                    <a:pt x="101" y="518"/>
                    <a:pt x="101" y="518"/>
                  </a:cubicBezTo>
                  <a:cubicBezTo>
                    <a:pt x="85" y="502"/>
                    <a:pt x="85" y="497"/>
                    <a:pt x="85" y="479"/>
                  </a:cubicBezTo>
                  <a:cubicBezTo>
                    <a:pt x="85" y="0"/>
                    <a:pt x="85" y="0"/>
                    <a:pt x="85" y="0"/>
                  </a:cubicBezTo>
                  <a:cubicBezTo>
                    <a:pt x="0" y="0"/>
                    <a:pt x="0" y="0"/>
                    <a:pt x="0" y="0"/>
                  </a:cubicBezTo>
                  <a:cubicBezTo>
                    <a:pt x="0" y="520"/>
                    <a:pt x="0" y="520"/>
                    <a:pt x="0" y="520"/>
                  </a:cubicBezTo>
                  <a:cubicBezTo>
                    <a:pt x="0" y="539"/>
                    <a:pt x="17" y="553"/>
                    <a:pt x="33" y="569"/>
                  </a:cubicBezTo>
                  <a:cubicBezTo>
                    <a:pt x="104" y="640"/>
                    <a:pt x="104" y="640"/>
                    <a:pt x="104" y="640"/>
                  </a:cubicBezTo>
                  <a:cubicBezTo>
                    <a:pt x="129" y="665"/>
                    <a:pt x="122" y="681"/>
                    <a:pt x="122" y="708"/>
                  </a:cubicBezTo>
                  <a:cubicBezTo>
                    <a:pt x="122" y="736"/>
                    <a:pt x="133" y="764"/>
                    <a:pt x="154" y="785"/>
                  </a:cubicBezTo>
                  <a:cubicBezTo>
                    <a:pt x="197" y="828"/>
                    <a:pt x="266" y="828"/>
                    <a:pt x="308" y="785"/>
                  </a:cubicBezTo>
                  <a:cubicBezTo>
                    <a:pt x="351" y="743"/>
                    <a:pt x="351" y="674"/>
                    <a:pt x="308" y="631"/>
                  </a:cubicBezTo>
                </a:path>
              </a:pathLst>
            </a:custGeom>
            <a:solidFill>
              <a:schemeClr val="accent1">
                <a:lumMod val="60000"/>
                <a:lumOff val="40000"/>
              </a:schemeClr>
            </a:solidFill>
            <a:ln>
              <a:noFill/>
            </a:ln>
            <a:effectLst>
              <a:outerShdw blurRad="317500" dist="114300" dir="3300000" sx="95000" sy="95000" algn="tl" rotWithShape="0">
                <a:srgbClr val="000000">
                  <a:alpha val="35000"/>
                </a:srgb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1">
              <a:extLst>
                <a:ext uri="{FF2B5EF4-FFF2-40B4-BE49-F238E27FC236}">
                  <a16:creationId xmlns:a16="http://schemas.microsoft.com/office/drawing/2014/main" id="{1E6A53F7-7F14-7126-495E-2E6041824A7F}"/>
                </a:ext>
              </a:extLst>
            </p:cNvPr>
            <p:cNvSpPr>
              <a:spLocks/>
            </p:cNvSpPr>
            <p:nvPr/>
          </p:nvSpPr>
          <p:spPr bwMode="auto">
            <a:xfrm>
              <a:off x="3217334" y="0"/>
              <a:ext cx="2234712" cy="3017517"/>
            </a:xfrm>
            <a:custGeom>
              <a:avLst/>
              <a:gdLst>
                <a:gd name="T0" fmla="*/ 357 w 441"/>
                <a:gd name="T1" fmla="*/ 0 h 595"/>
                <a:gd name="T2" fmla="*/ 357 w 441"/>
                <a:gd name="T3" fmla="*/ 335 h 595"/>
                <a:gd name="T4" fmla="*/ 341 w 441"/>
                <a:gd name="T5" fmla="*/ 360 h 595"/>
                <a:gd name="T6" fmla="*/ 241 w 441"/>
                <a:gd name="T7" fmla="*/ 392 h 595"/>
                <a:gd name="T8" fmla="*/ 172 w 441"/>
                <a:gd name="T9" fmla="*/ 377 h 595"/>
                <a:gd name="T10" fmla="*/ 89 w 441"/>
                <a:gd name="T11" fmla="*/ 369 h 595"/>
                <a:gd name="T12" fmla="*/ 18 w 441"/>
                <a:gd name="T13" fmla="*/ 506 h 595"/>
                <a:gd name="T14" fmla="*/ 154 w 441"/>
                <a:gd name="T15" fmla="*/ 577 h 595"/>
                <a:gd name="T16" fmla="*/ 218 w 441"/>
                <a:gd name="T17" fmla="*/ 524 h 595"/>
                <a:gd name="T18" fmla="*/ 264 w 441"/>
                <a:gd name="T19" fmla="*/ 473 h 595"/>
                <a:gd name="T20" fmla="*/ 416 w 441"/>
                <a:gd name="T21" fmla="*/ 425 h 595"/>
                <a:gd name="T22" fmla="*/ 441 w 441"/>
                <a:gd name="T23" fmla="*/ 386 h 595"/>
                <a:gd name="T24" fmla="*/ 441 w 441"/>
                <a:gd name="T25" fmla="*/ 0 h 595"/>
                <a:gd name="T26" fmla="*/ 357 w 441"/>
                <a:gd name="T27" fmla="*/ 0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1" h="595">
                  <a:moveTo>
                    <a:pt x="357" y="0"/>
                  </a:moveTo>
                  <a:cubicBezTo>
                    <a:pt x="357" y="335"/>
                    <a:pt x="357" y="335"/>
                    <a:pt x="357" y="335"/>
                  </a:cubicBezTo>
                  <a:cubicBezTo>
                    <a:pt x="357" y="346"/>
                    <a:pt x="356" y="356"/>
                    <a:pt x="341" y="360"/>
                  </a:cubicBezTo>
                  <a:cubicBezTo>
                    <a:pt x="241" y="392"/>
                    <a:pt x="241" y="392"/>
                    <a:pt x="241" y="392"/>
                  </a:cubicBezTo>
                  <a:cubicBezTo>
                    <a:pt x="207" y="402"/>
                    <a:pt x="196" y="389"/>
                    <a:pt x="172" y="377"/>
                  </a:cubicBezTo>
                  <a:cubicBezTo>
                    <a:pt x="147" y="364"/>
                    <a:pt x="118" y="360"/>
                    <a:pt x="89" y="369"/>
                  </a:cubicBezTo>
                  <a:cubicBezTo>
                    <a:pt x="32" y="387"/>
                    <a:pt x="0" y="448"/>
                    <a:pt x="18" y="506"/>
                  </a:cubicBezTo>
                  <a:cubicBezTo>
                    <a:pt x="35" y="563"/>
                    <a:pt x="97" y="595"/>
                    <a:pt x="154" y="577"/>
                  </a:cubicBezTo>
                  <a:cubicBezTo>
                    <a:pt x="183" y="568"/>
                    <a:pt x="205" y="548"/>
                    <a:pt x="218" y="524"/>
                  </a:cubicBezTo>
                  <a:cubicBezTo>
                    <a:pt x="231" y="500"/>
                    <a:pt x="233" y="483"/>
                    <a:pt x="264" y="473"/>
                  </a:cubicBezTo>
                  <a:cubicBezTo>
                    <a:pt x="416" y="425"/>
                    <a:pt x="416" y="425"/>
                    <a:pt x="416" y="425"/>
                  </a:cubicBezTo>
                  <a:cubicBezTo>
                    <a:pt x="435" y="419"/>
                    <a:pt x="441" y="405"/>
                    <a:pt x="441" y="386"/>
                  </a:cubicBezTo>
                  <a:cubicBezTo>
                    <a:pt x="441" y="0"/>
                    <a:pt x="441" y="0"/>
                    <a:pt x="441" y="0"/>
                  </a:cubicBezTo>
                  <a:cubicBezTo>
                    <a:pt x="357" y="0"/>
                    <a:pt x="357" y="0"/>
                    <a:pt x="357" y="0"/>
                  </a:cubicBezTo>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5">
              <a:extLst>
                <a:ext uri="{FF2B5EF4-FFF2-40B4-BE49-F238E27FC236}">
                  <a16:creationId xmlns:a16="http://schemas.microsoft.com/office/drawing/2014/main" id="{82ECD608-66ED-284C-904E-C1270C062CA8}"/>
                </a:ext>
              </a:extLst>
            </p:cNvPr>
            <p:cNvSpPr>
              <a:spLocks/>
            </p:cNvSpPr>
            <p:nvPr/>
          </p:nvSpPr>
          <p:spPr bwMode="auto">
            <a:xfrm>
              <a:off x="4105096" y="0"/>
              <a:ext cx="1777712" cy="4198284"/>
            </a:xfrm>
            <a:custGeom>
              <a:avLst/>
              <a:gdLst>
                <a:gd name="T0" fmla="*/ 266 w 351"/>
                <a:gd name="T1" fmla="*/ 0 h 828"/>
                <a:gd name="T2" fmla="*/ 266 w 351"/>
                <a:gd name="T3" fmla="*/ 479 h 828"/>
                <a:gd name="T4" fmla="*/ 250 w 351"/>
                <a:gd name="T5" fmla="*/ 518 h 828"/>
                <a:gd name="T6" fmla="*/ 187 w 351"/>
                <a:gd name="T7" fmla="*/ 581 h 828"/>
                <a:gd name="T8" fmla="*/ 133 w 351"/>
                <a:gd name="T9" fmla="*/ 600 h 828"/>
                <a:gd name="T10" fmla="*/ 120 w 351"/>
                <a:gd name="T11" fmla="*/ 599 h 828"/>
                <a:gd name="T12" fmla="*/ 43 w 351"/>
                <a:gd name="T13" fmla="*/ 631 h 828"/>
                <a:gd name="T14" fmla="*/ 43 w 351"/>
                <a:gd name="T15" fmla="*/ 785 h 828"/>
                <a:gd name="T16" fmla="*/ 197 w 351"/>
                <a:gd name="T17" fmla="*/ 785 h 828"/>
                <a:gd name="T18" fmla="*/ 229 w 351"/>
                <a:gd name="T19" fmla="*/ 708 h 828"/>
                <a:gd name="T20" fmla="*/ 247 w 351"/>
                <a:gd name="T21" fmla="*/ 640 h 828"/>
                <a:gd name="T22" fmla="*/ 318 w 351"/>
                <a:gd name="T23" fmla="*/ 569 h 828"/>
                <a:gd name="T24" fmla="*/ 351 w 351"/>
                <a:gd name="T25" fmla="*/ 520 h 828"/>
                <a:gd name="T26" fmla="*/ 351 w 351"/>
                <a:gd name="T27" fmla="*/ 0 h 828"/>
                <a:gd name="T28" fmla="*/ 266 w 351"/>
                <a:gd name="T29" fmla="*/ 0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 h="828">
                  <a:moveTo>
                    <a:pt x="266" y="0"/>
                  </a:moveTo>
                  <a:cubicBezTo>
                    <a:pt x="266" y="479"/>
                    <a:pt x="266" y="479"/>
                    <a:pt x="266" y="479"/>
                  </a:cubicBezTo>
                  <a:cubicBezTo>
                    <a:pt x="266" y="497"/>
                    <a:pt x="266" y="502"/>
                    <a:pt x="250" y="518"/>
                  </a:cubicBezTo>
                  <a:cubicBezTo>
                    <a:pt x="187" y="581"/>
                    <a:pt x="187" y="581"/>
                    <a:pt x="187" y="581"/>
                  </a:cubicBezTo>
                  <a:cubicBezTo>
                    <a:pt x="167" y="601"/>
                    <a:pt x="153" y="600"/>
                    <a:pt x="133" y="600"/>
                  </a:cubicBezTo>
                  <a:cubicBezTo>
                    <a:pt x="129" y="599"/>
                    <a:pt x="124" y="599"/>
                    <a:pt x="120" y="599"/>
                  </a:cubicBezTo>
                  <a:cubicBezTo>
                    <a:pt x="92" y="599"/>
                    <a:pt x="64" y="610"/>
                    <a:pt x="43" y="631"/>
                  </a:cubicBezTo>
                  <a:cubicBezTo>
                    <a:pt x="0" y="674"/>
                    <a:pt x="0" y="743"/>
                    <a:pt x="43" y="785"/>
                  </a:cubicBezTo>
                  <a:cubicBezTo>
                    <a:pt x="85" y="828"/>
                    <a:pt x="154" y="828"/>
                    <a:pt x="197" y="785"/>
                  </a:cubicBezTo>
                  <a:cubicBezTo>
                    <a:pt x="218" y="764"/>
                    <a:pt x="229" y="736"/>
                    <a:pt x="229" y="708"/>
                  </a:cubicBezTo>
                  <a:cubicBezTo>
                    <a:pt x="229" y="681"/>
                    <a:pt x="223" y="665"/>
                    <a:pt x="247" y="640"/>
                  </a:cubicBezTo>
                  <a:cubicBezTo>
                    <a:pt x="318" y="569"/>
                    <a:pt x="318" y="569"/>
                    <a:pt x="318" y="569"/>
                  </a:cubicBezTo>
                  <a:cubicBezTo>
                    <a:pt x="334" y="553"/>
                    <a:pt x="351" y="539"/>
                    <a:pt x="351" y="520"/>
                  </a:cubicBezTo>
                  <a:cubicBezTo>
                    <a:pt x="351" y="0"/>
                    <a:pt x="351" y="0"/>
                    <a:pt x="351" y="0"/>
                  </a:cubicBezTo>
                  <a:cubicBezTo>
                    <a:pt x="266" y="0"/>
                    <a:pt x="266" y="0"/>
                    <a:pt x="266" y="0"/>
                  </a:cubicBezTo>
                </a:path>
              </a:pathLst>
            </a:custGeom>
            <a:solidFill>
              <a:schemeClr val="accent2"/>
            </a:solidFill>
            <a:ln>
              <a:noFill/>
            </a:ln>
            <a:effectLst>
              <a:outerShdw blurRad="317500" dist="50800" dir="11760000" sx="95000" sy="95000" algn="ctr" rotWithShape="0">
                <a:prstClr val="black">
                  <a:alpha val="35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
              <a:extLst>
                <a:ext uri="{FF2B5EF4-FFF2-40B4-BE49-F238E27FC236}">
                  <a16:creationId xmlns:a16="http://schemas.microsoft.com/office/drawing/2014/main" id="{AA972CA3-AD19-EB00-BB7A-C0489951266A}"/>
                </a:ext>
              </a:extLst>
            </p:cNvPr>
            <p:cNvSpPr>
              <a:spLocks/>
            </p:cNvSpPr>
            <p:nvPr/>
          </p:nvSpPr>
          <p:spPr bwMode="auto">
            <a:xfrm>
              <a:off x="5543883" y="0"/>
              <a:ext cx="1104237" cy="4587500"/>
            </a:xfrm>
            <a:custGeom>
              <a:avLst/>
              <a:gdLst>
                <a:gd name="T0" fmla="*/ 186 w 218"/>
                <a:gd name="T1" fmla="*/ 719 h 905"/>
                <a:gd name="T2" fmla="*/ 151 w 218"/>
                <a:gd name="T3" fmla="*/ 658 h 905"/>
                <a:gd name="T4" fmla="*/ 151 w 218"/>
                <a:gd name="T5" fmla="*/ 0 h 905"/>
                <a:gd name="T6" fmla="*/ 67 w 218"/>
                <a:gd name="T7" fmla="*/ 0 h 905"/>
                <a:gd name="T8" fmla="*/ 67 w 218"/>
                <a:gd name="T9" fmla="*/ 658 h 905"/>
                <a:gd name="T10" fmla="*/ 32 w 218"/>
                <a:gd name="T11" fmla="*/ 719 h 905"/>
                <a:gd name="T12" fmla="*/ 0 w 218"/>
                <a:gd name="T13" fmla="*/ 796 h 905"/>
                <a:gd name="T14" fmla="*/ 109 w 218"/>
                <a:gd name="T15" fmla="*/ 905 h 905"/>
                <a:gd name="T16" fmla="*/ 218 w 218"/>
                <a:gd name="T17" fmla="*/ 796 h 905"/>
                <a:gd name="T18" fmla="*/ 186 w 218"/>
                <a:gd name="T19" fmla="*/ 719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8" h="905">
                  <a:moveTo>
                    <a:pt x="186" y="719"/>
                  </a:moveTo>
                  <a:cubicBezTo>
                    <a:pt x="167" y="699"/>
                    <a:pt x="151" y="693"/>
                    <a:pt x="151" y="658"/>
                  </a:cubicBezTo>
                  <a:cubicBezTo>
                    <a:pt x="151" y="0"/>
                    <a:pt x="151" y="0"/>
                    <a:pt x="151" y="0"/>
                  </a:cubicBezTo>
                  <a:cubicBezTo>
                    <a:pt x="67" y="0"/>
                    <a:pt x="67" y="0"/>
                    <a:pt x="67" y="0"/>
                  </a:cubicBezTo>
                  <a:cubicBezTo>
                    <a:pt x="67" y="658"/>
                    <a:pt x="67" y="658"/>
                    <a:pt x="67" y="658"/>
                  </a:cubicBezTo>
                  <a:cubicBezTo>
                    <a:pt x="67" y="693"/>
                    <a:pt x="51" y="699"/>
                    <a:pt x="32" y="719"/>
                  </a:cubicBezTo>
                  <a:cubicBezTo>
                    <a:pt x="12" y="738"/>
                    <a:pt x="0" y="766"/>
                    <a:pt x="0" y="796"/>
                  </a:cubicBezTo>
                  <a:cubicBezTo>
                    <a:pt x="0" y="856"/>
                    <a:pt x="49" y="905"/>
                    <a:pt x="109" y="905"/>
                  </a:cubicBezTo>
                  <a:cubicBezTo>
                    <a:pt x="169" y="905"/>
                    <a:pt x="218" y="856"/>
                    <a:pt x="218" y="796"/>
                  </a:cubicBezTo>
                  <a:cubicBezTo>
                    <a:pt x="218" y="766"/>
                    <a:pt x="206" y="738"/>
                    <a:pt x="186" y="719"/>
                  </a:cubicBezTo>
                  <a:close/>
                </a:path>
              </a:pathLst>
            </a:custGeom>
            <a:solidFill>
              <a:schemeClr val="accent4"/>
            </a:solidFill>
            <a:ln>
              <a:noFill/>
            </a:ln>
            <a:effectLst>
              <a:outerShdw blurRad="317500" dist="38100" dir="16200000" sx="97000" sy="97000" algn="ctr" rotWithShape="0">
                <a:prstClr val="black">
                  <a:alpha val="35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Oval 14">
              <a:extLst>
                <a:ext uri="{FF2B5EF4-FFF2-40B4-BE49-F238E27FC236}">
                  <a16:creationId xmlns:a16="http://schemas.microsoft.com/office/drawing/2014/main" id="{A9EEDB75-70F2-460C-FBCE-8C9538BE67AC}"/>
                </a:ext>
              </a:extLst>
            </p:cNvPr>
            <p:cNvSpPr/>
            <p:nvPr/>
          </p:nvSpPr>
          <p:spPr>
            <a:xfrm>
              <a:off x="4389355" y="32624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BD042C3-71B5-AEBD-2631-A22ACD341292}"/>
                </a:ext>
              </a:extLst>
            </p:cNvPr>
            <p:cNvSpPr/>
            <p:nvPr/>
          </p:nvSpPr>
          <p:spPr>
            <a:xfrm>
              <a:off x="5774570" y="3706298"/>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D511DF2-62CE-6AE7-768C-04430D50933D}"/>
                </a:ext>
              </a:extLst>
            </p:cNvPr>
            <p:cNvSpPr/>
            <p:nvPr/>
          </p:nvSpPr>
          <p:spPr>
            <a:xfrm>
              <a:off x="7159785" y="32624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5D9837F-355B-01F8-6280-6E11C9595064}"/>
                </a:ext>
              </a:extLst>
            </p:cNvPr>
            <p:cNvSpPr/>
            <p:nvPr/>
          </p:nvSpPr>
          <p:spPr>
            <a:xfrm>
              <a:off x="8036615" y="20707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6817ACE-4B7C-2467-664D-7E14B0634E63}"/>
                </a:ext>
              </a:extLst>
            </p:cNvPr>
            <p:cNvSpPr/>
            <p:nvPr/>
          </p:nvSpPr>
          <p:spPr>
            <a:xfrm>
              <a:off x="3512525" y="20707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21" name="Text Placeholder 51">
            <a:extLst>
              <a:ext uri="{FF2B5EF4-FFF2-40B4-BE49-F238E27FC236}">
                <a16:creationId xmlns:a16="http://schemas.microsoft.com/office/drawing/2014/main" id="{4EAA4D26-ACA4-CCC1-1FFE-712431A571F2}"/>
              </a:ext>
            </a:extLst>
          </p:cNvPr>
          <p:cNvSpPr>
            <a:spLocks noGrp="1"/>
          </p:cNvSpPr>
          <p:nvPr>
            <p:ph type="body" sz="quarter" idx="53"/>
          </p:nvPr>
        </p:nvSpPr>
        <p:spPr>
          <a:xfrm>
            <a:off x="9105867" y="1577488"/>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2" name="Text Placeholder 51">
            <a:extLst>
              <a:ext uri="{FF2B5EF4-FFF2-40B4-BE49-F238E27FC236}">
                <a16:creationId xmlns:a16="http://schemas.microsoft.com/office/drawing/2014/main" id="{1E330FCF-48A2-B2DB-F4AF-CB3AFEA2E43F}"/>
              </a:ext>
            </a:extLst>
          </p:cNvPr>
          <p:cNvSpPr>
            <a:spLocks noGrp="1"/>
          </p:cNvSpPr>
          <p:nvPr>
            <p:ph type="body" sz="quarter" idx="54"/>
          </p:nvPr>
        </p:nvSpPr>
        <p:spPr>
          <a:xfrm>
            <a:off x="8320873" y="3596807"/>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3" name="Text Placeholder 51">
            <a:extLst>
              <a:ext uri="{FF2B5EF4-FFF2-40B4-BE49-F238E27FC236}">
                <a16:creationId xmlns:a16="http://schemas.microsoft.com/office/drawing/2014/main" id="{B4C72ECE-6DEE-1381-5DF8-C7AD15BE80E0}"/>
              </a:ext>
            </a:extLst>
          </p:cNvPr>
          <p:cNvSpPr>
            <a:spLocks noGrp="1"/>
          </p:cNvSpPr>
          <p:nvPr>
            <p:ph type="body" sz="quarter" idx="55"/>
          </p:nvPr>
        </p:nvSpPr>
        <p:spPr>
          <a:xfrm>
            <a:off x="4665763" y="4961544"/>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4" name="Text Placeholder 51">
            <a:extLst>
              <a:ext uri="{FF2B5EF4-FFF2-40B4-BE49-F238E27FC236}">
                <a16:creationId xmlns:a16="http://schemas.microsoft.com/office/drawing/2014/main" id="{91BE9D5A-A620-D643-4E5B-2D4CCA861331}"/>
              </a:ext>
            </a:extLst>
          </p:cNvPr>
          <p:cNvSpPr>
            <a:spLocks noGrp="1"/>
          </p:cNvSpPr>
          <p:nvPr>
            <p:ph type="body" sz="quarter" idx="56"/>
          </p:nvPr>
        </p:nvSpPr>
        <p:spPr>
          <a:xfrm>
            <a:off x="960018" y="3596807"/>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5" name="Text Placeholder 51">
            <a:extLst>
              <a:ext uri="{FF2B5EF4-FFF2-40B4-BE49-F238E27FC236}">
                <a16:creationId xmlns:a16="http://schemas.microsoft.com/office/drawing/2014/main" id="{5E378607-6586-C90D-E278-50A1985B49AE}"/>
              </a:ext>
            </a:extLst>
          </p:cNvPr>
          <p:cNvSpPr>
            <a:spLocks noGrp="1"/>
          </p:cNvSpPr>
          <p:nvPr>
            <p:ph type="body" sz="quarter" idx="57"/>
          </p:nvPr>
        </p:nvSpPr>
        <p:spPr>
          <a:xfrm>
            <a:off x="225659" y="1582634"/>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6" name="Picture Placeholder 23">
            <a:extLst>
              <a:ext uri="{FF2B5EF4-FFF2-40B4-BE49-F238E27FC236}">
                <a16:creationId xmlns:a16="http://schemas.microsoft.com/office/drawing/2014/main" id="{B203593D-A2D2-1EB4-CE15-9552C5AF3D49}"/>
              </a:ext>
            </a:extLst>
          </p:cNvPr>
          <p:cNvSpPr>
            <a:spLocks noGrp="1" noChangeAspect="1"/>
          </p:cNvSpPr>
          <p:nvPr>
            <p:ph type="pic" sz="quarter" idx="50"/>
          </p:nvPr>
        </p:nvSpPr>
        <p:spPr>
          <a:xfrm>
            <a:off x="3617660" y="2329759"/>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7" name="Picture Placeholder 23">
            <a:extLst>
              <a:ext uri="{FF2B5EF4-FFF2-40B4-BE49-F238E27FC236}">
                <a16:creationId xmlns:a16="http://schemas.microsoft.com/office/drawing/2014/main" id="{C7F6E2F3-E7C3-B870-77C3-BC095CA90729}"/>
              </a:ext>
            </a:extLst>
          </p:cNvPr>
          <p:cNvSpPr>
            <a:spLocks noGrp="1" noChangeAspect="1"/>
          </p:cNvSpPr>
          <p:nvPr>
            <p:ph type="pic" sz="quarter" idx="58"/>
          </p:nvPr>
        </p:nvSpPr>
        <p:spPr>
          <a:xfrm>
            <a:off x="4477971" y="3501929"/>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D34D6AC3-D819-D516-E776-26F6AF899D23}"/>
              </a:ext>
            </a:extLst>
          </p:cNvPr>
          <p:cNvSpPr>
            <a:spLocks noGrp="1" noChangeAspect="1"/>
          </p:cNvSpPr>
          <p:nvPr>
            <p:ph type="pic" sz="quarter" idx="59"/>
          </p:nvPr>
        </p:nvSpPr>
        <p:spPr>
          <a:xfrm>
            <a:off x="5868597" y="3968897"/>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9" name="Picture Placeholder 23">
            <a:extLst>
              <a:ext uri="{FF2B5EF4-FFF2-40B4-BE49-F238E27FC236}">
                <a16:creationId xmlns:a16="http://schemas.microsoft.com/office/drawing/2014/main" id="{1C217E26-3349-4DB9-7981-789DDC02D8C5}"/>
              </a:ext>
            </a:extLst>
          </p:cNvPr>
          <p:cNvSpPr>
            <a:spLocks noGrp="1" noChangeAspect="1"/>
          </p:cNvSpPr>
          <p:nvPr>
            <p:ph type="pic" sz="quarter" idx="60"/>
          </p:nvPr>
        </p:nvSpPr>
        <p:spPr>
          <a:xfrm>
            <a:off x="7261520" y="3518344"/>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484F46DA-4DFA-276B-414F-0760C38D564C}"/>
              </a:ext>
            </a:extLst>
          </p:cNvPr>
          <p:cNvSpPr>
            <a:spLocks noGrp="1" noChangeAspect="1"/>
          </p:cNvSpPr>
          <p:nvPr>
            <p:ph type="pic" sz="quarter" idx="61"/>
          </p:nvPr>
        </p:nvSpPr>
        <p:spPr>
          <a:xfrm>
            <a:off x="8146326" y="2319455"/>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24096345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Infog_45">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2" name="Group 1">
            <a:extLst>
              <a:ext uri="{FF2B5EF4-FFF2-40B4-BE49-F238E27FC236}">
                <a16:creationId xmlns:a16="http://schemas.microsoft.com/office/drawing/2014/main" id="{B5CF9768-9E59-C5B9-6A12-46BDC7E4E71A}"/>
              </a:ext>
            </a:extLst>
          </p:cNvPr>
          <p:cNvGrpSpPr/>
          <p:nvPr/>
        </p:nvGrpSpPr>
        <p:grpSpPr>
          <a:xfrm flipV="1">
            <a:off x="3217334" y="2270500"/>
            <a:ext cx="5757334" cy="4587500"/>
            <a:chOff x="3217334" y="0"/>
            <a:chExt cx="5757334" cy="4587500"/>
          </a:xfrm>
        </p:grpSpPr>
        <p:sp>
          <p:nvSpPr>
            <p:cNvPr id="5" name="Freeform 5">
              <a:extLst>
                <a:ext uri="{FF2B5EF4-FFF2-40B4-BE49-F238E27FC236}">
                  <a16:creationId xmlns:a16="http://schemas.microsoft.com/office/drawing/2014/main" id="{E397CD66-B5CB-9285-4BC6-741F045D8AB6}"/>
                </a:ext>
              </a:extLst>
            </p:cNvPr>
            <p:cNvSpPr>
              <a:spLocks/>
            </p:cNvSpPr>
            <p:nvPr/>
          </p:nvSpPr>
          <p:spPr bwMode="auto">
            <a:xfrm>
              <a:off x="6739956" y="0"/>
              <a:ext cx="2234712" cy="3017517"/>
            </a:xfrm>
            <a:custGeom>
              <a:avLst/>
              <a:gdLst>
                <a:gd name="T0" fmla="*/ 352 w 441"/>
                <a:gd name="T1" fmla="*/ 369 h 595"/>
                <a:gd name="T2" fmla="*/ 269 w 441"/>
                <a:gd name="T3" fmla="*/ 377 h 595"/>
                <a:gd name="T4" fmla="*/ 200 w 441"/>
                <a:gd name="T5" fmla="*/ 392 h 595"/>
                <a:gd name="T6" fmla="*/ 100 w 441"/>
                <a:gd name="T7" fmla="*/ 360 h 595"/>
                <a:gd name="T8" fmla="*/ 84 w 441"/>
                <a:gd name="T9" fmla="*/ 335 h 595"/>
                <a:gd name="T10" fmla="*/ 84 w 441"/>
                <a:gd name="T11" fmla="*/ 0 h 595"/>
                <a:gd name="T12" fmla="*/ 0 w 441"/>
                <a:gd name="T13" fmla="*/ 0 h 595"/>
                <a:gd name="T14" fmla="*/ 0 w 441"/>
                <a:gd name="T15" fmla="*/ 386 h 595"/>
                <a:gd name="T16" fmla="*/ 25 w 441"/>
                <a:gd name="T17" fmla="*/ 425 h 595"/>
                <a:gd name="T18" fmla="*/ 177 w 441"/>
                <a:gd name="T19" fmla="*/ 473 h 595"/>
                <a:gd name="T20" fmla="*/ 223 w 441"/>
                <a:gd name="T21" fmla="*/ 524 h 595"/>
                <a:gd name="T22" fmla="*/ 287 w 441"/>
                <a:gd name="T23" fmla="*/ 577 h 595"/>
                <a:gd name="T24" fmla="*/ 424 w 441"/>
                <a:gd name="T25" fmla="*/ 506 h 595"/>
                <a:gd name="T26" fmla="*/ 352 w 441"/>
                <a:gd name="T27" fmla="*/ 369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1" h="595">
                  <a:moveTo>
                    <a:pt x="352" y="369"/>
                  </a:moveTo>
                  <a:cubicBezTo>
                    <a:pt x="323" y="360"/>
                    <a:pt x="294" y="364"/>
                    <a:pt x="269" y="377"/>
                  </a:cubicBezTo>
                  <a:cubicBezTo>
                    <a:pt x="245" y="389"/>
                    <a:pt x="234" y="402"/>
                    <a:pt x="200" y="392"/>
                  </a:cubicBezTo>
                  <a:cubicBezTo>
                    <a:pt x="100" y="360"/>
                    <a:pt x="100" y="360"/>
                    <a:pt x="100" y="360"/>
                  </a:cubicBezTo>
                  <a:cubicBezTo>
                    <a:pt x="85" y="356"/>
                    <a:pt x="84" y="346"/>
                    <a:pt x="84" y="335"/>
                  </a:cubicBezTo>
                  <a:cubicBezTo>
                    <a:pt x="84" y="0"/>
                    <a:pt x="84" y="0"/>
                    <a:pt x="84" y="0"/>
                  </a:cubicBezTo>
                  <a:cubicBezTo>
                    <a:pt x="0" y="0"/>
                    <a:pt x="0" y="0"/>
                    <a:pt x="0" y="0"/>
                  </a:cubicBezTo>
                  <a:cubicBezTo>
                    <a:pt x="0" y="386"/>
                    <a:pt x="0" y="386"/>
                    <a:pt x="0" y="386"/>
                  </a:cubicBezTo>
                  <a:cubicBezTo>
                    <a:pt x="0" y="405"/>
                    <a:pt x="7" y="419"/>
                    <a:pt x="25" y="425"/>
                  </a:cubicBezTo>
                  <a:cubicBezTo>
                    <a:pt x="177" y="473"/>
                    <a:pt x="177" y="473"/>
                    <a:pt x="177" y="473"/>
                  </a:cubicBezTo>
                  <a:cubicBezTo>
                    <a:pt x="209" y="483"/>
                    <a:pt x="211" y="500"/>
                    <a:pt x="223" y="524"/>
                  </a:cubicBezTo>
                  <a:cubicBezTo>
                    <a:pt x="236" y="548"/>
                    <a:pt x="258" y="568"/>
                    <a:pt x="287" y="577"/>
                  </a:cubicBezTo>
                  <a:cubicBezTo>
                    <a:pt x="344" y="595"/>
                    <a:pt x="406" y="563"/>
                    <a:pt x="424" y="506"/>
                  </a:cubicBezTo>
                  <a:cubicBezTo>
                    <a:pt x="441" y="448"/>
                    <a:pt x="409" y="387"/>
                    <a:pt x="352" y="369"/>
                  </a:cubicBezTo>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9">
              <a:extLst>
                <a:ext uri="{FF2B5EF4-FFF2-40B4-BE49-F238E27FC236}">
                  <a16:creationId xmlns:a16="http://schemas.microsoft.com/office/drawing/2014/main" id="{478CA26D-8BA9-361C-C0E2-8DC7A1A5DE47}"/>
                </a:ext>
              </a:extLst>
            </p:cNvPr>
            <p:cNvSpPr>
              <a:spLocks/>
            </p:cNvSpPr>
            <p:nvPr/>
          </p:nvSpPr>
          <p:spPr bwMode="auto">
            <a:xfrm>
              <a:off x="6309195" y="0"/>
              <a:ext cx="1779898" cy="4198284"/>
            </a:xfrm>
            <a:custGeom>
              <a:avLst/>
              <a:gdLst>
                <a:gd name="T0" fmla="*/ 308 w 351"/>
                <a:gd name="T1" fmla="*/ 631 h 828"/>
                <a:gd name="T2" fmla="*/ 231 w 351"/>
                <a:gd name="T3" fmla="*/ 599 h 828"/>
                <a:gd name="T4" fmla="*/ 218 w 351"/>
                <a:gd name="T5" fmla="*/ 600 h 828"/>
                <a:gd name="T6" fmla="*/ 164 w 351"/>
                <a:gd name="T7" fmla="*/ 581 h 828"/>
                <a:gd name="T8" fmla="*/ 164 w 351"/>
                <a:gd name="T9" fmla="*/ 581 h 828"/>
                <a:gd name="T10" fmla="*/ 101 w 351"/>
                <a:gd name="T11" fmla="*/ 518 h 828"/>
                <a:gd name="T12" fmla="*/ 101 w 351"/>
                <a:gd name="T13" fmla="*/ 518 h 828"/>
                <a:gd name="T14" fmla="*/ 85 w 351"/>
                <a:gd name="T15" fmla="*/ 479 h 828"/>
                <a:gd name="T16" fmla="*/ 85 w 351"/>
                <a:gd name="T17" fmla="*/ 0 h 828"/>
                <a:gd name="T18" fmla="*/ 0 w 351"/>
                <a:gd name="T19" fmla="*/ 0 h 828"/>
                <a:gd name="T20" fmla="*/ 0 w 351"/>
                <a:gd name="T21" fmla="*/ 520 h 828"/>
                <a:gd name="T22" fmla="*/ 33 w 351"/>
                <a:gd name="T23" fmla="*/ 569 h 828"/>
                <a:gd name="T24" fmla="*/ 104 w 351"/>
                <a:gd name="T25" fmla="*/ 640 h 828"/>
                <a:gd name="T26" fmla="*/ 122 w 351"/>
                <a:gd name="T27" fmla="*/ 708 h 828"/>
                <a:gd name="T28" fmla="*/ 154 w 351"/>
                <a:gd name="T29" fmla="*/ 785 h 828"/>
                <a:gd name="T30" fmla="*/ 308 w 351"/>
                <a:gd name="T31" fmla="*/ 785 h 828"/>
                <a:gd name="T32" fmla="*/ 308 w 351"/>
                <a:gd name="T33" fmla="*/ 631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1" h="828">
                  <a:moveTo>
                    <a:pt x="308" y="631"/>
                  </a:moveTo>
                  <a:cubicBezTo>
                    <a:pt x="287" y="610"/>
                    <a:pt x="259" y="599"/>
                    <a:pt x="231" y="599"/>
                  </a:cubicBezTo>
                  <a:cubicBezTo>
                    <a:pt x="227" y="599"/>
                    <a:pt x="222" y="599"/>
                    <a:pt x="218" y="600"/>
                  </a:cubicBezTo>
                  <a:cubicBezTo>
                    <a:pt x="199" y="600"/>
                    <a:pt x="184" y="601"/>
                    <a:pt x="164" y="581"/>
                  </a:cubicBezTo>
                  <a:cubicBezTo>
                    <a:pt x="164" y="581"/>
                    <a:pt x="164" y="581"/>
                    <a:pt x="164" y="581"/>
                  </a:cubicBezTo>
                  <a:cubicBezTo>
                    <a:pt x="101" y="518"/>
                    <a:pt x="101" y="518"/>
                    <a:pt x="101" y="518"/>
                  </a:cubicBezTo>
                  <a:cubicBezTo>
                    <a:pt x="101" y="518"/>
                    <a:pt x="101" y="518"/>
                    <a:pt x="101" y="518"/>
                  </a:cubicBezTo>
                  <a:cubicBezTo>
                    <a:pt x="85" y="502"/>
                    <a:pt x="85" y="497"/>
                    <a:pt x="85" y="479"/>
                  </a:cubicBezTo>
                  <a:cubicBezTo>
                    <a:pt x="85" y="0"/>
                    <a:pt x="85" y="0"/>
                    <a:pt x="85" y="0"/>
                  </a:cubicBezTo>
                  <a:cubicBezTo>
                    <a:pt x="0" y="0"/>
                    <a:pt x="0" y="0"/>
                    <a:pt x="0" y="0"/>
                  </a:cubicBezTo>
                  <a:cubicBezTo>
                    <a:pt x="0" y="520"/>
                    <a:pt x="0" y="520"/>
                    <a:pt x="0" y="520"/>
                  </a:cubicBezTo>
                  <a:cubicBezTo>
                    <a:pt x="0" y="539"/>
                    <a:pt x="17" y="553"/>
                    <a:pt x="33" y="569"/>
                  </a:cubicBezTo>
                  <a:cubicBezTo>
                    <a:pt x="104" y="640"/>
                    <a:pt x="104" y="640"/>
                    <a:pt x="104" y="640"/>
                  </a:cubicBezTo>
                  <a:cubicBezTo>
                    <a:pt x="129" y="665"/>
                    <a:pt x="122" y="681"/>
                    <a:pt x="122" y="708"/>
                  </a:cubicBezTo>
                  <a:cubicBezTo>
                    <a:pt x="122" y="736"/>
                    <a:pt x="133" y="764"/>
                    <a:pt x="154" y="785"/>
                  </a:cubicBezTo>
                  <a:cubicBezTo>
                    <a:pt x="197" y="828"/>
                    <a:pt x="266" y="828"/>
                    <a:pt x="308" y="785"/>
                  </a:cubicBezTo>
                  <a:cubicBezTo>
                    <a:pt x="351" y="743"/>
                    <a:pt x="351" y="674"/>
                    <a:pt x="308" y="631"/>
                  </a:cubicBezTo>
                </a:path>
              </a:pathLst>
            </a:custGeom>
            <a:solidFill>
              <a:schemeClr val="accent1">
                <a:lumMod val="60000"/>
                <a:lumOff val="40000"/>
              </a:schemeClr>
            </a:solidFill>
            <a:ln>
              <a:noFill/>
            </a:ln>
            <a:effectLst>
              <a:outerShdw blurRad="317500" dist="114300" dir="3300000" sx="95000" sy="95000" algn="tl" rotWithShape="0">
                <a:srgbClr val="000000">
                  <a:alpha val="35000"/>
                </a:srgb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11">
              <a:extLst>
                <a:ext uri="{FF2B5EF4-FFF2-40B4-BE49-F238E27FC236}">
                  <a16:creationId xmlns:a16="http://schemas.microsoft.com/office/drawing/2014/main" id="{C337A4F2-D47E-75FF-3EBF-669E2DEE52C1}"/>
                </a:ext>
              </a:extLst>
            </p:cNvPr>
            <p:cNvSpPr>
              <a:spLocks/>
            </p:cNvSpPr>
            <p:nvPr/>
          </p:nvSpPr>
          <p:spPr bwMode="auto">
            <a:xfrm>
              <a:off x="3217334" y="0"/>
              <a:ext cx="2234712" cy="3017517"/>
            </a:xfrm>
            <a:custGeom>
              <a:avLst/>
              <a:gdLst>
                <a:gd name="T0" fmla="*/ 357 w 441"/>
                <a:gd name="T1" fmla="*/ 0 h 595"/>
                <a:gd name="T2" fmla="*/ 357 w 441"/>
                <a:gd name="T3" fmla="*/ 335 h 595"/>
                <a:gd name="T4" fmla="*/ 341 w 441"/>
                <a:gd name="T5" fmla="*/ 360 h 595"/>
                <a:gd name="T6" fmla="*/ 241 w 441"/>
                <a:gd name="T7" fmla="*/ 392 h 595"/>
                <a:gd name="T8" fmla="*/ 172 w 441"/>
                <a:gd name="T9" fmla="*/ 377 h 595"/>
                <a:gd name="T10" fmla="*/ 89 w 441"/>
                <a:gd name="T11" fmla="*/ 369 h 595"/>
                <a:gd name="T12" fmla="*/ 18 w 441"/>
                <a:gd name="T13" fmla="*/ 506 h 595"/>
                <a:gd name="T14" fmla="*/ 154 w 441"/>
                <a:gd name="T15" fmla="*/ 577 h 595"/>
                <a:gd name="T16" fmla="*/ 218 w 441"/>
                <a:gd name="T17" fmla="*/ 524 h 595"/>
                <a:gd name="T18" fmla="*/ 264 w 441"/>
                <a:gd name="T19" fmla="*/ 473 h 595"/>
                <a:gd name="T20" fmla="*/ 416 w 441"/>
                <a:gd name="T21" fmla="*/ 425 h 595"/>
                <a:gd name="T22" fmla="*/ 441 w 441"/>
                <a:gd name="T23" fmla="*/ 386 h 595"/>
                <a:gd name="T24" fmla="*/ 441 w 441"/>
                <a:gd name="T25" fmla="*/ 0 h 595"/>
                <a:gd name="T26" fmla="*/ 357 w 441"/>
                <a:gd name="T27" fmla="*/ 0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1" h="595">
                  <a:moveTo>
                    <a:pt x="357" y="0"/>
                  </a:moveTo>
                  <a:cubicBezTo>
                    <a:pt x="357" y="335"/>
                    <a:pt x="357" y="335"/>
                    <a:pt x="357" y="335"/>
                  </a:cubicBezTo>
                  <a:cubicBezTo>
                    <a:pt x="357" y="346"/>
                    <a:pt x="356" y="356"/>
                    <a:pt x="341" y="360"/>
                  </a:cubicBezTo>
                  <a:cubicBezTo>
                    <a:pt x="241" y="392"/>
                    <a:pt x="241" y="392"/>
                    <a:pt x="241" y="392"/>
                  </a:cubicBezTo>
                  <a:cubicBezTo>
                    <a:pt x="207" y="402"/>
                    <a:pt x="196" y="389"/>
                    <a:pt x="172" y="377"/>
                  </a:cubicBezTo>
                  <a:cubicBezTo>
                    <a:pt x="147" y="364"/>
                    <a:pt x="118" y="360"/>
                    <a:pt x="89" y="369"/>
                  </a:cubicBezTo>
                  <a:cubicBezTo>
                    <a:pt x="32" y="387"/>
                    <a:pt x="0" y="448"/>
                    <a:pt x="18" y="506"/>
                  </a:cubicBezTo>
                  <a:cubicBezTo>
                    <a:pt x="35" y="563"/>
                    <a:pt x="97" y="595"/>
                    <a:pt x="154" y="577"/>
                  </a:cubicBezTo>
                  <a:cubicBezTo>
                    <a:pt x="183" y="568"/>
                    <a:pt x="205" y="548"/>
                    <a:pt x="218" y="524"/>
                  </a:cubicBezTo>
                  <a:cubicBezTo>
                    <a:pt x="231" y="500"/>
                    <a:pt x="233" y="483"/>
                    <a:pt x="264" y="473"/>
                  </a:cubicBezTo>
                  <a:cubicBezTo>
                    <a:pt x="416" y="425"/>
                    <a:pt x="416" y="425"/>
                    <a:pt x="416" y="425"/>
                  </a:cubicBezTo>
                  <a:cubicBezTo>
                    <a:pt x="435" y="419"/>
                    <a:pt x="441" y="405"/>
                    <a:pt x="441" y="386"/>
                  </a:cubicBezTo>
                  <a:cubicBezTo>
                    <a:pt x="441" y="0"/>
                    <a:pt x="441" y="0"/>
                    <a:pt x="441" y="0"/>
                  </a:cubicBezTo>
                  <a:cubicBezTo>
                    <a:pt x="357" y="0"/>
                    <a:pt x="357" y="0"/>
                    <a:pt x="357" y="0"/>
                  </a:cubicBezTo>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15">
              <a:extLst>
                <a:ext uri="{FF2B5EF4-FFF2-40B4-BE49-F238E27FC236}">
                  <a16:creationId xmlns:a16="http://schemas.microsoft.com/office/drawing/2014/main" id="{23D77ABA-9580-571C-D72E-A439648E3B58}"/>
                </a:ext>
              </a:extLst>
            </p:cNvPr>
            <p:cNvSpPr>
              <a:spLocks/>
            </p:cNvSpPr>
            <p:nvPr/>
          </p:nvSpPr>
          <p:spPr bwMode="auto">
            <a:xfrm>
              <a:off x="4105096" y="0"/>
              <a:ext cx="1777712" cy="4198284"/>
            </a:xfrm>
            <a:custGeom>
              <a:avLst/>
              <a:gdLst>
                <a:gd name="T0" fmla="*/ 266 w 351"/>
                <a:gd name="T1" fmla="*/ 0 h 828"/>
                <a:gd name="T2" fmla="*/ 266 w 351"/>
                <a:gd name="T3" fmla="*/ 479 h 828"/>
                <a:gd name="T4" fmla="*/ 250 w 351"/>
                <a:gd name="T5" fmla="*/ 518 h 828"/>
                <a:gd name="T6" fmla="*/ 187 w 351"/>
                <a:gd name="T7" fmla="*/ 581 h 828"/>
                <a:gd name="T8" fmla="*/ 133 w 351"/>
                <a:gd name="T9" fmla="*/ 600 h 828"/>
                <a:gd name="T10" fmla="*/ 120 w 351"/>
                <a:gd name="T11" fmla="*/ 599 h 828"/>
                <a:gd name="T12" fmla="*/ 43 w 351"/>
                <a:gd name="T13" fmla="*/ 631 h 828"/>
                <a:gd name="T14" fmla="*/ 43 w 351"/>
                <a:gd name="T15" fmla="*/ 785 h 828"/>
                <a:gd name="T16" fmla="*/ 197 w 351"/>
                <a:gd name="T17" fmla="*/ 785 h 828"/>
                <a:gd name="T18" fmla="*/ 229 w 351"/>
                <a:gd name="T19" fmla="*/ 708 h 828"/>
                <a:gd name="T20" fmla="*/ 247 w 351"/>
                <a:gd name="T21" fmla="*/ 640 h 828"/>
                <a:gd name="T22" fmla="*/ 318 w 351"/>
                <a:gd name="T23" fmla="*/ 569 h 828"/>
                <a:gd name="T24" fmla="*/ 351 w 351"/>
                <a:gd name="T25" fmla="*/ 520 h 828"/>
                <a:gd name="T26" fmla="*/ 351 w 351"/>
                <a:gd name="T27" fmla="*/ 0 h 828"/>
                <a:gd name="T28" fmla="*/ 266 w 351"/>
                <a:gd name="T29" fmla="*/ 0 h 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1" h="828">
                  <a:moveTo>
                    <a:pt x="266" y="0"/>
                  </a:moveTo>
                  <a:cubicBezTo>
                    <a:pt x="266" y="479"/>
                    <a:pt x="266" y="479"/>
                    <a:pt x="266" y="479"/>
                  </a:cubicBezTo>
                  <a:cubicBezTo>
                    <a:pt x="266" y="497"/>
                    <a:pt x="266" y="502"/>
                    <a:pt x="250" y="518"/>
                  </a:cubicBezTo>
                  <a:cubicBezTo>
                    <a:pt x="187" y="581"/>
                    <a:pt x="187" y="581"/>
                    <a:pt x="187" y="581"/>
                  </a:cubicBezTo>
                  <a:cubicBezTo>
                    <a:pt x="167" y="601"/>
                    <a:pt x="153" y="600"/>
                    <a:pt x="133" y="600"/>
                  </a:cubicBezTo>
                  <a:cubicBezTo>
                    <a:pt x="129" y="599"/>
                    <a:pt x="124" y="599"/>
                    <a:pt x="120" y="599"/>
                  </a:cubicBezTo>
                  <a:cubicBezTo>
                    <a:pt x="92" y="599"/>
                    <a:pt x="64" y="610"/>
                    <a:pt x="43" y="631"/>
                  </a:cubicBezTo>
                  <a:cubicBezTo>
                    <a:pt x="0" y="674"/>
                    <a:pt x="0" y="743"/>
                    <a:pt x="43" y="785"/>
                  </a:cubicBezTo>
                  <a:cubicBezTo>
                    <a:pt x="85" y="828"/>
                    <a:pt x="154" y="828"/>
                    <a:pt x="197" y="785"/>
                  </a:cubicBezTo>
                  <a:cubicBezTo>
                    <a:pt x="218" y="764"/>
                    <a:pt x="229" y="736"/>
                    <a:pt x="229" y="708"/>
                  </a:cubicBezTo>
                  <a:cubicBezTo>
                    <a:pt x="229" y="681"/>
                    <a:pt x="223" y="665"/>
                    <a:pt x="247" y="640"/>
                  </a:cubicBezTo>
                  <a:cubicBezTo>
                    <a:pt x="318" y="569"/>
                    <a:pt x="318" y="569"/>
                    <a:pt x="318" y="569"/>
                  </a:cubicBezTo>
                  <a:cubicBezTo>
                    <a:pt x="334" y="553"/>
                    <a:pt x="351" y="539"/>
                    <a:pt x="351" y="520"/>
                  </a:cubicBezTo>
                  <a:cubicBezTo>
                    <a:pt x="351" y="0"/>
                    <a:pt x="351" y="0"/>
                    <a:pt x="351" y="0"/>
                  </a:cubicBezTo>
                  <a:cubicBezTo>
                    <a:pt x="266" y="0"/>
                    <a:pt x="266" y="0"/>
                    <a:pt x="266" y="0"/>
                  </a:cubicBezTo>
                </a:path>
              </a:pathLst>
            </a:custGeom>
            <a:solidFill>
              <a:schemeClr val="accent2"/>
            </a:solidFill>
            <a:ln>
              <a:noFill/>
            </a:ln>
            <a:effectLst>
              <a:outerShdw blurRad="317500" dist="50800" dir="11760000" sx="95000" sy="95000" algn="ctr" rotWithShape="0">
                <a:prstClr val="black">
                  <a:alpha val="35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
              <a:extLst>
                <a:ext uri="{FF2B5EF4-FFF2-40B4-BE49-F238E27FC236}">
                  <a16:creationId xmlns:a16="http://schemas.microsoft.com/office/drawing/2014/main" id="{B2053979-BE33-E690-5C14-A8A998BF710D}"/>
                </a:ext>
              </a:extLst>
            </p:cNvPr>
            <p:cNvSpPr>
              <a:spLocks/>
            </p:cNvSpPr>
            <p:nvPr/>
          </p:nvSpPr>
          <p:spPr bwMode="auto">
            <a:xfrm>
              <a:off x="5543883" y="0"/>
              <a:ext cx="1104237" cy="4587500"/>
            </a:xfrm>
            <a:custGeom>
              <a:avLst/>
              <a:gdLst>
                <a:gd name="T0" fmla="*/ 186 w 218"/>
                <a:gd name="T1" fmla="*/ 719 h 905"/>
                <a:gd name="T2" fmla="*/ 151 w 218"/>
                <a:gd name="T3" fmla="*/ 658 h 905"/>
                <a:gd name="T4" fmla="*/ 151 w 218"/>
                <a:gd name="T5" fmla="*/ 0 h 905"/>
                <a:gd name="T6" fmla="*/ 67 w 218"/>
                <a:gd name="T7" fmla="*/ 0 h 905"/>
                <a:gd name="T8" fmla="*/ 67 w 218"/>
                <a:gd name="T9" fmla="*/ 658 h 905"/>
                <a:gd name="T10" fmla="*/ 32 w 218"/>
                <a:gd name="T11" fmla="*/ 719 h 905"/>
                <a:gd name="T12" fmla="*/ 0 w 218"/>
                <a:gd name="T13" fmla="*/ 796 h 905"/>
                <a:gd name="T14" fmla="*/ 109 w 218"/>
                <a:gd name="T15" fmla="*/ 905 h 905"/>
                <a:gd name="T16" fmla="*/ 218 w 218"/>
                <a:gd name="T17" fmla="*/ 796 h 905"/>
                <a:gd name="T18" fmla="*/ 186 w 218"/>
                <a:gd name="T19" fmla="*/ 719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8" h="905">
                  <a:moveTo>
                    <a:pt x="186" y="719"/>
                  </a:moveTo>
                  <a:cubicBezTo>
                    <a:pt x="167" y="699"/>
                    <a:pt x="151" y="693"/>
                    <a:pt x="151" y="658"/>
                  </a:cubicBezTo>
                  <a:cubicBezTo>
                    <a:pt x="151" y="0"/>
                    <a:pt x="151" y="0"/>
                    <a:pt x="151" y="0"/>
                  </a:cubicBezTo>
                  <a:cubicBezTo>
                    <a:pt x="67" y="0"/>
                    <a:pt x="67" y="0"/>
                    <a:pt x="67" y="0"/>
                  </a:cubicBezTo>
                  <a:cubicBezTo>
                    <a:pt x="67" y="658"/>
                    <a:pt x="67" y="658"/>
                    <a:pt x="67" y="658"/>
                  </a:cubicBezTo>
                  <a:cubicBezTo>
                    <a:pt x="67" y="693"/>
                    <a:pt x="51" y="699"/>
                    <a:pt x="32" y="719"/>
                  </a:cubicBezTo>
                  <a:cubicBezTo>
                    <a:pt x="12" y="738"/>
                    <a:pt x="0" y="766"/>
                    <a:pt x="0" y="796"/>
                  </a:cubicBezTo>
                  <a:cubicBezTo>
                    <a:pt x="0" y="856"/>
                    <a:pt x="49" y="905"/>
                    <a:pt x="109" y="905"/>
                  </a:cubicBezTo>
                  <a:cubicBezTo>
                    <a:pt x="169" y="905"/>
                    <a:pt x="218" y="856"/>
                    <a:pt x="218" y="796"/>
                  </a:cubicBezTo>
                  <a:cubicBezTo>
                    <a:pt x="218" y="766"/>
                    <a:pt x="206" y="738"/>
                    <a:pt x="186" y="719"/>
                  </a:cubicBezTo>
                  <a:close/>
                </a:path>
              </a:pathLst>
            </a:custGeom>
            <a:solidFill>
              <a:schemeClr val="accent4"/>
            </a:solidFill>
            <a:ln>
              <a:noFill/>
            </a:ln>
            <a:effectLst>
              <a:outerShdw blurRad="317500" dist="38100" dir="16200000" sx="97000" sy="97000" algn="ctr" rotWithShape="0">
                <a:prstClr val="black">
                  <a:alpha val="35000"/>
                </a:prstClr>
              </a:outerShdw>
            </a:effectLst>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Oval 14">
              <a:extLst>
                <a:ext uri="{FF2B5EF4-FFF2-40B4-BE49-F238E27FC236}">
                  <a16:creationId xmlns:a16="http://schemas.microsoft.com/office/drawing/2014/main" id="{0F76C318-1FE4-C072-E05B-752AE3499F86}"/>
                </a:ext>
              </a:extLst>
            </p:cNvPr>
            <p:cNvSpPr/>
            <p:nvPr/>
          </p:nvSpPr>
          <p:spPr>
            <a:xfrm>
              <a:off x="4389355" y="32624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3FC0B06-5F96-50CC-BD49-0F8C03AAF034}"/>
                </a:ext>
              </a:extLst>
            </p:cNvPr>
            <p:cNvSpPr/>
            <p:nvPr/>
          </p:nvSpPr>
          <p:spPr>
            <a:xfrm>
              <a:off x="5774570" y="3706298"/>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53A0902-39D7-3E08-3A33-65437E807B69}"/>
                </a:ext>
              </a:extLst>
            </p:cNvPr>
            <p:cNvSpPr/>
            <p:nvPr/>
          </p:nvSpPr>
          <p:spPr>
            <a:xfrm>
              <a:off x="7159785" y="32624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3152BDD-8871-5AC8-4DD6-405E3AB33D12}"/>
                </a:ext>
              </a:extLst>
            </p:cNvPr>
            <p:cNvSpPr/>
            <p:nvPr/>
          </p:nvSpPr>
          <p:spPr>
            <a:xfrm>
              <a:off x="8036615" y="20707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C2012AFF-146B-69C3-5C0C-7D34307DDADA}"/>
                </a:ext>
              </a:extLst>
            </p:cNvPr>
            <p:cNvSpPr/>
            <p:nvPr/>
          </p:nvSpPr>
          <p:spPr>
            <a:xfrm>
              <a:off x="3512525" y="2070717"/>
              <a:ext cx="649423" cy="649423"/>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1" name="Text Placeholder 51">
            <a:extLst>
              <a:ext uri="{FF2B5EF4-FFF2-40B4-BE49-F238E27FC236}">
                <a16:creationId xmlns:a16="http://schemas.microsoft.com/office/drawing/2014/main" id="{547520C8-627B-9068-2F14-AD3EBF1B5864}"/>
              </a:ext>
            </a:extLst>
          </p:cNvPr>
          <p:cNvSpPr>
            <a:spLocks noGrp="1"/>
          </p:cNvSpPr>
          <p:nvPr>
            <p:ph type="body" sz="quarter" idx="53"/>
          </p:nvPr>
        </p:nvSpPr>
        <p:spPr>
          <a:xfrm>
            <a:off x="9105867" y="2599255"/>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2" name="Text Placeholder 51">
            <a:extLst>
              <a:ext uri="{FF2B5EF4-FFF2-40B4-BE49-F238E27FC236}">
                <a16:creationId xmlns:a16="http://schemas.microsoft.com/office/drawing/2014/main" id="{3718AA36-769E-EF4A-86AE-DF3662EAB1A2}"/>
              </a:ext>
            </a:extLst>
          </p:cNvPr>
          <p:cNvSpPr>
            <a:spLocks noGrp="1"/>
          </p:cNvSpPr>
          <p:nvPr>
            <p:ph type="body" sz="quarter" idx="54"/>
          </p:nvPr>
        </p:nvSpPr>
        <p:spPr>
          <a:xfrm>
            <a:off x="9105867" y="4787283"/>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3" name="Text Placeholder 51">
            <a:extLst>
              <a:ext uri="{FF2B5EF4-FFF2-40B4-BE49-F238E27FC236}">
                <a16:creationId xmlns:a16="http://schemas.microsoft.com/office/drawing/2014/main" id="{34A8B70E-D2FA-C8E0-2C9E-2F8F560CF890}"/>
              </a:ext>
            </a:extLst>
          </p:cNvPr>
          <p:cNvSpPr>
            <a:spLocks noGrp="1"/>
          </p:cNvSpPr>
          <p:nvPr>
            <p:ph type="body" sz="quarter" idx="55"/>
          </p:nvPr>
        </p:nvSpPr>
        <p:spPr>
          <a:xfrm>
            <a:off x="6726781" y="1327989"/>
            <a:ext cx="2860474" cy="1026366"/>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4" name="Text Placeholder 51">
            <a:extLst>
              <a:ext uri="{FF2B5EF4-FFF2-40B4-BE49-F238E27FC236}">
                <a16:creationId xmlns:a16="http://schemas.microsoft.com/office/drawing/2014/main" id="{570BA271-2764-EA83-EC52-D8A954472119}"/>
              </a:ext>
            </a:extLst>
          </p:cNvPr>
          <p:cNvSpPr>
            <a:spLocks noGrp="1"/>
          </p:cNvSpPr>
          <p:nvPr>
            <p:ph type="body" sz="quarter" idx="56"/>
          </p:nvPr>
        </p:nvSpPr>
        <p:spPr>
          <a:xfrm>
            <a:off x="225659" y="4786261"/>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5" name="Text Placeholder 51">
            <a:extLst>
              <a:ext uri="{FF2B5EF4-FFF2-40B4-BE49-F238E27FC236}">
                <a16:creationId xmlns:a16="http://schemas.microsoft.com/office/drawing/2014/main" id="{1621B005-8AED-E6EE-DD80-547035AC8087}"/>
              </a:ext>
            </a:extLst>
          </p:cNvPr>
          <p:cNvSpPr>
            <a:spLocks noGrp="1"/>
          </p:cNvSpPr>
          <p:nvPr>
            <p:ph type="body" sz="quarter" idx="57"/>
          </p:nvPr>
        </p:nvSpPr>
        <p:spPr>
          <a:xfrm>
            <a:off x="225659" y="2599255"/>
            <a:ext cx="2860474" cy="1440029"/>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6" name="Picture Placeholder 23">
            <a:extLst>
              <a:ext uri="{FF2B5EF4-FFF2-40B4-BE49-F238E27FC236}">
                <a16:creationId xmlns:a16="http://schemas.microsoft.com/office/drawing/2014/main" id="{B69D0075-FB8C-7434-4316-48DA89C8AB21}"/>
              </a:ext>
            </a:extLst>
          </p:cNvPr>
          <p:cNvSpPr>
            <a:spLocks noGrp="1" noChangeAspect="1"/>
          </p:cNvSpPr>
          <p:nvPr>
            <p:ph type="pic" sz="quarter" idx="50"/>
          </p:nvPr>
        </p:nvSpPr>
        <p:spPr>
          <a:xfrm>
            <a:off x="5873705" y="2597485"/>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7" name="Picture Placeholder 23">
            <a:extLst>
              <a:ext uri="{FF2B5EF4-FFF2-40B4-BE49-F238E27FC236}">
                <a16:creationId xmlns:a16="http://schemas.microsoft.com/office/drawing/2014/main" id="{2CB61C03-2AF8-F047-1DA6-66BAABC25750}"/>
              </a:ext>
            </a:extLst>
          </p:cNvPr>
          <p:cNvSpPr>
            <a:spLocks noGrp="1" noChangeAspect="1"/>
          </p:cNvSpPr>
          <p:nvPr>
            <p:ph type="pic" sz="quarter" idx="58"/>
          </p:nvPr>
        </p:nvSpPr>
        <p:spPr>
          <a:xfrm>
            <a:off x="7267309" y="3041366"/>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8" name="Picture Placeholder 23">
            <a:extLst>
              <a:ext uri="{FF2B5EF4-FFF2-40B4-BE49-F238E27FC236}">
                <a16:creationId xmlns:a16="http://schemas.microsoft.com/office/drawing/2014/main" id="{8B34BA3C-5C4C-2246-B7BE-B90001A4DD6A}"/>
              </a:ext>
            </a:extLst>
          </p:cNvPr>
          <p:cNvSpPr>
            <a:spLocks noGrp="1" noChangeAspect="1"/>
          </p:cNvSpPr>
          <p:nvPr>
            <p:ph type="pic" sz="quarter" idx="59"/>
          </p:nvPr>
        </p:nvSpPr>
        <p:spPr>
          <a:xfrm>
            <a:off x="4484532" y="3041366"/>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9" name="Picture Placeholder 23">
            <a:extLst>
              <a:ext uri="{FF2B5EF4-FFF2-40B4-BE49-F238E27FC236}">
                <a16:creationId xmlns:a16="http://schemas.microsoft.com/office/drawing/2014/main" id="{76DD18DC-45D8-94E7-B005-012D9F2A32CC}"/>
              </a:ext>
            </a:extLst>
          </p:cNvPr>
          <p:cNvSpPr>
            <a:spLocks noGrp="1" noChangeAspect="1"/>
          </p:cNvSpPr>
          <p:nvPr>
            <p:ph type="pic" sz="quarter" idx="60"/>
          </p:nvPr>
        </p:nvSpPr>
        <p:spPr>
          <a:xfrm>
            <a:off x="3608232" y="4231991"/>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B101ADB1-7C04-C495-4483-92A0309C9E90}"/>
              </a:ext>
            </a:extLst>
          </p:cNvPr>
          <p:cNvSpPr>
            <a:spLocks noGrp="1" noChangeAspect="1"/>
          </p:cNvSpPr>
          <p:nvPr>
            <p:ph type="pic" sz="quarter" idx="61"/>
          </p:nvPr>
        </p:nvSpPr>
        <p:spPr>
          <a:xfrm>
            <a:off x="8131792" y="4231991"/>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Tree>
    <p:extLst>
      <p:ext uri="{BB962C8B-B14F-4D97-AF65-F5344CB8AC3E}">
        <p14:creationId xmlns:p14="http://schemas.microsoft.com/office/powerpoint/2010/main" val="16388015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Infog_46">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cxnSp>
        <p:nvCxnSpPr>
          <p:cNvPr id="2" name="Straight Connector 1">
            <a:extLst>
              <a:ext uri="{FF2B5EF4-FFF2-40B4-BE49-F238E27FC236}">
                <a16:creationId xmlns:a16="http://schemas.microsoft.com/office/drawing/2014/main" id="{5E9AD26D-1430-2882-E89D-D441BB0C72D1}"/>
              </a:ext>
            </a:extLst>
          </p:cNvPr>
          <p:cNvCxnSpPr>
            <a:cxnSpLocks/>
          </p:cNvCxnSpPr>
          <p:nvPr/>
        </p:nvCxnSpPr>
        <p:spPr>
          <a:xfrm flipH="1">
            <a:off x="2078060" y="3752961"/>
            <a:ext cx="2" cy="731305"/>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5" name="Group 4">
            <a:extLst>
              <a:ext uri="{FF2B5EF4-FFF2-40B4-BE49-F238E27FC236}">
                <a16:creationId xmlns:a16="http://schemas.microsoft.com/office/drawing/2014/main" id="{8CC8D240-7CA8-FF1A-6A49-E5B96A89BB35}"/>
              </a:ext>
            </a:extLst>
          </p:cNvPr>
          <p:cNvGrpSpPr/>
          <p:nvPr/>
        </p:nvGrpSpPr>
        <p:grpSpPr>
          <a:xfrm>
            <a:off x="1579612" y="4352030"/>
            <a:ext cx="996898" cy="996894"/>
            <a:chOff x="3941233" y="3903134"/>
            <a:chExt cx="925503" cy="925501"/>
          </a:xfrm>
        </p:grpSpPr>
        <p:sp>
          <p:nvSpPr>
            <p:cNvPr id="9" name="Oval 8">
              <a:extLst>
                <a:ext uri="{FF2B5EF4-FFF2-40B4-BE49-F238E27FC236}">
                  <a16:creationId xmlns:a16="http://schemas.microsoft.com/office/drawing/2014/main" id="{74872534-FE5F-617C-00BD-CC670013FA67}"/>
                </a:ext>
              </a:extLst>
            </p:cNvPr>
            <p:cNvSpPr/>
            <p:nvPr/>
          </p:nvSpPr>
          <p:spPr>
            <a:xfrm>
              <a:off x="3941233" y="3903134"/>
              <a:ext cx="925503" cy="925501"/>
            </a:xfrm>
            <a:prstGeom prst="ellipse">
              <a:avLst/>
            </a:prstGeom>
            <a:solidFill>
              <a:schemeClr val="accent1"/>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1E96666-698A-AB46-A3A6-A6A0657474EC}"/>
                </a:ext>
              </a:extLst>
            </p:cNvPr>
            <p:cNvSpPr/>
            <p:nvPr/>
          </p:nvSpPr>
          <p:spPr>
            <a:xfrm>
              <a:off x="4063998" y="4025900"/>
              <a:ext cx="679972" cy="67996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A35437B2-EA5F-F2B6-A5AC-A89EDAF71AEE}"/>
              </a:ext>
            </a:extLst>
          </p:cNvPr>
          <p:cNvGrpSpPr/>
          <p:nvPr/>
        </p:nvGrpSpPr>
        <p:grpSpPr>
          <a:xfrm>
            <a:off x="1793926" y="3216615"/>
            <a:ext cx="568270" cy="568267"/>
            <a:chOff x="3941233" y="2650067"/>
            <a:chExt cx="925503" cy="925501"/>
          </a:xfrm>
        </p:grpSpPr>
        <p:sp>
          <p:nvSpPr>
            <p:cNvPr id="13" name="Oval 12">
              <a:extLst>
                <a:ext uri="{FF2B5EF4-FFF2-40B4-BE49-F238E27FC236}">
                  <a16:creationId xmlns:a16="http://schemas.microsoft.com/office/drawing/2014/main" id="{18D86795-3ABC-FE12-8F5C-E0ECA8F2AB57}"/>
                </a:ext>
              </a:extLst>
            </p:cNvPr>
            <p:cNvSpPr/>
            <p:nvPr/>
          </p:nvSpPr>
          <p:spPr>
            <a:xfrm>
              <a:off x="3941233" y="2650067"/>
              <a:ext cx="925503" cy="925501"/>
            </a:xfrm>
            <a:prstGeom prst="ellipse">
              <a:avLst/>
            </a:prstGeom>
            <a:solidFill>
              <a:schemeClr val="accent1"/>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DF3C677-F1DB-22A5-4C60-7044A1B5E1EA}"/>
                </a:ext>
              </a:extLst>
            </p:cNvPr>
            <p:cNvSpPr/>
            <p:nvPr/>
          </p:nvSpPr>
          <p:spPr>
            <a:xfrm>
              <a:off x="3993219" y="2702055"/>
              <a:ext cx="821531" cy="8215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17" name="Straight Connector 16">
            <a:extLst>
              <a:ext uri="{FF2B5EF4-FFF2-40B4-BE49-F238E27FC236}">
                <a16:creationId xmlns:a16="http://schemas.microsoft.com/office/drawing/2014/main" id="{0CF55121-D3B4-60FE-D319-EE9D58587F71}"/>
              </a:ext>
            </a:extLst>
          </p:cNvPr>
          <p:cNvCxnSpPr>
            <a:cxnSpLocks/>
          </p:cNvCxnSpPr>
          <p:nvPr/>
        </p:nvCxnSpPr>
        <p:spPr>
          <a:xfrm flipH="1" flipV="1">
            <a:off x="4085202" y="3225258"/>
            <a:ext cx="2" cy="731305"/>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18" name="Group 17">
            <a:extLst>
              <a:ext uri="{FF2B5EF4-FFF2-40B4-BE49-F238E27FC236}">
                <a16:creationId xmlns:a16="http://schemas.microsoft.com/office/drawing/2014/main" id="{FE81A7DF-D2C6-E92B-BB2E-0B0B98FBB50D}"/>
              </a:ext>
            </a:extLst>
          </p:cNvPr>
          <p:cNvGrpSpPr/>
          <p:nvPr/>
        </p:nvGrpSpPr>
        <p:grpSpPr>
          <a:xfrm flipV="1">
            <a:off x="3586754" y="2360600"/>
            <a:ext cx="996898" cy="996894"/>
            <a:chOff x="3941233" y="3903134"/>
            <a:chExt cx="925503" cy="925501"/>
          </a:xfrm>
        </p:grpSpPr>
        <p:sp>
          <p:nvSpPr>
            <p:cNvPr id="19" name="Oval 18">
              <a:extLst>
                <a:ext uri="{FF2B5EF4-FFF2-40B4-BE49-F238E27FC236}">
                  <a16:creationId xmlns:a16="http://schemas.microsoft.com/office/drawing/2014/main" id="{ABA05A01-4EC0-BF9D-86BC-C463B3ED4FB6}"/>
                </a:ext>
              </a:extLst>
            </p:cNvPr>
            <p:cNvSpPr/>
            <p:nvPr/>
          </p:nvSpPr>
          <p:spPr>
            <a:xfrm>
              <a:off x="3941233" y="3903134"/>
              <a:ext cx="925503" cy="925501"/>
            </a:xfrm>
            <a:prstGeom prst="ellipse">
              <a:avLst/>
            </a:prstGeom>
            <a:solidFill>
              <a:schemeClr val="accent5">
                <a:lumMod val="50000"/>
              </a:schemeClr>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00062F1-6520-9476-D4CF-F81FAC44FB89}"/>
                </a:ext>
              </a:extLst>
            </p:cNvPr>
            <p:cNvSpPr/>
            <p:nvPr/>
          </p:nvSpPr>
          <p:spPr>
            <a:xfrm>
              <a:off x="4063998" y="4025900"/>
              <a:ext cx="679972" cy="67996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D068F9A6-445D-2959-D73B-28F16210822A}"/>
              </a:ext>
            </a:extLst>
          </p:cNvPr>
          <p:cNvGrpSpPr/>
          <p:nvPr/>
        </p:nvGrpSpPr>
        <p:grpSpPr>
          <a:xfrm flipV="1">
            <a:off x="3801068" y="3924642"/>
            <a:ext cx="568270" cy="568267"/>
            <a:chOff x="3941233" y="2650067"/>
            <a:chExt cx="925503" cy="925501"/>
          </a:xfrm>
        </p:grpSpPr>
        <p:sp>
          <p:nvSpPr>
            <p:cNvPr id="22" name="Oval 21">
              <a:extLst>
                <a:ext uri="{FF2B5EF4-FFF2-40B4-BE49-F238E27FC236}">
                  <a16:creationId xmlns:a16="http://schemas.microsoft.com/office/drawing/2014/main" id="{C949CC60-2B6D-0828-8443-A16695D26C57}"/>
                </a:ext>
              </a:extLst>
            </p:cNvPr>
            <p:cNvSpPr/>
            <p:nvPr/>
          </p:nvSpPr>
          <p:spPr>
            <a:xfrm>
              <a:off x="3941233" y="2650067"/>
              <a:ext cx="925503" cy="925501"/>
            </a:xfrm>
            <a:prstGeom prst="ellipse">
              <a:avLst/>
            </a:prstGeom>
            <a:solidFill>
              <a:schemeClr val="accent5">
                <a:lumMod val="50000"/>
              </a:schemeClr>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0CCA9FD-BF56-7BB9-DF28-F52FC947796C}"/>
                </a:ext>
              </a:extLst>
            </p:cNvPr>
            <p:cNvSpPr/>
            <p:nvPr/>
          </p:nvSpPr>
          <p:spPr>
            <a:xfrm>
              <a:off x="3993219" y="2702055"/>
              <a:ext cx="821531" cy="8215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24" name="Straight Connector 23">
            <a:extLst>
              <a:ext uri="{FF2B5EF4-FFF2-40B4-BE49-F238E27FC236}">
                <a16:creationId xmlns:a16="http://schemas.microsoft.com/office/drawing/2014/main" id="{09C99BEE-F3A3-9AE9-8139-14E11D8C02D8}"/>
              </a:ext>
            </a:extLst>
          </p:cNvPr>
          <p:cNvCxnSpPr>
            <a:cxnSpLocks/>
          </p:cNvCxnSpPr>
          <p:nvPr/>
        </p:nvCxnSpPr>
        <p:spPr>
          <a:xfrm flipH="1">
            <a:off x="6092344" y="3752961"/>
            <a:ext cx="2" cy="731305"/>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25" name="Group 24">
            <a:extLst>
              <a:ext uri="{FF2B5EF4-FFF2-40B4-BE49-F238E27FC236}">
                <a16:creationId xmlns:a16="http://schemas.microsoft.com/office/drawing/2014/main" id="{771DFE13-9DF8-63A8-AC35-97560A796755}"/>
              </a:ext>
            </a:extLst>
          </p:cNvPr>
          <p:cNvGrpSpPr/>
          <p:nvPr/>
        </p:nvGrpSpPr>
        <p:grpSpPr>
          <a:xfrm>
            <a:off x="5593896" y="4352030"/>
            <a:ext cx="996898" cy="996894"/>
            <a:chOff x="3941233" y="3903134"/>
            <a:chExt cx="925503" cy="925501"/>
          </a:xfrm>
        </p:grpSpPr>
        <p:sp>
          <p:nvSpPr>
            <p:cNvPr id="26" name="Oval 25">
              <a:extLst>
                <a:ext uri="{FF2B5EF4-FFF2-40B4-BE49-F238E27FC236}">
                  <a16:creationId xmlns:a16="http://schemas.microsoft.com/office/drawing/2014/main" id="{51CF32B6-CA23-737D-4E3C-1F1D92869B08}"/>
                </a:ext>
              </a:extLst>
            </p:cNvPr>
            <p:cNvSpPr/>
            <p:nvPr/>
          </p:nvSpPr>
          <p:spPr>
            <a:xfrm>
              <a:off x="3941233" y="3903134"/>
              <a:ext cx="925503" cy="925501"/>
            </a:xfrm>
            <a:prstGeom prst="ellipse">
              <a:avLst/>
            </a:prstGeom>
            <a:solidFill>
              <a:schemeClr val="accent2"/>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7A2DD59-D8CC-D7EB-DC63-66E46E81448F}"/>
                </a:ext>
              </a:extLst>
            </p:cNvPr>
            <p:cNvSpPr/>
            <p:nvPr/>
          </p:nvSpPr>
          <p:spPr>
            <a:xfrm>
              <a:off x="4063998" y="4025900"/>
              <a:ext cx="679972" cy="67996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C8ED1694-0606-193E-7E1E-2B6CB108E55F}"/>
              </a:ext>
            </a:extLst>
          </p:cNvPr>
          <p:cNvGrpSpPr/>
          <p:nvPr/>
        </p:nvGrpSpPr>
        <p:grpSpPr>
          <a:xfrm>
            <a:off x="5808210" y="3216615"/>
            <a:ext cx="568270" cy="568267"/>
            <a:chOff x="3941233" y="2650067"/>
            <a:chExt cx="925503" cy="925501"/>
          </a:xfrm>
        </p:grpSpPr>
        <p:sp>
          <p:nvSpPr>
            <p:cNvPr id="29" name="Oval 28">
              <a:extLst>
                <a:ext uri="{FF2B5EF4-FFF2-40B4-BE49-F238E27FC236}">
                  <a16:creationId xmlns:a16="http://schemas.microsoft.com/office/drawing/2014/main" id="{640133C8-0FE7-15BE-E387-99B0F4677D85}"/>
                </a:ext>
              </a:extLst>
            </p:cNvPr>
            <p:cNvSpPr/>
            <p:nvPr/>
          </p:nvSpPr>
          <p:spPr>
            <a:xfrm>
              <a:off x="3941233" y="2650067"/>
              <a:ext cx="925503" cy="925501"/>
            </a:xfrm>
            <a:prstGeom prst="ellipse">
              <a:avLst/>
            </a:prstGeom>
            <a:solidFill>
              <a:schemeClr val="accent2"/>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7786350-40F2-BA2E-AE6D-101400C55B2D}"/>
                </a:ext>
              </a:extLst>
            </p:cNvPr>
            <p:cNvSpPr/>
            <p:nvPr/>
          </p:nvSpPr>
          <p:spPr>
            <a:xfrm>
              <a:off x="3993219" y="2702055"/>
              <a:ext cx="821531" cy="8215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1" name="Straight Connector 30">
            <a:extLst>
              <a:ext uri="{FF2B5EF4-FFF2-40B4-BE49-F238E27FC236}">
                <a16:creationId xmlns:a16="http://schemas.microsoft.com/office/drawing/2014/main" id="{AFCD83D9-575D-DD1D-2E42-AF0D0DE2BD70}"/>
              </a:ext>
            </a:extLst>
          </p:cNvPr>
          <p:cNvCxnSpPr>
            <a:cxnSpLocks/>
          </p:cNvCxnSpPr>
          <p:nvPr/>
        </p:nvCxnSpPr>
        <p:spPr>
          <a:xfrm flipH="1" flipV="1">
            <a:off x="8099486" y="3225258"/>
            <a:ext cx="2" cy="731305"/>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32" name="Group 31">
            <a:extLst>
              <a:ext uri="{FF2B5EF4-FFF2-40B4-BE49-F238E27FC236}">
                <a16:creationId xmlns:a16="http://schemas.microsoft.com/office/drawing/2014/main" id="{74FF82BD-3ECA-5C19-A019-A46EFD99209C}"/>
              </a:ext>
            </a:extLst>
          </p:cNvPr>
          <p:cNvGrpSpPr/>
          <p:nvPr/>
        </p:nvGrpSpPr>
        <p:grpSpPr>
          <a:xfrm flipV="1">
            <a:off x="7601038" y="2360600"/>
            <a:ext cx="996898" cy="996894"/>
            <a:chOff x="3941233" y="3903134"/>
            <a:chExt cx="925503" cy="925501"/>
          </a:xfrm>
        </p:grpSpPr>
        <p:sp>
          <p:nvSpPr>
            <p:cNvPr id="33" name="Oval 32">
              <a:extLst>
                <a:ext uri="{FF2B5EF4-FFF2-40B4-BE49-F238E27FC236}">
                  <a16:creationId xmlns:a16="http://schemas.microsoft.com/office/drawing/2014/main" id="{0110474A-5A18-83F3-0770-5B4EDF539138}"/>
                </a:ext>
              </a:extLst>
            </p:cNvPr>
            <p:cNvSpPr/>
            <p:nvPr/>
          </p:nvSpPr>
          <p:spPr>
            <a:xfrm>
              <a:off x="3941233" y="3903134"/>
              <a:ext cx="925503" cy="925501"/>
            </a:xfrm>
            <a:prstGeom prst="ellipse">
              <a:avLst/>
            </a:prstGeom>
            <a:solidFill>
              <a:schemeClr val="accent4"/>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FE5CC98-4CC2-364D-228A-DBC1DBFE6EDF}"/>
                </a:ext>
              </a:extLst>
            </p:cNvPr>
            <p:cNvSpPr/>
            <p:nvPr/>
          </p:nvSpPr>
          <p:spPr>
            <a:xfrm>
              <a:off x="4063998" y="4025900"/>
              <a:ext cx="679972" cy="67996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A2C7C8A9-9A35-0783-769E-21D67E6E80C3}"/>
              </a:ext>
            </a:extLst>
          </p:cNvPr>
          <p:cNvGrpSpPr/>
          <p:nvPr/>
        </p:nvGrpSpPr>
        <p:grpSpPr>
          <a:xfrm flipV="1">
            <a:off x="7815352" y="3924642"/>
            <a:ext cx="568270" cy="568267"/>
            <a:chOff x="3941233" y="2650067"/>
            <a:chExt cx="925503" cy="925501"/>
          </a:xfrm>
        </p:grpSpPr>
        <p:sp>
          <p:nvSpPr>
            <p:cNvPr id="36" name="Oval 35">
              <a:extLst>
                <a:ext uri="{FF2B5EF4-FFF2-40B4-BE49-F238E27FC236}">
                  <a16:creationId xmlns:a16="http://schemas.microsoft.com/office/drawing/2014/main" id="{7918C84A-9649-5078-B61D-D9F5D6AB747D}"/>
                </a:ext>
              </a:extLst>
            </p:cNvPr>
            <p:cNvSpPr/>
            <p:nvPr/>
          </p:nvSpPr>
          <p:spPr>
            <a:xfrm>
              <a:off x="3941233" y="2650067"/>
              <a:ext cx="925503" cy="925501"/>
            </a:xfrm>
            <a:prstGeom prst="ellipse">
              <a:avLst/>
            </a:prstGeom>
            <a:solidFill>
              <a:schemeClr val="accent4"/>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26C2335F-24A5-2D2B-8F8C-932AFCF9A45F}"/>
                </a:ext>
              </a:extLst>
            </p:cNvPr>
            <p:cNvSpPr/>
            <p:nvPr/>
          </p:nvSpPr>
          <p:spPr>
            <a:xfrm>
              <a:off x="3993219" y="2702055"/>
              <a:ext cx="821531" cy="8215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38" name="Straight Connector 37">
            <a:extLst>
              <a:ext uri="{FF2B5EF4-FFF2-40B4-BE49-F238E27FC236}">
                <a16:creationId xmlns:a16="http://schemas.microsoft.com/office/drawing/2014/main" id="{F1C0058E-DA43-82F5-4354-7E6FAA5E72A6}"/>
              </a:ext>
            </a:extLst>
          </p:cNvPr>
          <p:cNvCxnSpPr>
            <a:cxnSpLocks/>
          </p:cNvCxnSpPr>
          <p:nvPr/>
        </p:nvCxnSpPr>
        <p:spPr>
          <a:xfrm flipH="1">
            <a:off x="10106628" y="3752961"/>
            <a:ext cx="2" cy="731305"/>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39" name="Group 38">
            <a:extLst>
              <a:ext uri="{FF2B5EF4-FFF2-40B4-BE49-F238E27FC236}">
                <a16:creationId xmlns:a16="http://schemas.microsoft.com/office/drawing/2014/main" id="{01DB9DDC-58B0-D6A3-B9BC-0D068376E9F5}"/>
              </a:ext>
            </a:extLst>
          </p:cNvPr>
          <p:cNvGrpSpPr/>
          <p:nvPr/>
        </p:nvGrpSpPr>
        <p:grpSpPr>
          <a:xfrm>
            <a:off x="9608180" y="4352030"/>
            <a:ext cx="996898" cy="996894"/>
            <a:chOff x="3941233" y="3903134"/>
            <a:chExt cx="925503" cy="925501"/>
          </a:xfrm>
        </p:grpSpPr>
        <p:sp>
          <p:nvSpPr>
            <p:cNvPr id="40" name="Oval 39">
              <a:extLst>
                <a:ext uri="{FF2B5EF4-FFF2-40B4-BE49-F238E27FC236}">
                  <a16:creationId xmlns:a16="http://schemas.microsoft.com/office/drawing/2014/main" id="{4407C060-B104-BFA5-D248-4D52A7133CCF}"/>
                </a:ext>
              </a:extLst>
            </p:cNvPr>
            <p:cNvSpPr/>
            <p:nvPr/>
          </p:nvSpPr>
          <p:spPr>
            <a:xfrm>
              <a:off x="3941233" y="3903134"/>
              <a:ext cx="925503" cy="925501"/>
            </a:xfrm>
            <a:prstGeom prst="ellipse">
              <a:avLst/>
            </a:prstGeom>
            <a:solidFill>
              <a:schemeClr val="accent5"/>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7B23325B-F830-B085-4A18-406B490053AC}"/>
                </a:ext>
              </a:extLst>
            </p:cNvPr>
            <p:cNvSpPr/>
            <p:nvPr/>
          </p:nvSpPr>
          <p:spPr>
            <a:xfrm>
              <a:off x="4063998" y="4025900"/>
              <a:ext cx="679972" cy="67996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8216593B-0B8A-146C-6ACD-F8C5D57769E8}"/>
              </a:ext>
            </a:extLst>
          </p:cNvPr>
          <p:cNvGrpSpPr/>
          <p:nvPr/>
        </p:nvGrpSpPr>
        <p:grpSpPr>
          <a:xfrm>
            <a:off x="9822494" y="3216615"/>
            <a:ext cx="568270" cy="568267"/>
            <a:chOff x="3941233" y="2650067"/>
            <a:chExt cx="925503" cy="925501"/>
          </a:xfrm>
        </p:grpSpPr>
        <p:sp>
          <p:nvSpPr>
            <p:cNvPr id="43" name="Oval 42">
              <a:extLst>
                <a:ext uri="{FF2B5EF4-FFF2-40B4-BE49-F238E27FC236}">
                  <a16:creationId xmlns:a16="http://schemas.microsoft.com/office/drawing/2014/main" id="{D0F6350E-A9F2-ECC7-4851-EFAA86D8898F}"/>
                </a:ext>
              </a:extLst>
            </p:cNvPr>
            <p:cNvSpPr/>
            <p:nvPr/>
          </p:nvSpPr>
          <p:spPr>
            <a:xfrm>
              <a:off x="3941233" y="2650067"/>
              <a:ext cx="925503" cy="925501"/>
            </a:xfrm>
            <a:prstGeom prst="ellipse">
              <a:avLst/>
            </a:prstGeom>
            <a:solidFill>
              <a:schemeClr val="accent5"/>
            </a:solidFill>
            <a:ln>
              <a:noFill/>
            </a:ln>
            <a:effectLst>
              <a:outerShdw blurRad="381000" dist="190500" dir="7740000" sx="90000" sy="90000" algn="ctr" rotWithShape="0">
                <a:prstClr val="black">
                  <a:alpha val="21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54AC9C33-5AB7-A4C0-E1A8-F10B6513411D}"/>
                </a:ext>
              </a:extLst>
            </p:cNvPr>
            <p:cNvSpPr/>
            <p:nvPr/>
          </p:nvSpPr>
          <p:spPr>
            <a:xfrm>
              <a:off x="3993219" y="2702055"/>
              <a:ext cx="821531" cy="821525"/>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5" name="Picture Placeholder 23">
            <a:extLst>
              <a:ext uri="{FF2B5EF4-FFF2-40B4-BE49-F238E27FC236}">
                <a16:creationId xmlns:a16="http://schemas.microsoft.com/office/drawing/2014/main" id="{ACDAD794-0627-D71F-AC48-5A90D97EC1DD}"/>
              </a:ext>
            </a:extLst>
          </p:cNvPr>
          <p:cNvSpPr>
            <a:spLocks noGrp="1" noChangeAspect="1"/>
          </p:cNvSpPr>
          <p:nvPr>
            <p:ph type="pic" sz="quarter" idx="50"/>
          </p:nvPr>
        </p:nvSpPr>
        <p:spPr>
          <a:xfrm>
            <a:off x="3855669" y="262954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6" name="Picture Placeholder 23">
            <a:extLst>
              <a:ext uri="{FF2B5EF4-FFF2-40B4-BE49-F238E27FC236}">
                <a16:creationId xmlns:a16="http://schemas.microsoft.com/office/drawing/2014/main" id="{B2BE435A-E3D9-D525-7CBD-E3AF3BABA598}"/>
              </a:ext>
            </a:extLst>
          </p:cNvPr>
          <p:cNvSpPr>
            <a:spLocks noGrp="1" noChangeAspect="1"/>
          </p:cNvSpPr>
          <p:nvPr>
            <p:ph type="pic" sz="quarter" idx="51"/>
          </p:nvPr>
        </p:nvSpPr>
        <p:spPr>
          <a:xfrm>
            <a:off x="7869953" y="262954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7" name="Picture Placeholder 23">
            <a:extLst>
              <a:ext uri="{FF2B5EF4-FFF2-40B4-BE49-F238E27FC236}">
                <a16:creationId xmlns:a16="http://schemas.microsoft.com/office/drawing/2014/main" id="{B14F13EB-37DC-4B1D-A395-675C760FA3C9}"/>
              </a:ext>
            </a:extLst>
          </p:cNvPr>
          <p:cNvSpPr>
            <a:spLocks noGrp="1" noChangeAspect="1"/>
          </p:cNvSpPr>
          <p:nvPr>
            <p:ph type="pic" sz="quarter" idx="52"/>
          </p:nvPr>
        </p:nvSpPr>
        <p:spPr>
          <a:xfrm>
            <a:off x="1848527" y="461650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8" name="Picture Placeholder 23">
            <a:extLst>
              <a:ext uri="{FF2B5EF4-FFF2-40B4-BE49-F238E27FC236}">
                <a16:creationId xmlns:a16="http://schemas.microsoft.com/office/drawing/2014/main" id="{8FB868BC-BF3B-CAAB-2369-AE6A0BDC0671}"/>
              </a:ext>
            </a:extLst>
          </p:cNvPr>
          <p:cNvSpPr>
            <a:spLocks noGrp="1" noChangeAspect="1"/>
          </p:cNvSpPr>
          <p:nvPr>
            <p:ph type="pic" sz="quarter" idx="53"/>
          </p:nvPr>
        </p:nvSpPr>
        <p:spPr>
          <a:xfrm>
            <a:off x="5862811" y="461650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59" name="Picture Placeholder 23">
            <a:extLst>
              <a:ext uri="{FF2B5EF4-FFF2-40B4-BE49-F238E27FC236}">
                <a16:creationId xmlns:a16="http://schemas.microsoft.com/office/drawing/2014/main" id="{78BEF740-DCE3-B595-8585-D15E78C13D49}"/>
              </a:ext>
            </a:extLst>
          </p:cNvPr>
          <p:cNvSpPr>
            <a:spLocks noGrp="1" noChangeAspect="1"/>
          </p:cNvSpPr>
          <p:nvPr>
            <p:ph type="pic" sz="quarter" idx="54"/>
          </p:nvPr>
        </p:nvSpPr>
        <p:spPr>
          <a:xfrm>
            <a:off x="9877095" y="4616502"/>
            <a:ext cx="459068" cy="459010"/>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60" name="Picture Placeholder 23">
            <a:extLst>
              <a:ext uri="{FF2B5EF4-FFF2-40B4-BE49-F238E27FC236}">
                <a16:creationId xmlns:a16="http://schemas.microsoft.com/office/drawing/2014/main" id="{BF7728F6-7270-5E28-DB89-22F3918BF726}"/>
              </a:ext>
            </a:extLst>
          </p:cNvPr>
          <p:cNvSpPr>
            <a:spLocks noGrp="1" noChangeAspect="1"/>
          </p:cNvSpPr>
          <p:nvPr>
            <p:ph type="pic" sz="quarter" idx="55"/>
          </p:nvPr>
        </p:nvSpPr>
        <p:spPr>
          <a:xfrm>
            <a:off x="9930069" y="3324210"/>
            <a:ext cx="353120" cy="35307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61" name="Picture Placeholder 23">
            <a:extLst>
              <a:ext uri="{FF2B5EF4-FFF2-40B4-BE49-F238E27FC236}">
                <a16:creationId xmlns:a16="http://schemas.microsoft.com/office/drawing/2014/main" id="{136D4D17-0A51-5DDE-01DA-7EE7559D6A95}"/>
              </a:ext>
            </a:extLst>
          </p:cNvPr>
          <p:cNvSpPr>
            <a:spLocks noGrp="1" noChangeAspect="1"/>
          </p:cNvSpPr>
          <p:nvPr>
            <p:ph type="pic" sz="quarter" idx="56"/>
          </p:nvPr>
        </p:nvSpPr>
        <p:spPr>
          <a:xfrm>
            <a:off x="5915785" y="3324210"/>
            <a:ext cx="353120" cy="35307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62" name="Picture Placeholder 23">
            <a:extLst>
              <a:ext uri="{FF2B5EF4-FFF2-40B4-BE49-F238E27FC236}">
                <a16:creationId xmlns:a16="http://schemas.microsoft.com/office/drawing/2014/main" id="{B679BEE6-B165-F793-D7AD-4AFFE378B4A8}"/>
              </a:ext>
            </a:extLst>
          </p:cNvPr>
          <p:cNvSpPr>
            <a:spLocks noGrp="1" noChangeAspect="1"/>
          </p:cNvSpPr>
          <p:nvPr>
            <p:ph type="pic" sz="quarter" idx="57"/>
          </p:nvPr>
        </p:nvSpPr>
        <p:spPr>
          <a:xfrm>
            <a:off x="1901501" y="3324210"/>
            <a:ext cx="353120" cy="35307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63" name="Picture Placeholder 23">
            <a:extLst>
              <a:ext uri="{FF2B5EF4-FFF2-40B4-BE49-F238E27FC236}">
                <a16:creationId xmlns:a16="http://schemas.microsoft.com/office/drawing/2014/main" id="{F5B20E06-D026-D88A-0F6C-89ACCAEB95B1}"/>
              </a:ext>
            </a:extLst>
          </p:cNvPr>
          <p:cNvSpPr>
            <a:spLocks noGrp="1" noChangeAspect="1"/>
          </p:cNvSpPr>
          <p:nvPr>
            <p:ph type="pic" sz="quarter" idx="58"/>
          </p:nvPr>
        </p:nvSpPr>
        <p:spPr>
          <a:xfrm>
            <a:off x="3908643" y="4032237"/>
            <a:ext cx="353120" cy="35307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64" name="Picture Placeholder 23">
            <a:extLst>
              <a:ext uri="{FF2B5EF4-FFF2-40B4-BE49-F238E27FC236}">
                <a16:creationId xmlns:a16="http://schemas.microsoft.com/office/drawing/2014/main" id="{02770069-0000-0B5E-18B2-90C098503871}"/>
              </a:ext>
            </a:extLst>
          </p:cNvPr>
          <p:cNvSpPr>
            <a:spLocks noGrp="1" noChangeAspect="1"/>
          </p:cNvSpPr>
          <p:nvPr>
            <p:ph type="pic" sz="quarter" idx="59"/>
          </p:nvPr>
        </p:nvSpPr>
        <p:spPr>
          <a:xfrm>
            <a:off x="7922927" y="4032237"/>
            <a:ext cx="353120" cy="353076"/>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45" name="Text Placeholder 51">
            <a:extLst>
              <a:ext uri="{FF2B5EF4-FFF2-40B4-BE49-F238E27FC236}">
                <a16:creationId xmlns:a16="http://schemas.microsoft.com/office/drawing/2014/main" id="{BF5EA983-5386-1657-950E-BD7FA4DBDF51}"/>
              </a:ext>
            </a:extLst>
          </p:cNvPr>
          <p:cNvSpPr>
            <a:spLocks noGrp="1"/>
          </p:cNvSpPr>
          <p:nvPr>
            <p:ph type="body" sz="quarter" idx="60"/>
          </p:nvPr>
        </p:nvSpPr>
        <p:spPr>
          <a:xfrm>
            <a:off x="6781251" y="4691034"/>
            <a:ext cx="2636472" cy="1590842"/>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7" name="Text Placeholder 51">
            <a:extLst>
              <a:ext uri="{FF2B5EF4-FFF2-40B4-BE49-F238E27FC236}">
                <a16:creationId xmlns:a16="http://schemas.microsoft.com/office/drawing/2014/main" id="{9D44CCC8-AC8A-79BB-4C04-1B2337B0161E}"/>
              </a:ext>
            </a:extLst>
          </p:cNvPr>
          <p:cNvSpPr>
            <a:spLocks noGrp="1"/>
          </p:cNvSpPr>
          <p:nvPr>
            <p:ph type="body" sz="quarter" idx="61"/>
          </p:nvPr>
        </p:nvSpPr>
        <p:spPr>
          <a:xfrm>
            <a:off x="2774278" y="4691034"/>
            <a:ext cx="2636472" cy="1590842"/>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8" name="Text Placeholder 51">
            <a:extLst>
              <a:ext uri="{FF2B5EF4-FFF2-40B4-BE49-F238E27FC236}">
                <a16:creationId xmlns:a16="http://schemas.microsoft.com/office/drawing/2014/main" id="{C3EF8BF6-2EDB-009D-4EBC-BA71DDFA78DC}"/>
              </a:ext>
            </a:extLst>
          </p:cNvPr>
          <p:cNvSpPr>
            <a:spLocks noGrp="1"/>
          </p:cNvSpPr>
          <p:nvPr>
            <p:ph type="body" sz="quarter" idx="62"/>
          </p:nvPr>
        </p:nvSpPr>
        <p:spPr>
          <a:xfrm>
            <a:off x="759825" y="1376370"/>
            <a:ext cx="2636472" cy="1590842"/>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9" name="Text Placeholder 51">
            <a:extLst>
              <a:ext uri="{FF2B5EF4-FFF2-40B4-BE49-F238E27FC236}">
                <a16:creationId xmlns:a16="http://schemas.microsoft.com/office/drawing/2014/main" id="{7811585D-D4DC-E162-F813-33E02C864F42}"/>
              </a:ext>
            </a:extLst>
          </p:cNvPr>
          <p:cNvSpPr>
            <a:spLocks noGrp="1"/>
          </p:cNvSpPr>
          <p:nvPr>
            <p:ph type="body" sz="quarter" idx="63"/>
          </p:nvPr>
        </p:nvSpPr>
        <p:spPr>
          <a:xfrm>
            <a:off x="4774108" y="1376370"/>
            <a:ext cx="2636472" cy="1590842"/>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50" name="Text Placeholder 51">
            <a:extLst>
              <a:ext uri="{FF2B5EF4-FFF2-40B4-BE49-F238E27FC236}">
                <a16:creationId xmlns:a16="http://schemas.microsoft.com/office/drawing/2014/main" id="{861F3B14-55F7-00A4-1309-D6441B47C5B5}"/>
              </a:ext>
            </a:extLst>
          </p:cNvPr>
          <p:cNvSpPr>
            <a:spLocks noGrp="1"/>
          </p:cNvSpPr>
          <p:nvPr>
            <p:ph type="body" sz="quarter" idx="64"/>
          </p:nvPr>
        </p:nvSpPr>
        <p:spPr>
          <a:xfrm>
            <a:off x="8783675" y="1376370"/>
            <a:ext cx="2636472" cy="1590842"/>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40027596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Infog_47">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grpSp>
        <p:nvGrpSpPr>
          <p:cNvPr id="76" name="Group 75">
            <a:extLst>
              <a:ext uri="{FF2B5EF4-FFF2-40B4-BE49-F238E27FC236}">
                <a16:creationId xmlns:a16="http://schemas.microsoft.com/office/drawing/2014/main" id="{51731636-FA73-0B91-B50D-222EDF8E1357}"/>
              </a:ext>
            </a:extLst>
          </p:cNvPr>
          <p:cNvGrpSpPr/>
          <p:nvPr/>
        </p:nvGrpSpPr>
        <p:grpSpPr>
          <a:xfrm>
            <a:off x="499974" y="1231984"/>
            <a:ext cx="5329022" cy="5300134"/>
            <a:chOff x="6069391" y="1231984"/>
            <a:chExt cx="5329022" cy="5300134"/>
          </a:xfrm>
        </p:grpSpPr>
        <p:cxnSp>
          <p:nvCxnSpPr>
            <p:cNvPr id="2" name="Straight Connector 1">
              <a:extLst>
                <a:ext uri="{FF2B5EF4-FFF2-40B4-BE49-F238E27FC236}">
                  <a16:creationId xmlns:a16="http://schemas.microsoft.com/office/drawing/2014/main" id="{B9AF962A-9DD3-803F-C38C-0C38B1E2D4AE}"/>
                </a:ext>
              </a:extLst>
            </p:cNvPr>
            <p:cNvCxnSpPr/>
            <p:nvPr userDrawn="1"/>
          </p:nvCxnSpPr>
          <p:spPr>
            <a:xfrm flipH="1" flipV="1">
              <a:off x="7541457" y="3257930"/>
              <a:ext cx="936181" cy="1144221"/>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7FD6F2B0-383E-7159-0440-DC4E5A11E224}"/>
                </a:ext>
              </a:extLst>
            </p:cNvPr>
            <p:cNvCxnSpPr/>
            <p:nvPr userDrawn="1"/>
          </p:nvCxnSpPr>
          <p:spPr>
            <a:xfrm flipH="1" flipV="1">
              <a:off x="7468643" y="1661222"/>
              <a:ext cx="1008995" cy="2756533"/>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59D27856-ABA7-61AC-6D9B-F934F0B8A0DC}"/>
                </a:ext>
              </a:extLst>
            </p:cNvPr>
            <p:cNvCxnSpPr/>
            <p:nvPr userDrawn="1"/>
          </p:nvCxnSpPr>
          <p:spPr>
            <a:xfrm flipV="1">
              <a:off x="8488040" y="2587001"/>
              <a:ext cx="0" cy="1820352"/>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DDEA15D-2536-CF0E-4388-50F4E1E85FB9}"/>
                </a:ext>
              </a:extLst>
            </p:cNvPr>
            <p:cNvCxnSpPr/>
            <p:nvPr userDrawn="1"/>
          </p:nvCxnSpPr>
          <p:spPr>
            <a:xfrm flipV="1">
              <a:off x="8488040" y="3065493"/>
              <a:ext cx="1227437" cy="1341859"/>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B52AC795-3614-7701-D628-BE76386A173D}"/>
                </a:ext>
              </a:extLst>
            </p:cNvPr>
            <p:cNvCxnSpPr/>
            <p:nvPr userDrawn="1"/>
          </p:nvCxnSpPr>
          <p:spPr>
            <a:xfrm flipV="1">
              <a:off x="8467236" y="2035694"/>
              <a:ext cx="832161" cy="2392463"/>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D8C0899-DBE1-0535-DB5F-809A7A74F4D8}"/>
                </a:ext>
              </a:extLst>
            </p:cNvPr>
            <p:cNvCxnSpPr/>
            <p:nvPr userDrawn="1"/>
          </p:nvCxnSpPr>
          <p:spPr>
            <a:xfrm flipH="1">
              <a:off x="7770301" y="4407353"/>
              <a:ext cx="707337" cy="1383468"/>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6BEAE01F-8140-F8D4-F00E-97FC68978508}"/>
                </a:ext>
              </a:extLst>
            </p:cNvPr>
            <p:cNvCxnSpPr/>
            <p:nvPr userDrawn="1"/>
          </p:nvCxnSpPr>
          <p:spPr>
            <a:xfrm flipH="1">
              <a:off x="6969346" y="4396951"/>
              <a:ext cx="1508292" cy="468091"/>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4B219C5-FAEC-3329-3E8E-61A70CAB227C}"/>
                </a:ext>
              </a:extLst>
            </p:cNvPr>
            <p:cNvCxnSpPr/>
            <p:nvPr userDrawn="1"/>
          </p:nvCxnSpPr>
          <p:spPr>
            <a:xfrm flipH="1" flipV="1">
              <a:off x="6490854" y="3918458"/>
              <a:ext cx="1965980" cy="478493"/>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3DFA15ED-21AB-5FFF-4D95-76933ED995A0}"/>
                </a:ext>
              </a:extLst>
            </p:cNvPr>
            <p:cNvCxnSpPr/>
            <p:nvPr userDrawn="1"/>
          </p:nvCxnSpPr>
          <p:spPr>
            <a:xfrm flipH="1">
              <a:off x="6670288" y="4396951"/>
              <a:ext cx="1796947" cy="1624014"/>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3B479F7-C8E6-73C0-A498-1606B38CAE0F}"/>
                </a:ext>
              </a:extLst>
            </p:cNvPr>
            <p:cNvCxnSpPr/>
            <p:nvPr userDrawn="1"/>
          </p:nvCxnSpPr>
          <p:spPr>
            <a:xfrm>
              <a:off x="8446432" y="4376147"/>
              <a:ext cx="364070" cy="1872362"/>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3B4B35D3-A328-2CF9-56D0-4496A4056AD2}"/>
                </a:ext>
              </a:extLst>
            </p:cNvPr>
            <p:cNvCxnSpPr/>
            <p:nvPr userDrawn="1"/>
          </p:nvCxnSpPr>
          <p:spPr>
            <a:xfrm>
              <a:off x="8425628" y="4365745"/>
              <a:ext cx="1383467" cy="1248241"/>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800F0E19-6115-0B9A-0C4F-50F72B9C91AD}"/>
                </a:ext>
              </a:extLst>
            </p:cNvPr>
            <p:cNvCxnSpPr/>
            <p:nvPr userDrawn="1"/>
          </p:nvCxnSpPr>
          <p:spPr>
            <a:xfrm flipV="1">
              <a:off x="8436030" y="4240920"/>
              <a:ext cx="2621307" cy="124824"/>
            </a:xfrm>
            <a:prstGeom prst="line">
              <a:avLst/>
            </a:prstGeom>
            <a:ln>
              <a:solidFill>
                <a:schemeClr val="accent3">
                  <a:lumMod val="8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D9F124A9-7E79-8135-983D-5616081ACE89}"/>
                </a:ext>
              </a:extLst>
            </p:cNvPr>
            <p:cNvGrpSpPr/>
            <p:nvPr userDrawn="1"/>
          </p:nvGrpSpPr>
          <p:grpSpPr>
            <a:xfrm>
              <a:off x="6069391" y="3495577"/>
              <a:ext cx="850947" cy="850941"/>
              <a:chOff x="7284046" y="2339515"/>
              <a:chExt cx="809209" cy="809205"/>
            </a:xfrm>
          </p:grpSpPr>
          <p:sp>
            <p:nvSpPr>
              <p:cNvPr id="23" name="Oval 22">
                <a:extLst>
                  <a:ext uri="{FF2B5EF4-FFF2-40B4-BE49-F238E27FC236}">
                    <a16:creationId xmlns:a16="http://schemas.microsoft.com/office/drawing/2014/main" id="{104B8423-99AE-E3AC-53C0-BF54DA96BC5A}"/>
                  </a:ext>
                </a:extLst>
              </p:cNvPr>
              <p:cNvSpPr/>
              <p:nvPr/>
            </p:nvSpPr>
            <p:spPr>
              <a:xfrm>
                <a:off x="7284046" y="2339515"/>
                <a:ext cx="809209" cy="809205"/>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EA018F2-2A3F-D6B5-C331-1E696CA6146A}"/>
                  </a:ext>
                </a:extLst>
              </p:cNvPr>
              <p:cNvSpPr/>
              <p:nvPr/>
            </p:nvSpPr>
            <p:spPr>
              <a:xfrm>
                <a:off x="7408012" y="2463478"/>
                <a:ext cx="561277" cy="561275"/>
              </a:xfrm>
              <a:prstGeom prst="ellipse">
                <a:avLst/>
              </a:prstGeom>
              <a:solidFill>
                <a:schemeClr val="tx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B49703E7-3303-4730-C1A5-7D6318C27A27}"/>
                </a:ext>
              </a:extLst>
            </p:cNvPr>
            <p:cNvGrpSpPr/>
            <p:nvPr userDrawn="1"/>
          </p:nvGrpSpPr>
          <p:grpSpPr>
            <a:xfrm>
              <a:off x="6244421" y="5599532"/>
              <a:ext cx="852409" cy="852403"/>
              <a:chOff x="7284045" y="2339514"/>
              <a:chExt cx="809210" cy="809207"/>
            </a:xfrm>
          </p:grpSpPr>
          <p:sp>
            <p:nvSpPr>
              <p:cNvPr id="26" name="Oval 25">
                <a:extLst>
                  <a:ext uri="{FF2B5EF4-FFF2-40B4-BE49-F238E27FC236}">
                    <a16:creationId xmlns:a16="http://schemas.microsoft.com/office/drawing/2014/main" id="{F28C91CA-158B-38D9-B921-357A80D35EDD}"/>
                  </a:ext>
                </a:extLst>
              </p:cNvPr>
              <p:cNvSpPr/>
              <p:nvPr/>
            </p:nvSpPr>
            <p:spPr>
              <a:xfrm>
                <a:off x="7284045" y="2339514"/>
                <a:ext cx="809210" cy="809207"/>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8AD1C77-1471-F4F9-20DE-67DE2A7803DB}"/>
                  </a:ext>
                </a:extLst>
              </p:cNvPr>
              <p:cNvSpPr/>
              <p:nvPr/>
            </p:nvSpPr>
            <p:spPr>
              <a:xfrm>
                <a:off x="7408013" y="2463478"/>
                <a:ext cx="561276" cy="561276"/>
              </a:xfrm>
              <a:prstGeom prst="ellipse">
                <a:avLst/>
              </a:prstGeom>
              <a:solidFill>
                <a:schemeClr val="accent5"/>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02C20988-B6B2-D644-A61E-BAB7A5706EAB}"/>
                </a:ext>
              </a:extLst>
            </p:cNvPr>
            <p:cNvGrpSpPr/>
            <p:nvPr userDrawn="1"/>
          </p:nvGrpSpPr>
          <p:grpSpPr>
            <a:xfrm>
              <a:off x="7040430" y="1231984"/>
              <a:ext cx="850845" cy="850838"/>
              <a:chOff x="7284045" y="2339516"/>
              <a:chExt cx="809211" cy="809206"/>
            </a:xfrm>
          </p:grpSpPr>
          <p:sp>
            <p:nvSpPr>
              <p:cNvPr id="29" name="Oval 28">
                <a:extLst>
                  <a:ext uri="{FF2B5EF4-FFF2-40B4-BE49-F238E27FC236}">
                    <a16:creationId xmlns:a16="http://schemas.microsoft.com/office/drawing/2014/main" id="{BE6FF724-85BB-906A-6AF8-ABE0A0A04766}"/>
                  </a:ext>
                </a:extLst>
              </p:cNvPr>
              <p:cNvSpPr/>
              <p:nvPr/>
            </p:nvSpPr>
            <p:spPr>
              <a:xfrm>
                <a:off x="7284045" y="2339516"/>
                <a:ext cx="809211" cy="809206"/>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77102CA-C3A7-B837-158C-985C536BAE43}"/>
                  </a:ext>
                </a:extLst>
              </p:cNvPr>
              <p:cNvSpPr/>
              <p:nvPr/>
            </p:nvSpPr>
            <p:spPr>
              <a:xfrm>
                <a:off x="7408010" y="2463479"/>
                <a:ext cx="561277" cy="561276"/>
              </a:xfrm>
              <a:prstGeom prst="ellipse">
                <a:avLst/>
              </a:prstGeom>
              <a:solidFill>
                <a:schemeClr val="accent5"/>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B3D5DA1C-DFB5-F9F0-9EE1-1E039A9407C1}"/>
                </a:ext>
              </a:extLst>
            </p:cNvPr>
            <p:cNvGrpSpPr/>
            <p:nvPr userDrawn="1"/>
          </p:nvGrpSpPr>
          <p:grpSpPr>
            <a:xfrm>
              <a:off x="6707190" y="4588577"/>
              <a:ext cx="560424" cy="560423"/>
              <a:chOff x="7284046" y="2339514"/>
              <a:chExt cx="809210" cy="809207"/>
            </a:xfrm>
          </p:grpSpPr>
          <p:sp>
            <p:nvSpPr>
              <p:cNvPr id="32" name="Oval 31">
                <a:extLst>
                  <a:ext uri="{FF2B5EF4-FFF2-40B4-BE49-F238E27FC236}">
                    <a16:creationId xmlns:a16="http://schemas.microsoft.com/office/drawing/2014/main" id="{2B1DB502-0791-60BC-22CC-03589C154B8E}"/>
                  </a:ext>
                </a:extLst>
              </p:cNvPr>
              <p:cNvSpPr/>
              <p:nvPr/>
            </p:nvSpPr>
            <p:spPr>
              <a:xfrm>
                <a:off x="7284046" y="2339514"/>
                <a:ext cx="809210" cy="809207"/>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6E2DC1A9-24FD-0BEF-6932-3517431EE3E9}"/>
                  </a:ext>
                </a:extLst>
              </p:cNvPr>
              <p:cNvSpPr/>
              <p:nvPr/>
            </p:nvSpPr>
            <p:spPr>
              <a:xfrm>
                <a:off x="7408013" y="2463480"/>
                <a:ext cx="561277" cy="561274"/>
              </a:xfrm>
              <a:prstGeom prst="ellipse">
                <a:avLst/>
              </a:prstGeom>
              <a:solidFill>
                <a:schemeClr val="accent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09B840E9-C815-81C3-2E7A-EA8A2CB0737F}"/>
                </a:ext>
              </a:extLst>
            </p:cNvPr>
            <p:cNvGrpSpPr/>
            <p:nvPr userDrawn="1"/>
          </p:nvGrpSpPr>
          <p:grpSpPr>
            <a:xfrm>
              <a:off x="7539509" y="5557367"/>
              <a:ext cx="457222" cy="457215"/>
              <a:chOff x="7284044" y="2339516"/>
              <a:chExt cx="809213" cy="809206"/>
            </a:xfrm>
          </p:grpSpPr>
          <p:sp>
            <p:nvSpPr>
              <p:cNvPr id="35" name="Oval 34">
                <a:extLst>
                  <a:ext uri="{FF2B5EF4-FFF2-40B4-BE49-F238E27FC236}">
                    <a16:creationId xmlns:a16="http://schemas.microsoft.com/office/drawing/2014/main" id="{6BFB4969-7826-653A-8335-91090BEE3169}"/>
                  </a:ext>
                </a:extLst>
              </p:cNvPr>
              <p:cNvSpPr/>
              <p:nvPr/>
            </p:nvSpPr>
            <p:spPr>
              <a:xfrm>
                <a:off x="7284044" y="2339516"/>
                <a:ext cx="809213" cy="809206"/>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61BD2E34-2E89-F9D3-1431-25B995EB88A8}"/>
                  </a:ext>
                </a:extLst>
              </p:cNvPr>
              <p:cNvSpPr/>
              <p:nvPr/>
            </p:nvSpPr>
            <p:spPr>
              <a:xfrm>
                <a:off x="7408013" y="2463479"/>
                <a:ext cx="561274" cy="561274"/>
              </a:xfrm>
              <a:prstGeom prst="ellipse">
                <a:avLst/>
              </a:prstGeom>
              <a:solidFill>
                <a:schemeClr val="accent4"/>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2321B045-9AC9-E094-DCDD-B771255AC962}"/>
                </a:ext>
              </a:extLst>
            </p:cNvPr>
            <p:cNvGrpSpPr/>
            <p:nvPr userDrawn="1"/>
          </p:nvGrpSpPr>
          <p:grpSpPr>
            <a:xfrm>
              <a:off x="8540793" y="5981627"/>
              <a:ext cx="550500" cy="550491"/>
              <a:chOff x="7419512" y="2474983"/>
              <a:chExt cx="538276" cy="538270"/>
            </a:xfrm>
          </p:grpSpPr>
          <p:sp>
            <p:nvSpPr>
              <p:cNvPr id="38" name="Oval 37">
                <a:extLst>
                  <a:ext uri="{FF2B5EF4-FFF2-40B4-BE49-F238E27FC236}">
                    <a16:creationId xmlns:a16="http://schemas.microsoft.com/office/drawing/2014/main" id="{17C31937-934B-B027-0B9D-82573E079FE7}"/>
                  </a:ext>
                </a:extLst>
              </p:cNvPr>
              <p:cNvSpPr/>
              <p:nvPr/>
            </p:nvSpPr>
            <p:spPr>
              <a:xfrm>
                <a:off x="7419512" y="2474983"/>
                <a:ext cx="538276" cy="538270"/>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9314D664-CD75-3C65-E28F-50032815547D}"/>
                  </a:ext>
                </a:extLst>
              </p:cNvPr>
              <p:cNvSpPr/>
              <p:nvPr/>
            </p:nvSpPr>
            <p:spPr>
              <a:xfrm>
                <a:off x="7499632" y="2555095"/>
                <a:ext cx="378042" cy="378042"/>
              </a:xfrm>
              <a:prstGeom prst="ellipse">
                <a:avLst/>
              </a:prstGeom>
              <a:solidFill>
                <a:schemeClr val="accent6"/>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FD8472B3-344A-3DAB-67CD-7FC1FFF248B4}"/>
                </a:ext>
              </a:extLst>
            </p:cNvPr>
            <p:cNvGrpSpPr/>
            <p:nvPr userDrawn="1"/>
          </p:nvGrpSpPr>
          <p:grpSpPr>
            <a:xfrm>
              <a:off x="9416552" y="5223821"/>
              <a:ext cx="786055" cy="786050"/>
              <a:chOff x="7284045" y="2339514"/>
              <a:chExt cx="809211" cy="809207"/>
            </a:xfrm>
          </p:grpSpPr>
          <p:sp>
            <p:nvSpPr>
              <p:cNvPr id="41" name="Oval 40">
                <a:extLst>
                  <a:ext uri="{FF2B5EF4-FFF2-40B4-BE49-F238E27FC236}">
                    <a16:creationId xmlns:a16="http://schemas.microsoft.com/office/drawing/2014/main" id="{21B8999A-1351-5B15-90BA-7F950E9E206E}"/>
                  </a:ext>
                </a:extLst>
              </p:cNvPr>
              <p:cNvSpPr/>
              <p:nvPr/>
            </p:nvSpPr>
            <p:spPr>
              <a:xfrm>
                <a:off x="7284045" y="2339514"/>
                <a:ext cx="809211" cy="809207"/>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E861FBC-6523-FE03-EA3D-E1B4890BA687}"/>
                  </a:ext>
                </a:extLst>
              </p:cNvPr>
              <p:cNvSpPr/>
              <p:nvPr/>
            </p:nvSpPr>
            <p:spPr>
              <a:xfrm>
                <a:off x="7408011" y="2463478"/>
                <a:ext cx="561278" cy="561276"/>
              </a:xfrm>
              <a:prstGeom prst="ellipse">
                <a:avLst/>
              </a:prstGeom>
              <a:solidFill>
                <a:schemeClr val="accent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3" name="Group 42">
              <a:extLst>
                <a:ext uri="{FF2B5EF4-FFF2-40B4-BE49-F238E27FC236}">
                  <a16:creationId xmlns:a16="http://schemas.microsoft.com/office/drawing/2014/main" id="{48BDD6D8-A79C-AB73-8F81-A2C6188A9447}"/>
                </a:ext>
              </a:extLst>
            </p:cNvPr>
            <p:cNvGrpSpPr/>
            <p:nvPr userDrawn="1"/>
          </p:nvGrpSpPr>
          <p:grpSpPr>
            <a:xfrm>
              <a:off x="7211114" y="2936077"/>
              <a:ext cx="656284" cy="656278"/>
              <a:chOff x="7284044" y="2339515"/>
              <a:chExt cx="809211" cy="809207"/>
            </a:xfrm>
          </p:grpSpPr>
          <p:sp>
            <p:nvSpPr>
              <p:cNvPr id="44" name="Oval 43">
                <a:extLst>
                  <a:ext uri="{FF2B5EF4-FFF2-40B4-BE49-F238E27FC236}">
                    <a16:creationId xmlns:a16="http://schemas.microsoft.com/office/drawing/2014/main" id="{24F8ACB2-AFC4-51DA-5FC9-04F75EB411D5}"/>
                  </a:ext>
                </a:extLst>
              </p:cNvPr>
              <p:cNvSpPr/>
              <p:nvPr/>
            </p:nvSpPr>
            <p:spPr>
              <a:xfrm>
                <a:off x="7284044" y="2339515"/>
                <a:ext cx="809211" cy="809207"/>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D8E0A51-31C2-7552-5AC0-72F3FBBF4E75}"/>
                  </a:ext>
                </a:extLst>
              </p:cNvPr>
              <p:cNvSpPr/>
              <p:nvPr/>
            </p:nvSpPr>
            <p:spPr>
              <a:xfrm>
                <a:off x="7408011" y="2463479"/>
                <a:ext cx="561275" cy="561274"/>
              </a:xfrm>
              <a:prstGeom prst="ellipse">
                <a:avLst/>
              </a:prstGeom>
              <a:solidFill>
                <a:schemeClr val="accent6"/>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E966DB03-C3DE-BE91-E7F4-DC6CA03E9098}"/>
                </a:ext>
              </a:extLst>
            </p:cNvPr>
            <p:cNvGrpSpPr/>
            <p:nvPr userDrawn="1"/>
          </p:nvGrpSpPr>
          <p:grpSpPr>
            <a:xfrm>
              <a:off x="8244974" y="2343066"/>
              <a:ext cx="499520" cy="499514"/>
              <a:chOff x="7284045" y="2339514"/>
              <a:chExt cx="809214" cy="809208"/>
            </a:xfrm>
          </p:grpSpPr>
          <p:sp>
            <p:nvSpPr>
              <p:cNvPr id="47" name="Oval 46">
                <a:extLst>
                  <a:ext uri="{FF2B5EF4-FFF2-40B4-BE49-F238E27FC236}">
                    <a16:creationId xmlns:a16="http://schemas.microsoft.com/office/drawing/2014/main" id="{5B86532B-31A6-CC09-5C2E-26549ACFC2A5}"/>
                  </a:ext>
                </a:extLst>
              </p:cNvPr>
              <p:cNvSpPr/>
              <p:nvPr/>
            </p:nvSpPr>
            <p:spPr>
              <a:xfrm>
                <a:off x="7284045" y="2339514"/>
                <a:ext cx="809214" cy="809208"/>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ED1379EC-8C4B-9C21-3784-68DB0BB592F4}"/>
                  </a:ext>
                </a:extLst>
              </p:cNvPr>
              <p:cNvSpPr/>
              <p:nvPr/>
            </p:nvSpPr>
            <p:spPr>
              <a:xfrm>
                <a:off x="7408013" y="2463481"/>
                <a:ext cx="561278" cy="561274"/>
              </a:xfrm>
              <a:prstGeom prst="ellipse">
                <a:avLst/>
              </a:prstGeom>
              <a:solidFill>
                <a:schemeClr val="accent4"/>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9" name="Group 48">
              <a:extLst>
                <a:ext uri="{FF2B5EF4-FFF2-40B4-BE49-F238E27FC236}">
                  <a16:creationId xmlns:a16="http://schemas.microsoft.com/office/drawing/2014/main" id="{E52A5612-FF7F-ECD3-50F7-89EC45314357}"/>
                </a:ext>
              </a:extLst>
            </p:cNvPr>
            <p:cNvGrpSpPr/>
            <p:nvPr userDrawn="1"/>
          </p:nvGrpSpPr>
          <p:grpSpPr>
            <a:xfrm>
              <a:off x="8953653" y="1692279"/>
              <a:ext cx="687029" cy="687022"/>
              <a:chOff x="7284045" y="2339516"/>
              <a:chExt cx="809209" cy="809205"/>
            </a:xfrm>
          </p:grpSpPr>
          <p:sp>
            <p:nvSpPr>
              <p:cNvPr id="50" name="Oval 49">
                <a:extLst>
                  <a:ext uri="{FF2B5EF4-FFF2-40B4-BE49-F238E27FC236}">
                    <a16:creationId xmlns:a16="http://schemas.microsoft.com/office/drawing/2014/main" id="{BEFC479C-3A89-9DAC-DD93-70E2F5FEE248}"/>
                  </a:ext>
                </a:extLst>
              </p:cNvPr>
              <p:cNvSpPr/>
              <p:nvPr/>
            </p:nvSpPr>
            <p:spPr>
              <a:xfrm>
                <a:off x="7284045" y="2339516"/>
                <a:ext cx="809209" cy="809205"/>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C868173-1CB7-177C-A4C0-2C0A779BD859}"/>
                  </a:ext>
                </a:extLst>
              </p:cNvPr>
              <p:cNvSpPr/>
              <p:nvPr/>
            </p:nvSpPr>
            <p:spPr>
              <a:xfrm>
                <a:off x="7408012" y="2463479"/>
                <a:ext cx="561274" cy="561274"/>
              </a:xfrm>
              <a:prstGeom prst="ellipse">
                <a:avLst/>
              </a:prstGeom>
              <a:solidFill>
                <a:schemeClr val="accent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E42177FD-73D9-A635-5802-48BB07D008EF}"/>
                </a:ext>
              </a:extLst>
            </p:cNvPr>
            <p:cNvGrpSpPr/>
            <p:nvPr userDrawn="1"/>
          </p:nvGrpSpPr>
          <p:grpSpPr>
            <a:xfrm>
              <a:off x="9295897" y="2640287"/>
              <a:ext cx="848351" cy="848344"/>
              <a:chOff x="7284045" y="2339514"/>
              <a:chExt cx="809210" cy="809207"/>
            </a:xfrm>
          </p:grpSpPr>
          <p:sp>
            <p:nvSpPr>
              <p:cNvPr id="53" name="Oval 52">
                <a:extLst>
                  <a:ext uri="{FF2B5EF4-FFF2-40B4-BE49-F238E27FC236}">
                    <a16:creationId xmlns:a16="http://schemas.microsoft.com/office/drawing/2014/main" id="{7D221DE3-1006-3960-446B-B67ED42235ED}"/>
                  </a:ext>
                </a:extLst>
              </p:cNvPr>
              <p:cNvSpPr/>
              <p:nvPr/>
            </p:nvSpPr>
            <p:spPr>
              <a:xfrm>
                <a:off x="7284045" y="2339514"/>
                <a:ext cx="809210" cy="809207"/>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7417633E-BB7C-C801-98D7-A92E6C190C47}"/>
                  </a:ext>
                </a:extLst>
              </p:cNvPr>
              <p:cNvSpPr/>
              <p:nvPr/>
            </p:nvSpPr>
            <p:spPr>
              <a:xfrm>
                <a:off x="7408013" y="2463480"/>
                <a:ext cx="561277" cy="561273"/>
              </a:xfrm>
              <a:prstGeom prst="ellipse">
                <a:avLst/>
              </a:prstGeom>
              <a:solidFill>
                <a:schemeClr val="tx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5" name="Group 54">
              <a:extLst>
                <a:ext uri="{FF2B5EF4-FFF2-40B4-BE49-F238E27FC236}">
                  <a16:creationId xmlns:a16="http://schemas.microsoft.com/office/drawing/2014/main" id="{35FB7FDC-E365-EE50-9052-0859B9E47BC8}"/>
                </a:ext>
              </a:extLst>
            </p:cNvPr>
            <p:cNvGrpSpPr/>
            <p:nvPr userDrawn="1"/>
          </p:nvGrpSpPr>
          <p:grpSpPr>
            <a:xfrm>
              <a:off x="10727861" y="3906440"/>
              <a:ext cx="670552" cy="670545"/>
              <a:chOff x="7284045" y="2339514"/>
              <a:chExt cx="809213" cy="809208"/>
            </a:xfrm>
          </p:grpSpPr>
          <p:sp>
            <p:nvSpPr>
              <p:cNvPr id="56" name="Oval 55">
                <a:extLst>
                  <a:ext uri="{FF2B5EF4-FFF2-40B4-BE49-F238E27FC236}">
                    <a16:creationId xmlns:a16="http://schemas.microsoft.com/office/drawing/2014/main" id="{34F59618-59AA-35B8-F8A3-FD3C8C3E139D}"/>
                  </a:ext>
                </a:extLst>
              </p:cNvPr>
              <p:cNvSpPr/>
              <p:nvPr/>
            </p:nvSpPr>
            <p:spPr>
              <a:xfrm>
                <a:off x="7284045" y="2339514"/>
                <a:ext cx="809213" cy="809208"/>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EC17ABB8-045A-BFF5-45CB-712032A0B744}"/>
                  </a:ext>
                </a:extLst>
              </p:cNvPr>
              <p:cNvSpPr/>
              <p:nvPr/>
            </p:nvSpPr>
            <p:spPr>
              <a:xfrm>
                <a:off x="7408012" y="2463478"/>
                <a:ext cx="561279" cy="561276"/>
              </a:xfrm>
              <a:prstGeom prst="ellipse">
                <a:avLst/>
              </a:prstGeom>
              <a:solidFill>
                <a:schemeClr val="tx1"/>
              </a:solidFill>
              <a:ln>
                <a:noFill/>
              </a:ln>
              <a:effectLst>
                <a:outerShdw blurRad="190500" algn="ctr"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44FFA337-A9A2-1160-8B2A-8812F2582761}"/>
                </a:ext>
              </a:extLst>
            </p:cNvPr>
            <p:cNvGrpSpPr/>
            <p:nvPr userDrawn="1"/>
          </p:nvGrpSpPr>
          <p:grpSpPr>
            <a:xfrm>
              <a:off x="7571939" y="3496354"/>
              <a:ext cx="1823573" cy="1823561"/>
              <a:chOff x="7225325" y="2280796"/>
              <a:chExt cx="926650" cy="926646"/>
            </a:xfrm>
          </p:grpSpPr>
          <p:sp>
            <p:nvSpPr>
              <p:cNvPr id="59" name="Oval 58">
                <a:extLst>
                  <a:ext uri="{FF2B5EF4-FFF2-40B4-BE49-F238E27FC236}">
                    <a16:creationId xmlns:a16="http://schemas.microsoft.com/office/drawing/2014/main" id="{686D3C88-04AA-192A-295F-192906E2D431}"/>
                  </a:ext>
                </a:extLst>
              </p:cNvPr>
              <p:cNvSpPr/>
              <p:nvPr/>
            </p:nvSpPr>
            <p:spPr>
              <a:xfrm>
                <a:off x="7225325" y="2280796"/>
                <a:ext cx="926650" cy="926646"/>
              </a:xfrm>
              <a:prstGeom prst="ellipse">
                <a:avLst/>
              </a:prstGeom>
              <a:solidFill>
                <a:srgbClr val="FFFFFF"/>
              </a:solidFill>
              <a:ln>
                <a:noFill/>
              </a:ln>
              <a:effectLst>
                <a:outerShdw blurRad="317500" dist="177800" dir="2700000" algn="ctr" rotWithShape="0">
                  <a:prstClr val="black">
                    <a:alpha val="15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F84F9870-0E85-B8E2-C134-837556EE8EAB}"/>
                  </a:ext>
                </a:extLst>
              </p:cNvPr>
              <p:cNvSpPr/>
              <p:nvPr/>
            </p:nvSpPr>
            <p:spPr>
              <a:xfrm>
                <a:off x="7280812" y="2336278"/>
                <a:ext cx="815677" cy="815677"/>
              </a:xfrm>
              <a:prstGeom prst="ellipse">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61" name="Shape 2529">
              <a:extLst>
                <a:ext uri="{FF2B5EF4-FFF2-40B4-BE49-F238E27FC236}">
                  <a16:creationId xmlns:a16="http://schemas.microsoft.com/office/drawing/2014/main" id="{5DF18DB0-1A38-8F3D-28E7-529811BDDBAB}"/>
                </a:ext>
              </a:extLst>
            </p:cNvPr>
            <p:cNvSpPr/>
            <p:nvPr userDrawn="1"/>
          </p:nvSpPr>
          <p:spPr>
            <a:xfrm>
              <a:off x="6917689" y="4772934"/>
              <a:ext cx="139424" cy="191708"/>
            </a:xfrm>
            <a:custGeom>
              <a:avLst/>
              <a:gdLst/>
              <a:ahLst/>
              <a:cxnLst>
                <a:cxn ang="0">
                  <a:pos x="wd2" y="hd2"/>
                </a:cxn>
                <a:cxn ang="5400000">
                  <a:pos x="wd2" y="hd2"/>
                </a:cxn>
                <a:cxn ang="10800000">
                  <a:pos x="wd2" y="hd2"/>
                </a:cxn>
                <a:cxn ang="16200000">
                  <a:pos x="wd2" y="hd2"/>
                </a:cxn>
              </a:cxnLst>
              <a:rect l="0" t="0" r="r" b="b"/>
              <a:pathLst>
                <a:path w="21600" h="21600" extrusionOk="0">
                  <a:moveTo>
                    <a:pt x="11475" y="15573"/>
                  </a:moveTo>
                  <a:lnTo>
                    <a:pt x="11475" y="16200"/>
                  </a:lnTo>
                  <a:cubicBezTo>
                    <a:pt x="11475" y="16471"/>
                    <a:pt x="11172" y="16691"/>
                    <a:pt x="10800" y="16691"/>
                  </a:cubicBezTo>
                  <a:cubicBezTo>
                    <a:pt x="10428" y="16691"/>
                    <a:pt x="10125" y="16471"/>
                    <a:pt x="10125" y="16200"/>
                  </a:cubicBezTo>
                  <a:lnTo>
                    <a:pt x="10125" y="15573"/>
                  </a:lnTo>
                  <a:cubicBezTo>
                    <a:pt x="9723" y="15403"/>
                    <a:pt x="9450" y="15090"/>
                    <a:pt x="9450" y="14727"/>
                  </a:cubicBezTo>
                  <a:cubicBezTo>
                    <a:pt x="9450" y="14185"/>
                    <a:pt x="10055" y="13745"/>
                    <a:pt x="10800" y="13745"/>
                  </a:cubicBezTo>
                  <a:cubicBezTo>
                    <a:pt x="11545" y="13745"/>
                    <a:pt x="12150" y="14185"/>
                    <a:pt x="12150" y="14727"/>
                  </a:cubicBezTo>
                  <a:cubicBezTo>
                    <a:pt x="12150" y="15090"/>
                    <a:pt x="11876" y="15403"/>
                    <a:pt x="11475" y="15573"/>
                  </a:cubicBezTo>
                  <a:moveTo>
                    <a:pt x="10800" y="12764"/>
                  </a:moveTo>
                  <a:cubicBezTo>
                    <a:pt x="9309" y="12764"/>
                    <a:pt x="8100" y="13643"/>
                    <a:pt x="8100" y="14727"/>
                  </a:cubicBezTo>
                  <a:cubicBezTo>
                    <a:pt x="8100" y="15232"/>
                    <a:pt x="8369" y="15686"/>
                    <a:pt x="8798" y="16034"/>
                  </a:cubicBezTo>
                  <a:cubicBezTo>
                    <a:pt x="8789" y="16089"/>
                    <a:pt x="8775" y="16143"/>
                    <a:pt x="8775" y="16200"/>
                  </a:cubicBezTo>
                  <a:cubicBezTo>
                    <a:pt x="8775" y="17014"/>
                    <a:pt x="9681" y="17673"/>
                    <a:pt x="10800" y="17673"/>
                  </a:cubicBezTo>
                  <a:cubicBezTo>
                    <a:pt x="11919" y="17673"/>
                    <a:pt x="12825" y="17014"/>
                    <a:pt x="12825" y="16200"/>
                  </a:cubicBezTo>
                  <a:cubicBezTo>
                    <a:pt x="12825" y="16143"/>
                    <a:pt x="12810" y="16089"/>
                    <a:pt x="12802" y="16034"/>
                  </a:cubicBezTo>
                  <a:cubicBezTo>
                    <a:pt x="13231" y="15687"/>
                    <a:pt x="13500" y="15232"/>
                    <a:pt x="13500" y="14727"/>
                  </a:cubicBezTo>
                  <a:cubicBezTo>
                    <a:pt x="13500" y="13643"/>
                    <a:pt x="12291" y="12764"/>
                    <a:pt x="10800" y="12764"/>
                  </a:cubicBezTo>
                  <a:moveTo>
                    <a:pt x="20250" y="19636"/>
                  </a:moveTo>
                  <a:cubicBezTo>
                    <a:pt x="20250" y="20179"/>
                    <a:pt x="19645" y="20618"/>
                    <a:pt x="18900" y="20618"/>
                  </a:cubicBezTo>
                  <a:lnTo>
                    <a:pt x="2700" y="20618"/>
                  </a:lnTo>
                  <a:cubicBezTo>
                    <a:pt x="1955" y="20618"/>
                    <a:pt x="1350" y="20179"/>
                    <a:pt x="1350" y="19636"/>
                  </a:cubicBezTo>
                  <a:lnTo>
                    <a:pt x="1350" y="10800"/>
                  </a:lnTo>
                  <a:cubicBezTo>
                    <a:pt x="1350" y="10258"/>
                    <a:pt x="1955" y="9818"/>
                    <a:pt x="2700" y="9818"/>
                  </a:cubicBezTo>
                  <a:lnTo>
                    <a:pt x="18900" y="9818"/>
                  </a:lnTo>
                  <a:cubicBezTo>
                    <a:pt x="19645" y="9818"/>
                    <a:pt x="20250" y="10258"/>
                    <a:pt x="20250" y="10800"/>
                  </a:cubicBezTo>
                  <a:cubicBezTo>
                    <a:pt x="20250" y="10800"/>
                    <a:pt x="20250" y="19636"/>
                    <a:pt x="20250" y="19636"/>
                  </a:cubicBezTo>
                  <a:close/>
                  <a:moveTo>
                    <a:pt x="18900" y="8836"/>
                  </a:moveTo>
                  <a:lnTo>
                    <a:pt x="18900" y="5891"/>
                  </a:lnTo>
                  <a:cubicBezTo>
                    <a:pt x="18900" y="2638"/>
                    <a:pt x="15273" y="0"/>
                    <a:pt x="10800" y="0"/>
                  </a:cubicBezTo>
                  <a:cubicBezTo>
                    <a:pt x="6327" y="0"/>
                    <a:pt x="2700" y="2638"/>
                    <a:pt x="2700" y="5891"/>
                  </a:cubicBezTo>
                  <a:cubicBezTo>
                    <a:pt x="2700" y="6162"/>
                    <a:pt x="3003" y="6382"/>
                    <a:pt x="3375" y="6382"/>
                  </a:cubicBezTo>
                  <a:cubicBezTo>
                    <a:pt x="3747" y="6382"/>
                    <a:pt x="4050" y="6162"/>
                    <a:pt x="4050" y="5891"/>
                  </a:cubicBezTo>
                  <a:cubicBezTo>
                    <a:pt x="4050" y="3180"/>
                    <a:pt x="7072" y="982"/>
                    <a:pt x="10800" y="982"/>
                  </a:cubicBezTo>
                  <a:cubicBezTo>
                    <a:pt x="14528" y="982"/>
                    <a:pt x="17550" y="3180"/>
                    <a:pt x="17550" y="5891"/>
                  </a:cubicBezTo>
                  <a:lnTo>
                    <a:pt x="17550" y="8836"/>
                  </a:lnTo>
                  <a:lnTo>
                    <a:pt x="2700" y="8836"/>
                  </a:lnTo>
                  <a:cubicBezTo>
                    <a:pt x="1209" y="8836"/>
                    <a:pt x="0" y="9716"/>
                    <a:pt x="0" y="10800"/>
                  </a:cubicBezTo>
                  <a:lnTo>
                    <a:pt x="0" y="19636"/>
                  </a:lnTo>
                  <a:cubicBezTo>
                    <a:pt x="0" y="20721"/>
                    <a:pt x="1209" y="21600"/>
                    <a:pt x="2700" y="21600"/>
                  </a:cubicBezTo>
                  <a:lnTo>
                    <a:pt x="18900" y="21600"/>
                  </a:lnTo>
                  <a:cubicBezTo>
                    <a:pt x="20391" y="21600"/>
                    <a:pt x="21600" y="20721"/>
                    <a:pt x="21600" y="19636"/>
                  </a:cubicBezTo>
                  <a:lnTo>
                    <a:pt x="21600" y="10800"/>
                  </a:lnTo>
                  <a:cubicBezTo>
                    <a:pt x="21600" y="9716"/>
                    <a:pt x="20391" y="8836"/>
                    <a:pt x="18900" y="8836"/>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2" name="Shape 2546">
              <a:extLst>
                <a:ext uri="{FF2B5EF4-FFF2-40B4-BE49-F238E27FC236}">
                  <a16:creationId xmlns:a16="http://schemas.microsoft.com/office/drawing/2014/main" id="{FCEEA3E6-3F97-27DB-DFBA-8F228AFD3B5F}"/>
                </a:ext>
              </a:extLst>
            </p:cNvPr>
            <p:cNvSpPr/>
            <p:nvPr userDrawn="1"/>
          </p:nvSpPr>
          <p:spPr>
            <a:xfrm>
              <a:off x="6371714" y="3820289"/>
              <a:ext cx="246300" cy="201516"/>
            </a:xfrm>
            <a:custGeom>
              <a:avLst/>
              <a:gdLst/>
              <a:ahLst/>
              <a:cxnLst>
                <a:cxn ang="0">
                  <a:pos x="wd2" y="hd2"/>
                </a:cxn>
                <a:cxn ang="5400000">
                  <a:pos x="wd2" y="hd2"/>
                </a:cxn>
                <a:cxn ang="10800000">
                  <a:pos x="wd2" y="hd2"/>
                </a:cxn>
                <a:cxn ang="16200000">
                  <a:pos x="wd2" y="hd2"/>
                </a:cxn>
              </a:cxnLst>
              <a:rect l="0" t="0" r="r" b="b"/>
              <a:pathLst>
                <a:path w="21600" h="21600" extrusionOk="0">
                  <a:moveTo>
                    <a:pt x="20618" y="20400"/>
                  </a:moveTo>
                  <a:lnTo>
                    <a:pt x="18655" y="20400"/>
                  </a:lnTo>
                  <a:lnTo>
                    <a:pt x="18655" y="1200"/>
                  </a:lnTo>
                  <a:lnTo>
                    <a:pt x="20618" y="1200"/>
                  </a:lnTo>
                  <a:cubicBezTo>
                    <a:pt x="20618" y="1200"/>
                    <a:pt x="20618" y="20400"/>
                    <a:pt x="20618" y="20400"/>
                  </a:cubicBezTo>
                  <a:close/>
                  <a:moveTo>
                    <a:pt x="21109" y="0"/>
                  </a:moveTo>
                  <a:lnTo>
                    <a:pt x="18164" y="0"/>
                  </a:lnTo>
                  <a:cubicBezTo>
                    <a:pt x="17893" y="0"/>
                    <a:pt x="17673" y="269"/>
                    <a:pt x="17673" y="600"/>
                  </a:cubicBezTo>
                  <a:lnTo>
                    <a:pt x="17673" y="21000"/>
                  </a:lnTo>
                  <a:cubicBezTo>
                    <a:pt x="17673" y="21332"/>
                    <a:pt x="17893" y="21600"/>
                    <a:pt x="18164" y="21600"/>
                  </a:cubicBezTo>
                  <a:lnTo>
                    <a:pt x="21109" y="21600"/>
                  </a:lnTo>
                  <a:cubicBezTo>
                    <a:pt x="21380" y="21600"/>
                    <a:pt x="21600" y="21332"/>
                    <a:pt x="21600" y="21000"/>
                  </a:cubicBezTo>
                  <a:lnTo>
                    <a:pt x="21600" y="600"/>
                  </a:lnTo>
                  <a:cubicBezTo>
                    <a:pt x="21600" y="269"/>
                    <a:pt x="21380" y="0"/>
                    <a:pt x="21109" y="0"/>
                  </a:cubicBezTo>
                  <a:moveTo>
                    <a:pt x="8836" y="20400"/>
                  </a:moveTo>
                  <a:lnTo>
                    <a:pt x="6873" y="20400"/>
                  </a:lnTo>
                  <a:lnTo>
                    <a:pt x="6873" y="3600"/>
                  </a:lnTo>
                  <a:lnTo>
                    <a:pt x="8836" y="3600"/>
                  </a:lnTo>
                  <a:cubicBezTo>
                    <a:pt x="8836" y="3600"/>
                    <a:pt x="8836" y="20400"/>
                    <a:pt x="8836" y="20400"/>
                  </a:cubicBezTo>
                  <a:close/>
                  <a:moveTo>
                    <a:pt x="9327" y="2400"/>
                  </a:moveTo>
                  <a:lnTo>
                    <a:pt x="6382" y="2400"/>
                  </a:lnTo>
                  <a:cubicBezTo>
                    <a:pt x="6111" y="2400"/>
                    <a:pt x="5891" y="2669"/>
                    <a:pt x="5891" y="3000"/>
                  </a:cubicBezTo>
                  <a:lnTo>
                    <a:pt x="5891" y="21000"/>
                  </a:lnTo>
                  <a:cubicBezTo>
                    <a:pt x="5891" y="21332"/>
                    <a:pt x="6111" y="21600"/>
                    <a:pt x="6382" y="21600"/>
                  </a:cubicBezTo>
                  <a:lnTo>
                    <a:pt x="9327" y="21600"/>
                  </a:lnTo>
                  <a:cubicBezTo>
                    <a:pt x="9598" y="21600"/>
                    <a:pt x="9818" y="21332"/>
                    <a:pt x="9818" y="21000"/>
                  </a:cubicBezTo>
                  <a:lnTo>
                    <a:pt x="9818" y="3000"/>
                  </a:lnTo>
                  <a:cubicBezTo>
                    <a:pt x="9818" y="2669"/>
                    <a:pt x="9598" y="2400"/>
                    <a:pt x="9327" y="2400"/>
                  </a:cubicBezTo>
                  <a:moveTo>
                    <a:pt x="14727" y="20400"/>
                  </a:moveTo>
                  <a:lnTo>
                    <a:pt x="12764" y="20400"/>
                  </a:lnTo>
                  <a:lnTo>
                    <a:pt x="12764" y="10800"/>
                  </a:lnTo>
                  <a:lnTo>
                    <a:pt x="14727" y="10800"/>
                  </a:lnTo>
                  <a:cubicBezTo>
                    <a:pt x="14727" y="10800"/>
                    <a:pt x="14727" y="20400"/>
                    <a:pt x="14727" y="20400"/>
                  </a:cubicBezTo>
                  <a:close/>
                  <a:moveTo>
                    <a:pt x="15218" y="9600"/>
                  </a:moveTo>
                  <a:lnTo>
                    <a:pt x="12273" y="9600"/>
                  </a:lnTo>
                  <a:cubicBezTo>
                    <a:pt x="12002" y="9600"/>
                    <a:pt x="11782" y="9869"/>
                    <a:pt x="11782" y="10200"/>
                  </a:cubicBezTo>
                  <a:lnTo>
                    <a:pt x="11782" y="21000"/>
                  </a:lnTo>
                  <a:cubicBezTo>
                    <a:pt x="11782" y="21332"/>
                    <a:pt x="12002" y="21600"/>
                    <a:pt x="12273" y="21600"/>
                  </a:cubicBezTo>
                  <a:lnTo>
                    <a:pt x="15218" y="21600"/>
                  </a:lnTo>
                  <a:cubicBezTo>
                    <a:pt x="15489" y="21600"/>
                    <a:pt x="15709" y="21332"/>
                    <a:pt x="15709" y="21000"/>
                  </a:cubicBezTo>
                  <a:lnTo>
                    <a:pt x="15709" y="10200"/>
                  </a:lnTo>
                  <a:cubicBezTo>
                    <a:pt x="15709" y="9869"/>
                    <a:pt x="15489" y="9600"/>
                    <a:pt x="15218" y="9600"/>
                  </a:cubicBezTo>
                  <a:moveTo>
                    <a:pt x="2945" y="20400"/>
                  </a:moveTo>
                  <a:lnTo>
                    <a:pt x="982" y="20400"/>
                  </a:lnTo>
                  <a:lnTo>
                    <a:pt x="982" y="14400"/>
                  </a:lnTo>
                  <a:lnTo>
                    <a:pt x="2945" y="14400"/>
                  </a:lnTo>
                  <a:cubicBezTo>
                    <a:pt x="2945" y="14400"/>
                    <a:pt x="2945" y="20400"/>
                    <a:pt x="2945" y="20400"/>
                  </a:cubicBezTo>
                  <a:close/>
                  <a:moveTo>
                    <a:pt x="3436" y="13200"/>
                  </a:moveTo>
                  <a:lnTo>
                    <a:pt x="491" y="13200"/>
                  </a:lnTo>
                  <a:cubicBezTo>
                    <a:pt x="220" y="13200"/>
                    <a:pt x="0" y="13469"/>
                    <a:pt x="0" y="13800"/>
                  </a:cubicBezTo>
                  <a:lnTo>
                    <a:pt x="0" y="21000"/>
                  </a:lnTo>
                  <a:cubicBezTo>
                    <a:pt x="0" y="21332"/>
                    <a:pt x="220" y="21600"/>
                    <a:pt x="491" y="21600"/>
                  </a:cubicBezTo>
                  <a:lnTo>
                    <a:pt x="3436" y="21600"/>
                  </a:lnTo>
                  <a:cubicBezTo>
                    <a:pt x="3707" y="21600"/>
                    <a:pt x="3927" y="21332"/>
                    <a:pt x="3927" y="21000"/>
                  </a:cubicBezTo>
                  <a:lnTo>
                    <a:pt x="3927" y="13800"/>
                  </a:lnTo>
                  <a:cubicBezTo>
                    <a:pt x="3927" y="13469"/>
                    <a:pt x="3707" y="13200"/>
                    <a:pt x="3436" y="13200"/>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3" name="Shape 2547">
              <a:extLst>
                <a:ext uri="{FF2B5EF4-FFF2-40B4-BE49-F238E27FC236}">
                  <a16:creationId xmlns:a16="http://schemas.microsoft.com/office/drawing/2014/main" id="{A671AF79-8966-179D-7099-EFCDB97755FE}"/>
                </a:ext>
              </a:extLst>
            </p:cNvPr>
            <p:cNvSpPr/>
            <p:nvPr userDrawn="1"/>
          </p:nvSpPr>
          <p:spPr>
            <a:xfrm>
              <a:off x="6555336" y="5910443"/>
              <a:ext cx="230579" cy="230579"/>
            </a:xfrm>
            <a:custGeom>
              <a:avLst/>
              <a:gdLst/>
              <a:ahLst/>
              <a:cxnLst>
                <a:cxn ang="0">
                  <a:pos x="wd2" y="hd2"/>
                </a:cxn>
                <a:cxn ang="5400000">
                  <a:pos x="wd2" y="hd2"/>
                </a:cxn>
                <a:cxn ang="10800000">
                  <a:pos x="wd2" y="hd2"/>
                </a:cxn>
                <a:cxn ang="16200000">
                  <a:pos x="wd2" y="hd2"/>
                </a:cxn>
              </a:cxnLst>
              <a:rect l="0" t="0" r="r" b="b"/>
              <a:pathLst>
                <a:path w="21600" h="21600" extrusionOk="0">
                  <a:moveTo>
                    <a:pt x="18073" y="17379"/>
                  </a:moveTo>
                  <a:lnTo>
                    <a:pt x="15643" y="14949"/>
                  </a:lnTo>
                  <a:cubicBezTo>
                    <a:pt x="16600" y="13832"/>
                    <a:pt x="17182" y="12386"/>
                    <a:pt x="17182" y="10800"/>
                  </a:cubicBezTo>
                  <a:cubicBezTo>
                    <a:pt x="17182" y="9214"/>
                    <a:pt x="16600" y="7767"/>
                    <a:pt x="15643" y="6651"/>
                  </a:cubicBezTo>
                  <a:lnTo>
                    <a:pt x="18073" y="4221"/>
                  </a:lnTo>
                  <a:cubicBezTo>
                    <a:pt x="19649" y="5963"/>
                    <a:pt x="20618" y="8266"/>
                    <a:pt x="20618" y="10800"/>
                  </a:cubicBezTo>
                  <a:cubicBezTo>
                    <a:pt x="20618" y="13335"/>
                    <a:pt x="19649" y="15637"/>
                    <a:pt x="18073" y="17379"/>
                  </a:cubicBezTo>
                  <a:moveTo>
                    <a:pt x="10800" y="20619"/>
                  </a:moveTo>
                  <a:cubicBezTo>
                    <a:pt x="8265" y="20619"/>
                    <a:pt x="5963" y="19650"/>
                    <a:pt x="4221" y="18073"/>
                  </a:cubicBezTo>
                  <a:lnTo>
                    <a:pt x="6651" y="15643"/>
                  </a:lnTo>
                  <a:cubicBezTo>
                    <a:pt x="7767" y="16600"/>
                    <a:pt x="9214" y="17182"/>
                    <a:pt x="10800" y="17182"/>
                  </a:cubicBezTo>
                  <a:cubicBezTo>
                    <a:pt x="12386" y="17182"/>
                    <a:pt x="13833" y="16600"/>
                    <a:pt x="14949" y="15643"/>
                  </a:cubicBezTo>
                  <a:lnTo>
                    <a:pt x="17379" y="18073"/>
                  </a:lnTo>
                  <a:cubicBezTo>
                    <a:pt x="15637" y="19650"/>
                    <a:pt x="13334" y="20619"/>
                    <a:pt x="10800" y="20619"/>
                  </a:cubicBezTo>
                  <a:moveTo>
                    <a:pt x="982" y="10800"/>
                  </a:moveTo>
                  <a:cubicBezTo>
                    <a:pt x="982" y="8266"/>
                    <a:pt x="1950" y="5963"/>
                    <a:pt x="3527" y="4221"/>
                  </a:cubicBezTo>
                  <a:lnTo>
                    <a:pt x="5957" y="6651"/>
                  </a:lnTo>
                  <a:cubicBezTo>
                    <a:pt x="4999" y="7767"/>
                    <a:pt x="4418" y="9214"/>
                    <a:pt x="4418" y="10800"/>
                  </a:cubicBezTo>
                  <a:cubicBezTo>
                    <a:pt x="4418" y="12386"/>
                    <a:pt x="4999" y="13832"/>
                    <a:pt x="5957" y="14949"/>
                  </a:cubicBezTo>
                  <a:lnTo>
                    <a:pt x="3527" y="17379"/>
                  </a:lnTo>
                  <a:cubicBezTo>
                    <a:pt x="1950" y="15637"/>
                    <a:pt x="982" y="13335"/>
                    <a:pt x="982" y="10800"/>
                  </a:cubicBezTo>
                  <a:moveTo>
                    <a:pt x="16200" y="10800"/>
                  </a:moveTo>
                  <a:cubicBezTo>
                    <a:pt x="16200" y="13782"/>
                    <a:pt x="13782" y="16200"/>
                    <a:pt x="10800" y="16200"/>
                  </a:cubicBezTo>
                  <a:cubicBezTo>
                    <a:pt x="7817" y="16200"/>
                    <a:pt x="5400" y="13782"/>
                    <a:pt x="5400" y="10800"/>
                  </a:cubicBezTo>
                  <a:cubicBezTo>
                    <a:pt x="5400" y="7817"/>
                    <a:pt x="7817" y="5400"/>
                    <a:pt x="10800" y="5400"/>
                  </a:cubicBezTo>
                  <a:cubicBezTo>
                    <a:pt x="13782" y="5400"/>
                    <a:pt x="16200" y="7817"/>
                    <a:pt x="16200" y="10800"/>
                  </a:cubicBezTo>
                  <a:moveTo>
                    <a:pt x="10800" y="982"/>
                  </a:moveTo>
                  <a:cubicBezTo>
                    <a:pt x="13334" y="982"/>
                    <a:pt x="15637" y="1950"/>
                    <a:pt x="17379" y="3527"/>
                  </a:cubicBezTo>
                  <a:lnTo>
                    <a:pt x="14949" y="5957"/>
                  </a:lnTo>
                  <a:cubicBezTo>
                    <a:pt x="13832" y="4999"/>
                    <a:pt x="12386" y="4418"/>
                    <a:pt x="10800" y="4418"/>
                  </a:cubicBezTo>
                  <a:cubicBezTo>
                    <a:pt x="9214" y="4418"/>
                    <a:pt x="7767" y="4999"/>
                    <a:pt x="6651" y="5957"/>
                  </a:cubicBezTo>
                  <a:lnTo>
                    <a:pt x="4221" y="3527"/>
                  </a:lnTo>
                  <a:cubicBezTo>
                    <a:pt x="5963" y="1950"/>
                    <a:pt x="8265" y="982"/>
                    <a:pt x="10800" y="982"/>
                  </a:cubicBezTo>
                  <a:moveTo>
                    <a:pt x="10800" y="0"/>
                  </a:moveTo>
                  <a:cubicBezTo>
                    <a:pt x="4835" y="0"/>
                    <a:pt x="0" y="4835"/>
                    <a:pt x="0" y="10800"/>
                  </a:cubicBezTo>
                  <a:cubicBezTo>
                    <a:pt x="0" y="16764"/>
                    <a:pt x="4835" y="21600"/>
                    <a:pt x="10800" y="21600"/>
                  </a:cubicBezTo>
                  <a:cubicBezTo>
                    <a:pt x="16764" y="21600"/>
                    <a:pt x="21600" y="16764"/>
                    <a:pt x="21600" y="10800"/>
                  </a:cubicBezTo>
                  <a:cubicBezTo>
                    <a:pt x="21600" y="4835"/>
                    <a:pt x="16764" y="0"/>
                    <a:pt x="10800" y="0"/>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4" name="Shape 2574">
              <a:extLst>
                <a:ext uri="{FF2B5EF4-FFF2-40B4-BE49-F238E27FC236}">
                  <a16:creationId xmlns:a16="http://schemas.microsoft.com/office/drawing/2014/main" id="{D74CE544-3294-0535-2C12-617A5B61F7CF}"/>
                </a:ext>
              </a:extLst>
            </p:cNvPr>
            <p:cNvSpPr/>
            <p:nvPr userDrawn="1"/>
          </p:nvSpPr>
          <p:spPr>
            <a:xfrm>
              <a:off x="7696086" y="5706737"/>
              <a:ext cx="144070" cy="158475"/>
            </a:xfrm>
            <a:custGeom>
              <a:avLst/>
              <a:gdLst/>
              <a:ahLst/>
              <a:cxnLst>
                <a:cxn ang="0">
                  <a:pos x="wd2" y="hd2"/>
                </a:cxn>
                <a:cxn ang="5400000">
                  <a:pos x="wd2" y="hd2"/>
                </a:cxn>
                <a:cxn ang="10800000">
                  <a:pos x="wd2" y="hd2"/>
                </a:cxn>
                <a:cxn ang="16200000">
                  <a:pos x="wd2" y="hd2"/>
                </a:cxn>
              </a:cxnLst>
              <a:rect l="0" t="0" r="r" b="b"/>
              <a:pathLst>
                <a:path w="21600" h="21600" extrusionOk="0">
                  <a:moveTo>
                    <a:pt x="10800" y="4909"/>
                  </a:moveTo>
                  <a:cubicBezTo>
                    <a:pt x="5432" y="4909"/>
                    <a:pt x="1080" y="4030"/>
                    <a:pt x="1080" y="2945"/>
                  </a:cubicBezTo>
                  <a:cubicBezTo>
                    <a:pt x="1080" y="1861"/>
                    <a:pt x="5432" y="982"/>
                    <a:pt x="10800" y="982"/>
                  </a:cubicBezTo>
                  <a:cubicBezTo>
                    <a:pt x="16168" y="982"/>
                    <a:pt x="20520" y="1861"/>
                    <a:pt x="20520" y="2945"/>
                  </a:cubicBezTo>
                  <a:cubicBezTo>
                    <a:pt x="20520" y="4030"/>
                    <a:pt x="16168" y="4909"/>
                    <a:pt x="10800" y="4909"/>
                  </a:cubicBezTo>
                  <a:moveTo>
                    <a:pt x="16305" y="8659"/>
                  </a:moveTo>
                  <a:cubicBezTo>
                    <a:pt x="14130" y="10260"/>
                    <a:pt x="11880" y="11916"/>
                    <a:pt x="11880" y="14727"/>
                  </a:cubicBezTo>
                  <a:cubicBezTo>
                    <a:pt x="11880" y="17561"/>
                    <a:pt x="11880" y="19270"/>
                    <a:pt x="11642" y="20135"/>
                  </a:cubicBezTo>
                  <a:cubicBezTo>
                    <a:pt x="11522" y="20573"/>
                    <a:pt x="11509" y="20618"/>
                    <a:pt x="10800" y="20618"/>
                  </a:cubicBezTo>
                  <a:cubicBezTo>
                    <a:pt x="10091" y="20618"/>
                    <a:pt x="10078" y="20573"/>
                    <a:pt x="9957" y="20135"/>
                  </a:cubicBezTo>
                  <a:cubicBezTo>
                    <a:pt x="9818" y="19627"/>
                    <a:pt x="9761" y="18820"/>
                    <a:pt x="9738" y="17673"/>
                  </a:cubicBezTo>
                  <a:lnTo>
                    <a:pt x="10260" y="17673"/>
                  </a:lnTo>
                  <a:cubicBezTo>
                    <a:pt x="10558" y="17673"/>
                    <a:pt x="10800" y="17453"/>
                    <a:pt x="10800" y="17182"/>
                  </a:cubicBezTo>
                  <a:cubicBezTo>
                    <a:pt x="10800" y="16911"/>
                    <a:pt x="10558" y="16691"/>
                    <a:pt x="10260" y="16691"/>
                  </a:cubicBezTo>
                  <a:lnTo>
                    <a:pt x="9724" y="16691"/>
                  </a:lnTo>
                  <a:cubicBezTo>
                    <a:pt x="9722" y="16381"/>
                    <a:pt x="9721" y="16059"/>
                    <a:pt x="9721" y="15709"/>
                  </a:cubicBezTo>
                  <a:lnTo>
                    <a:pt x="10260" y="15709"/>
                  </a:lnTo>
                  <a:cubicBezTo>
                    <a:pt x="10558" y="15709"/>
                    <a:pt x="10800" y="15489"/>
                    <a:pt x="10800" y="15218"/>
                  </a:cubicBezTo>
                  <a:cubicBezTo>
                    <a:pt x="10800" y="14947"/>
                    <a:pt x="10558" y="14727"/>
                    <a:pt x="10260" y="14727"/>
                  </a:cubicBezTo>
                  <a:lnTo>
                    <a:pt x="9720" y="14727"/>
                  </a:lnTo>
                  <a:cubicBezTo>
                    <a:pt x="9720" y="11916"/>
                    <a:pt x="7470" y="10260"/>
                    <a:pt x="5295" y="8659"/>
                  </a:cubicBezTo>
                  <a:cubicBezTo>
                    <a:pt x="3543" y="7370"/>
                    <a:pt x="1872" y="6139"/>
                    <a:pt x="1294" y="4344"/>
                  </a:cubicBezTo>
                  <a:cubicBezTo>
                    <a:pt x="3119" y="5266"/>
                    <a:pt x="6691" y="5891"/>
                    <a:pt x="10800" y="5891"/>
                  </a:cubicBezTo>
                  <a:cubicBezTo>
                    <a:pt x="14905" y="5891"/>
                    <a:pt x="18475" y="5266"/>
                    <a:pt x="20302" y="4347"/>
                  </a:cubicBezTo>
                  <a:cubicBezTo>
                    <a:pt x="19721" y="6143"/>
                    <a:pt x="18053" y="7373"/>
                    <a:pt x="16305" y="8659"/>
                  </a:cubicBezTo>
                  <a:moveTo>
                    <a:pt x="10800" y="0"/>
                  </a:moveTo>
                  <a:cubicBezTo>
                    <a:pt x="4835" y="0"/>
                    <a:pt x="0" y="1319"/>
                    <a:pt x="0" y="2945"/>
                  </a:cubicBezTo>
                  <a:cubicBezTo>
                    <a:pt x="0" y="8836"/>
                    <a:pt x="8640" y="9818"/>
                    <a:pt x="8640" y="14727"/>
                  </a:cubicBezTo>
                  <a:lnTo>
                    <a:pt x="8640" y="15217"/>
                  </a:lnTo>
                  <a:lnTo>
                    <a:pt x="8640" y="15218"/>
                  </a:lnTo>
                  <a:lnTo>
                    <a:pt x="8640" y="15219"/>
                  </a:lnTo>
                  <a:cubicBezTo>
                    <a:pt x="8641" y="15938"/>
                    <a:pt x="8642" y="16572"/>
                    <a:pt x="8649" y="17142"/>
                  </a:cubicBezTo>
                  <a:cubicBezTo>
                    <a:pt x="8647" y="17155"/>
                    <a:pt x="8640" y="17168"/>
                    <a:pt x="8640" y="17182"/>
                  </a:cubicBezTo>
                  <a:cubicBezTo>
                    <a:pt x="8640" y="17199"/>
                    <a:pt x="8648" y="17212"/>
                    <a:pt x="8651" y="17230"/>
                  </a:cubicBezTo>
                  <a:cubicBezTo>
                    <a:pt x="8699" y="20896"/>
                    <a:pt x="8995" y="21600"/>
                    <a:pt x="10800" y="21600"/>
                  </a:cubicBezTo>
                  <a:cubicBezTo>
                    <a:pt x="12960" y="21600"/>
                    <a:pt x="12960" y="20618"/>
                    <a:pt x="12960" y="14727"/>
                  </a:cubicBezTo>
                  <a:cubicBezTo>
                    <a:pt x="12960" y="9818"/>
                    <a:pt x="21600" y="8836"/>
                    <a:pt x="21600" y="2945"/>
                  </a:cubicBezTo>
                  <a:cubicBezTo>
                    <a:pt x="21600" y="1319"/>
                    <a:pt x="16765" y="0"/>
                    <a:pt x="10800" y="0"/>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5" name="Shape 2587">
              <a:extLst>
                <a:ext uri="{FF2B5EF4-FFF2-40B4-BE49-F238E27FC236}">
                  <a16:creationId xmlns:a16="http://schemas.microsoft.com/office/drawing/2014/main" id="{EC43FFDF-6117-D6CD-DAEF-2DA221789854}"/>
                </a:ext>
              </a:extLst>
            </p:cNvPr>
            <p:cNvSpPr/>
            <p:nvPr userDrawn="1"/>
          </p:nvSpPr>
          <p:spPr>
            <a:xfrm>
              <a:off x="7341379" y="1532930"/>
              <a:ext cx="248946" cy="248946"/>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6" name="Shape 2588">
              <a:extLst>
                <a:ext uri="{FF2B5EF4-FFF2-40B4-BE49-F238E27FC236}">
                  <a16:creationId xmlns:a16="http://schemas.microsoft.com/office/drawing/2014/main" id="{0C35986B-6059-9EAF-DFB6-A3B52D5AF8AE}"/>
                </a:ext>
              </a:extLst>
            </p:cNvPr>
            <p:cNvSpPr/>
            <p:nvPr userDrawn="1"/>
          </p:nvSpPr>
          <p:spPr>
            <a:xfrm>
              <a:off x="7435491" y="3153910"/>
              <a:ext cx="223928" cy="203578"/>
            </a:xfrm>
            <a:custGeom>
              <a:avLst/>
              <a:gdLst/>
              <a:ahLst/>
              <a:cxnLst>
                <a:cxn ang="0">
                  <a:pos x="wd2" y="hd2"/>
                </a:cxn>
                <a:cxn ang="5400000">
                  <a:pos x="wd2" y="hd2"/>
                </a:cxn>
                <a:cxn ang="10800000">
                  <a:pos x="wd2" y="hd2"/>
                </a:cxn>
                <a:cxn ang="16200000">
                  <a:pos x="wd2" y="hd2"/>
                </a:cxn>
              </a:cxnLst>
              <a:rect l="0" t="0" r="r" b="b"/>
              <a:pathLst>
                <a:path w="21600" h="21600" extrusionOk="0">
                  <a:moveTo>
                    <a:pt x="17182" y="12420"/>
                  </a:moveTo>
                  <a:cubicBezTo>
                    <a:pt x="16368" y="12420"/>
                    <a:pt x="15709" y="11694"/>
                    <a:pt x="15709" y="10800"/>
                  </a:cubicBezTo>
                  <a:cubicBezTo>
                    <a:pt x="15709" y="9906"/>
                    <a:pt x="16368" y="9180"/>
                    <a:pt x="17182" y="9180"/>
                  </a:cubicBezTo>
                  <a:cubicBezTo>
                    <a:pt x="17995" y="9180"/>
                    <a:pt x="18655" y="9906"/>
                    <a:pt x="18655" y="10800"/>
                  </a:cubicBezTo>
                  <a:cubicBezTo>
                    <a:pt x="18655" y="11694"/>
                    <a:pt x="17995" y="12420"/>
                    <a:pt x="17182" y="12420"/>
                  </a:cubicBezTo>
                  <a:moveTo>
                    <a:pt x="21109" y="10260"/>
                  </a:moveTo>
                  <a:lnTo>
                    <a:pt x="19587" y="10260"/>
                  </a:lnTo>
                  <a:cubicBezTo>
                    <a:pt x="19360" y="9028"/>
                    <a:pt x="18369" y="8100"/>
                    <a:pt x="17182" y="8100"/>
                  </a:cubicBezTo>
                  <a:cubicBezTo>
                    <a:pt x="15994" y="8100"/>
                    <a:pt x="15004" y="9028"/>
                    <a:pt x="14777" y="10260"/>
                  </a:cubicBezTo>
                  <a:lnTo>
                    <a:pt x="491" y="10260"/>
                  </a:lnTo>
                  <a:cubicBezTo>
                    <a:pt x="220" y="10260"/>
                    <a:pt x="0" y="10502"/>
                    <a:pt x="0" y="10800"/>
                  </a:cubicBezTo>
                  <a:cubicBezTo>
                    <a:pt x="0" y="11098"/>
                    <a:pt x="220" y="11340"/>
                    <a:pt x="491" y="11340"/>
                  </a:cubicBezTo>
                  <a:lnTo>
                    <a:pt x="14777" y="11340"/>
                  </a:lnTo>
                  <a:cubicBezTo>
                    <a:pt x="15004" y="12572"/>
                    <a:pt x="15994" y="13500"/>
                    <a:pt x="17182" y="13500"/>
                  </a:cubicBezTo>
                  <a:cubicBezTo>
                    <a:pt x="18369" y="13500"/>
                    <a:pt x="19360" y="12572"/>
                    <a:pt x="19587" y="11340"/>
                  </a:cubicBezTo>
                  <a:lnTo>
                    <a:pt x="21109" y="11340"/>
                  </a:lnTo>
                  <a:cubicBezTo>
                    <a:pt x="21380" y="11340"/>
                    <a:pt x="21600" y="11098"/>
                    <a:pt x="21600" y="10800"/>
                  </a:cubicBezTo>
                  <a:cubicBezTo>
                    <a:pt x="21600" y="10502"/>
                    <a:pt x="21380" y="10260"/>
                    <a:pt x="21109" y="10260"/>
                  </a:cubicBezTo>
                  <a:moveTo>
                    <a:pt x="5400" y="1080"/>
                  </a:moveTo>
                  <a:cubicBezTo>
                    <a:pt x="6214" y="1080"/>
                    <a:pt x="6873" y="1806"/>
                    <a:pt x="6873" y="2700"/>
                  </a:cubicBezTo>
                  <a:cubicBezTo>
                    <a:pt x="6873" y="3595"/>
                    <a:pt x="6214" y="4320"/>
                    <a:pt x="5400" y="4320"/>
                  </a:cubicBezTo>
                  <a:cubicBezTo>
                    <a:pt x="4586" y="4320"/>
                    <a:pt x="3927" y="3595"/>
                    <a:pt x="3927" y="2700"/>
                  </a:cubicBezTo>
                  <a:cubicBezTo>
                    <a:pt x="3927" y="1806"/>
                    <a:pt x="4586" y="1080"/>
                    <a:pt x="5400" y="1080"/>
                  </a:cubicBezTo>
                  <a:moveTo>
                    <a:pt x="491" y="3240"/>
                  </a:moveTo>
                  <a:lnTo>
                    <a:pt x="2995" y="3240"/>
                  </a:lnTo>
                  <a:cubicBezTo>
                    <a:pt x="3222" y="4472"/>
                    <a:pt x="4213" y="5400"/>
                    <a:pt x="5400" y="5400"/>
                  </a:cubicBezTo>
                  <a:cubicBezTo>
                    <a:pt x="6587" y="5400"/>
                    <a:pt x="7578" y="4472"/>
                    <a:pt x="7805" y="3240"/>
                  </a:cubicBezTo>
                  <a:lnTo>
                    <a:pt x="21109" y="3240"/>
                  </a:lnTo>
                  <a:cubicBezTo>
                    <a:pt x="21380" y="3240"/>
                    <a:pt x="21600" y="2999"/>
                    <a:pt x="21600" y="2700"/>
                  </a:cubicBezTo>
                  <a:cubicBezTo>
                    <a:pt x="21600" y="2402"/>
                    <a:pt x="21380" y="2160"/>
                    <a:pt x="21109" y="2160"/>
                  </a:cubicBezTo>
                  <a:lnTo>
                    <a:pt x="7805" y="2160"/>
                  </a:lnTo>
                  <a:cubicBezTo>
                    <a:pt x="7578" y="928"/>
                    <a:pt x="6587" y="0"/>
                    <a:pt x="5400" y="0"/>
                  </a:cubicBezTo>
                  <a:cubicBezTo>
                    <a:pt x="4213" y="0"/>
                    <a:pt x="3222" y="928"/>
                    <a:pt x="2995" y="2160"/>
                  </a:cubicBezTo>
                  <a:lnTo>
                    <a:pt x="491" y="2160"/>
                  </a:lnTo>
                  <a:cubicBezTo>
                    <a:pt x="220" y="2160"/>
                    <a:pt x="0" y="2402"/>
                    <a:pt x="0" y="2700"/>
                  </a:cubicBezTo>
                  <a:cubicBezTo>
                    <a:pt x="0" y="2999"/>
                    <a:pt x="220" y="3240"/>
                    <a:pt x="491" y="3240"/>
                  </a:cubicBezTo>
                  <a:moveTo>
                    <a:pt x="9327" y="20519"/>
                  </a:moveTo>
                  <a:cubicBezTo>
                    <a:pt x="8514" y="20519"/>
                    <a:pt x="7855" y="19794"/>
                    <a:pt x="7855" y="18899"/>
                  </a:cubicBezTo>
                  <a:cubicBezTo>
                    <a:pt x="7855" y="18005"/>
                    <a:pt x="8514" y="17279"/>
                    <a:pt x="9327" y="17279"/>
                  </a:cubicBezTo>
                  <a:cubicBezTo>
                    <a:pt x="10141" y="17279"/>
                    <a:pt x="10800" y="18005"/>
                    <a:pt x="10800" y="18899"/>
                  </a:cubicBezTo>
                  <a:cubicBezTo>
                    <a:pt x="10800" y="19794"/>
                    <a:pt x="10141" y="20519"/>
                    <a:pt x="9327" y="20519"/>
                  </a:cubicBezTo>
                  <a:moveTo>
                    <a:pt x="21109" y="18359"/>
                  </a:moveTo>
                  <a:lnTo>
                    <a:pt x="11732" y="18359"/>
                  </a:lnTo>
                  <a:cubicBezTo>
                    <a:pt x="11505" y="17127"/>
                    <a:pt x="10515" y="16199"/>
                    <a:pt x="9327" y="16199"/>
                  </a:cubicBezTo>
                  <a:cubicBezTo>
                    <a:pt x="8140" y="16199"/>
                    <a:pt x="7150" y="17127"/>
                    <a:pt x="6922" y="18359"/>
                  </a:cubicBezTo>
                  <a:lnTo>
                    <a:pt x="491" y="18359"/>
                  </a:lnTo>
                  <a:cubicBezTo>
                    <a:pt x="220" y="18359"/>
                    <a:pt x="0" y="18601"/>
                    <a:pt x="0" y="18899"/>
                  </a:cubicBezTo>
                  <a:cubicBezTo>
                    <a:pt x="0" y="19198"/>
                    <a:pt x="220" y="19439"/>
                    <a:pt x="491" y="19439"/>
                  </a:cubicBezTo>
                  <a:lnTo>
                    <a:pt x="6922" y="19439"/>
                  </a:lnTo>
                  <a:cubicBezTo>
                    <a:pt x="7150" y="20672"/>
                    <a:pt x="8140" y="21600"/>
                    <a:pt x="9327" y="21600"/>
                  </a:cubicBezTo>
                  <a:cubicBezTo>
                    <a:pt x="10515" y="21600"/>
                    <a:pt x="11505" y="20672"/>
                    <a:pt x="11732" y="19439"/>
                  </a:cubicBezTo>
                  <a:lnTo>
                    <a:pt x="21109" y="19439"/>
                  </a:lnTo>
                  <a:cubicBezTo>
                    <a:pt x="21380" y="19439"/>
                    <a:pt x="21600" y="19198"/>
                    <a:pt x="21600" y="18899"/>
                  </a:cubicBezTo>
                  <a:cubicBezTo>
                    <a:pt x="21600" y="18601"/>
                    <a:pt x="21380" y="18359"/>
                    <a:pt x="21109" y="18359"/>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7" name="Shape 2591">
              <a:extLst>
                <a:ext uri="{FF2B5EF4-FFF2-40B4-BE49-F238E27FC236}">
                  <a16:creationId xmlns:a16="http://schemas.microsoft.com/office/drawing/2014/main" id="{588E5CEC-FFCD-224B-6880-16CF2D92BBB2}"/>
                </a:ext>
              </a:extLst>
            </p:cNvPr>
            <p:cNvSpPr/>
            <p:nvPr userDrawn="1"/>
          </p:nvSpPr>
          <p:spPr>
            <a:xfrm>
              <a:off x="9188717" y="1927340"/>
              <a:ext cx="216900" cy="216900"/>
            </a:xfrm>
            <a:custGeom>
              <a:avLst/>
              <a:gdLst/>
              <a:ahLst/>
              <a:cxnLst>
                <a:cxn ang="0">
                  <a:pos x="wd2" y="hd2"/>
                </a:cxn>
                <a:cxn ang="5400000">
                  <a:pos x="wd2" y="hd2"/>
                </a:cxn>
                <a:cxn ang="10800000">
                  <a:pos x="wd2" y="hd2"/>
                </a:cxn>
                <a:cxn ang="16200000">
                  <a:pos x="wd2" y="hd2"/>
                </a:cxn>
              </a:cxnLst>
              <a:rect l="0" t="0" r="r" b="b"/>
              <a:pathLst>
                <a:path w="21600" h="21600" extrusionOk="0">
                  <a:moveTo>
                    <a:pt x="10800" y="14727"/>
                  </a:moveTo>
                  <a:cubicBezTo>
                    <a:pt x="8631" y="14727"/>
                    <a:pt x="6873" y="12969"/>
                    <a:pt x="6873" y="10800"/>
                  </a:cubicBezTo>
                  <a:cubicBezTo>
                    <a:pt x="6873" y="8631"/>
                    <a:pt x="8631" y="6873"/>
                    <a:pt x="10800" y="6873"/>
                  </a:cubicBezTo>
                  <a:cubicBezTo>
                    <a:pt x="12969" y="6873"/>
                    <a:pt x="14727" y="8631"/>
                    <a:pt x="14727" y="10800"/>
                  </a:cubicBezTo>
                  <a:cubicBezTo>
                    <a:pt x="14727" y="12969"/>
                    <a:pt x="12969" y="14727"/>
                    <a:pt x="10800" y="14727"/>
                  </a:cubicBezTo>
                  <a:moveTo>
                    <a:pt x="10800" y="5891"/>
                  </a:moveTo>
                  <a:cubicBezTo>
                    <a:pt x="8088" y="5891"/>
                    <a:pt x="5891" y="8089"/>
                    <a:pt x="5891" y="10800"/>
                  </a:cubicBezTo>
                  <a:cubicBezTo>
                    <a:pt x="5891" y="13512"/>
                    <a:pt x="8088" y="15709"/>
                    <a:pt x="10800" y="15709"/>
                  </a:cubicBezTo>
                  <a:cubicBezTo>
                    <a:pt x="13512" y="15709"/>
                    <a:pt x="15709" y="13512"/>
                    <a:pt x="15709" y="10800"/>
                  </a:cubicBezTo>
                  <a:cubicBezTo>
                    <a:pt x="15709" y="8089"/>
                    <a:pt x="13512" y="5891"/>
                    <a:pt x="10800" y="5891"/>
                  </a:cubicBezTo>
                  <a:moveTo>
                    <a:pt x="20618" y="12013"/>
                  </a:moveTo>
                  <a:cubicBezTo>
                    <a:pt x="20614" y="12014"/>
                    <a:pt x="20611" y="12016"/>
                    <a:pt x="20607" y="12016"/>
                  </a:cubicBezTo>
                  <a:lnTo>
                    <a:pt x="19602" y="12268"/>
                  </a:lnTo>
                  <a:cubicBezTo>
                    <a:pt x="19256" y="12354"/>
                    <a:pt x="18984" y="12622"/>
                    <a:pt x="18892" y="12966"/>
                  </a:cubicBezTo>
                  <a:cubicBezTo>
                    <a:pt x="18703" y="13672"/>
                    <a:pt x="18421" y="14351"/>
                    <a:pt x="18053" y="14986"/>
                  </a:cubicBezTo>
                  <a:cubicBezTo>
                    <a:pt x="17873" y="15295"/>
                    <a:pt x="17876" y="15677"/>
                    <a:pt x="18060" y="15984"/>
                  </a:cubicBezTo>
                  <a:lnTo>
                    <a:pt x="18601" y="16885"/>
                  </a:lnTo>
                  <a:lnTo>
                    <a:pt x="16886" y="18600"/>
                  </a:lnTo>
                  <a:cubicBezTo>
                    <a:pt x="16882" y="18599"/>
                    <a:pt x="16878" y="18597"/>
                    <a:pt x="16875" y="18595"/>
                  </a:cubicBezTo>
                  <a:lnTo>
                    <a:pt x="15978" y="18057"/>
                  </a:lnTo>
                  <a:cubicBezTo>
                    <a:pt x="15822" y="17964"/>
                    <a:pt x="15648" y="17917"/>
                    <a:pt x="15473" y="17917"/>
                  </a:cubicBezTo>
                  <a:cubicBezTo>
                    <a:pt x="15304" y="17917"/>
                    <a:pt x="15134" y="17961"/>
                    <a:pt x="14982" y="18049"/>
                  </a:cubicBezTo>
                  <a:cubicBezTo>
                    <a:pt x="14348" y="18415"/>
                    <a:pt x="13671" y="18696"/>
                    <a:pt x="12968" y="18884"/>
                  </a:cubicBezTo>
                  <a:cubicBezTo>
                    <a:pt x="12624" y="18976"/>
                    <a:pt x="12356" y="19248"/>
                    <a:pt x="12269" y="19594"/>
                  </a:cubicBezTo>
                  <a:lnTo>
                    <a:pt x="12016" y="20607"/>
                  </a:lnTo>
                  <a:cubicBezTo>
                    <a:pt x="12015" y="20611"/>
                    <a:pt x="12014" y="20614"/>
                    <a:pt x="12012" y="20619"/>
                  </a:cubicBezTo>
                  <a:lnTo>
                    <a:pt x="9587" y="20619"/>
                  </a:lnTo>
                  <a:lnTo>
                    <a:pt x="9331" y="19594"/>
                  </a:lnTo>
                  <a:cubicBezTo>
                    <a:pt x="9244" y="19248"/>
                    <a:pt x="8976" y="18976"/>
                    <a:pt x="8632" y="18884"/>
                  </a:cubicBezTo>
                  <a:cubicBezTo>
                    <a:pt x="7929" y="18696"/>
                    <a:pt x="7251" y="18415"/>
                    <a:pt x="6617" y="18049"/>
                  </a:cubicBezTo>
                  <a:cubicBezTo>
                    <a:pt x="6465" y="17961"/>
                    <a:pt x="6296" y="17917"/>
                    <a:pt x="6127" y="17917"/>
                  </a:cubicBezTo>
                  <a:cubicBezTo>
                    <a:pt x="5951" y="17917"/>
                    <a:pt x="5777" y="17964"/>
                    <a:pt x="5621" y="18057"/>
                  </a:cubicBezTo>
                  <a:lnTo>
                    <a:pt x="4725" y="18595"/>
                  </a:lnTo>
                  <a:cubicBezTo>
                    <a:pt x="4722" y="18597"/>
                    <a:pt x="4718" y="18599"/>
                    <a:pt x="4714" y="18600"/>
                  </a:cubicBezTo>
                  <a:lnTo>
                    <a:pt x="3000" y="16885"/>
                  </a:lnTo>
                  <a:lnTo>
                    <a:pt x="3540" y="15984"/>
                  </a:lnTo>
                  <a:cubicBezTo>
                    <a:pt x="3724" y="15677"/>
                    <a:pt x="3727" y="15295"/>
                    <a:pt x="3548" y="14986"/>
                  </a:cubicBezTo>
                  <a:cubicBezTo>
                    <a:pt x="3179" y="14351"/>
                    <a:pt x="2897" y="13672"/>
                    <a:pt x="2708" y="12966"/>
                  </a:cubicBezTo>
                  <a:cubicBezTo>
                    <a:pt x="2616" y="12622"/>
                    <a:pt x="2343" y="12354"/>
                    <a:pt x="1998" y="12268"/>
                  </a:cubicBezTo>
                  <a:lnTo>
                    <a:pt x="993" y="12016"/>
                  </a:lnTo>
                  <a:cubicBezTo>
                    <a:pt x="989" y="12016"/>
                    <a:pt x="986" y="12014"/>
                    <a:pt x="982" y="12013"/>
                  </a:cubicBezTo>
                  <a:lnTo>
                    <a:pt x="982" y="9587"/>
                  </a:lnTo>
                  <a:lnTo>
                    <a:pt x="1998" y="9333"/>
                  </a:lnTo>
                  <a:cubicBezTo>
                    <a:pt x="2343" y="9246"/>
                    <a:pt x="2616" y="8979"/>
                    <a:pt x="2708" y="8634"/>
                  </a:cubicBezTo>
                  <a:cubicBezTo>
                    <a:pt x="2897" y="7928"/>
                    <a:pt x="3179" y="7249"/>
                    <a:pt x="3548" y="6615"/>
                  </a:cubicBezTo>
                  <a:cubicBezTo>
                    <a:pt x="3727" y="6305"/>
                    <a:pt x="3724" y="5923"/>
                    <a:pt x="3540" y="5617"/>
                  </a:cubicBezTo>
                  <a:lnTo>
                    <a:pt x="3005" y="4725"/>
                  </a:lnTo>
                  <a:cubicBezTo>
                    <a:pt x="3004" y="4722"/>
                    <a:pt x="3002" y="4718"/>
                    <a:pt x="3000" y="4715"/>
                  </a:cubicBezTo>
                  <a:lnTo>
                    <a:pt x="4715" y="3000"/>
                  </a:lnTo>
                  <a:lnTo>
                    <a:pt x="5621" y="3544"/>
                  </a:lnTo>
                  <a:cubicBezTo>
                    <a:pt x="5777" y="3636"/>
                    <a:pt x="5951" y="3683"/>
                    <a:pt x="6127" y="3683"/>
                  </a:cubicBezTo>
                  <a:cubicBezTo>
                    <a:pt x="6296" y="3683"/>
                    <a:pt x="6465" y="3639"/>
                    <a:pt x="6618" y="3551"/>
                  </a:cubicBezTo>
                  <a:cubicBezTo>
                    <a:pt x="7251" y="3185"/>
                    <a:pt x="7929" y="2904"/>
                    <a:pt x="8632" y="2717"/>
                  </a:cubicBezTo>
                  <a:cubicBezTo>
                    <a:pt x="8976" y="2624"/>
                    <a:pt x="9244" y="2353"/>
                    <a:pt x="9331" y="2007"/>
                  </a:cubicBezTo>
                  <a:lnTo>
                    <a:pt x="9587" y="982"/>
                  </a:lnTo>
                  <a:lnTo>
                    <a:pt x="12012" y="982"/>
                  </a:lnTo>
                  <a:cubicBezTo>
                    <a:pt x="12014" y="986"/>
                    <a:pt x="12015" y="989"/>
                    <a:pt x="12016" y="993"/>
                  </a:cubicBezTo>
                  <a:lnTo>
                    <a:pt x="12269" y="2007"/>
                  </a:lnTo>
                  <a:cubicBezTo>
                    <a:pt x="12356" y="2353"/>
                    <a:pt x="12624" y="2624"/>
                    <a:pt x="12968" y="2717"/>
                  </a:cubicBezTo>
                  <a:cubicBezTo>
                    <a:pt x="13671" y="2904"/>
                    <a:pt x="14348" y="3185"/>
                    <a:pt x="14982" y="3551"/>
                  </a:cubicBezTo>
                  <a:cubicBezTo>
                    <a:pt x="15134" y="3639"/>
                    <a:pt x="15304" y="3683"/>
                    <a:pt x="15473" y="3683"/>
                  </a:cubicBezTo>
                  <a:cubicBezTo>
                    <a:pt x="15648" y="3683"/>
                    <a:pt x="15822" y="3636"/>
                    <a:pt x="15978" y="3544"/>
                  </a:cubicBezTo>
                  <a:lnTo>
                    <a:pt x="16884" y="3000"/>
                  </a:lnTo>
                  <a:lnTo>
                    <a:pt x="18600" y="4715"/>
                  </a:lnTo>
                  <a:cubicBezTo>
                    <a:pt x="18598" y="4718"/>
                    <a:pt x="18597" y="4722"/>
                    <a:pt x="18595" y="4726"/>
                  </a:cubicBezTo>
                  <a:lnTo>
                    <a:pt x="18060" y="5616"/>
                  </a:lnTo>
                  <a:cubicBezTo>
                    <a:pt x="17876" y="5923"/>
                    <a:pt x="17873" y="6305"/>
                    <a:pt x="18053" y="6615"/>
                  </a:cubicBezTo>
                  <a:cubicBezTo>
                    <a:pt x="18421" y="7249"/>
                    <a:pt x="18703" y="7928"/>
                    <a:pt x="18892" y="8634"/>
                  </a:cubicBezTo>
                  <a:cubicBezTo>
                    <a:pt x="18984" y="8979"/>
                    <a:pt x="19256" y="9246"/>
                    <a:pt x="19602" y="9333"/>
                  </a:cubicBezTo>
                  <a:lnTo>
                    <a:pt x="20618" y="9587"/>
                  </a:lnTo>
                  <a:cubicBezTo>
                    <a:pt x="20618" y="9587"/>
                    <a:pt x="20618" y="12013"/>
                    <a:pt x="20618" y="12013"/>
                  </a:cubicBezTo>
                  <a:close/>
                  <a:moveTo>
                    <a:pt x="20880" y="8641"/>
                  </a:moveTo>
                  <a:lnTo>
                    <a:pt x="19841" y="8380"/>
                  </a:lnTo>
                  <a:cubicBezTo>
                    <a:pt x="19626" y="7580"/>
                    <a:pt x="19308" y="6822"/>
                    <a:pt x="18902" y="6122"/>
                  </a:cubicBezTo>
                  <a:lnTo>
                    <a:pt x="19455" y="5200"/>
                  </a:lnTo>
                  <a:cubicBezTo>
                    <a:pt x="19625" y="4871"/>
                    <a:pt x="19736" y="4463"/>
                    <a:pt x="19455" y="4182"/>
                  </a:cubicBezTo>
                  <a:lnTo>
                    <a:pt x="17419" y="2145"/>
                  </a:lnTo>
                  <a:cubicBezTo>
                    <a:pt x="17292" y="2018"/>
                    <a:pt x="17136" y="1969"/>
                    <a:pt x="16975" y="1969"/>
                  </a:cubicBezTo>
                  <a:cubicBezTo>
                    <a:pt x="16778" y="1969"/>
                    <a:pt x="16572" y="2043"/>
                    <a:pt x="16400" y="2145"/>
                  </a:cubicBezTo>
                  <a:lnTo>
                    <a:pt x="15473" y="2702"/>
                  </a:lnTo>
                  <a:cubicBezTo>
                    <a:pt x="14775" y="2298"/>
                    <a:pt x="14020" y="1982"/>
                    <a:pt x="13222" y="1768"/>
                  </a:cubicBezTo>
                  <a:lnTo>
                    <a:pt x="12960" y="720"/>
                  </a:lnTo>
                  <a:cubicBezTo>
                    <a:pt x="12848" y="367"/>
                    <a:pt x="12638" y="0"/>
                    <a:pt x="12240" y="0"/>
                  </a:cubicBezTo>
                  <a:lnTo>
                    <a:pt x="9360" y="0"/>
                  </a:lnTo>
                  <a:cubicBezTo>
                    <a:pt x="8962" y="0"/>
                    <a:pt x="8730" y="367"/>
                    <a:pt x="8640" y="720"/>
                  </a:cubicBezTo>
                  <a:lnTo>
                    <a:pt x="8378" y="1768"/>
                  </a:lnTo>
                  <a:cubicBezTo>
                    <a:pt x="7580" y="1982"/>
                    <a:pt x="6825" y="2298"/>
                    <a:pt x="6127" y="2702"/>
                  </a:cubicBezTo>
                  <a:lnTo>
                    <a:pt x="5200" y="2145"/>
                  </a:lnTo>
                  <a:cubicBezTo>
                    <a:pt x="5028" y="2043"/>
                    <a:pt x="4822" y="1969"/>
                    <a:pt x="4625" y="1969"/>
                  </a:cubicBezTo>
                  <a:cubicBezTo>
                    <a:pt x="4464" y="1969"/>
                    <a:pt x="4308" y="2018"/>
                    <a:pt x="4181" y="2145"/>
                  </a:cubicBezTo>
                  <a:lnTo>
                    <a:pt x="2145" y="4182"/>
                  </a:lnTo>
                  <a:cubicBezTo>
                    <a:pt x="1864" y="4463"/>
                    <a:pt x="1975" y="4871"/>
                    <a:pt x="2145" y="5200"/>
                  </a:cubicBezTo>
                  <a:lnTo>
                    <a:pt x="2698" y="6122"/>
                  </a:lnTo>
                  <a:cubicBezTo>
                    <a:pt x="2292" y="6822"/>
                    <a:pt x="1973" y="7580"/>
                    <a:pt x="1759" y="8380"/>
                  </a:cubicBezTo>
                  <a:lnTo>
                    <a:pt x="720" y="8641"/>
                  </a:lnTo>
                  <a:cubicBezTo>
                    <a:pt x="367" y="8730"/>
                    <a:pt x="0" y="8963"/>
                    <a:pt x="0" y="9360"/>
                  </a:cubicBezTo>
                  <a:lnTo>
                    <a:pt x="0" y="12240"/>
                  </a:lnTo>
                  <a:cubicBezTo>
                    <a:pt x="0" y="12638"/>
                    <a:pt x="367" y="12848"/>
                    <a:pt x="720" y="12960"/>
                  </a:cubicBezTo>
                  <a:lnTo>
                    <a:pt x="1759" y="13220"/>
                  </a:lnTo>
                  <a:cubicBezTo>
                    <a:pt x="1973" y="14021"/>
                    <a:pt x="2292" y="14778"/>
                    <a:pt x="2698" y="15478"/>
                  </a:cubicBezTo>
                  <a:lnTo>
                    <a:pt x="2145" y="16400"/>
                  </a:lnTo>
                  <a:cubicBezTo>
                    <a:pt x="1959" y="16714"/>
                    <a:pt x="1864" y="17137"/>
                    <a:pt x="2145" y="17419"/>
                  </a:cubicBezTo>
                  <a:lnTo>
                    <a:pt x="4181" y="19455"/>
                  </a:lnTo>
                  <a:cubicBezTo>
                    <a:pt x="4305" y="19579"/>
                    <a:pt x="4454" y="19627"/>
                    <a:pt x="4610" y="19627"/>
                  </a:cubicBezTo>
                  <a:cubicBezTo>
                    <a:pt x="4807" y="19627"/>
                    <a:pt x="5016" y="19550"/>
                    <a:pt x="5200" y="19455"/>
                  </a:cubicBezTo>
                  <a:lnTo>
                    <a:pt x="6127" y="18899"/>
                  </a:lnTo>
                  <a:cubicBezTo>
                    <a:pt x="6825" y="19302"/>
                    <a:pt x="7580" y="19619"/>
                    <a:pt x="8378" y="19832"/>
                  </a:cubicBezTo>
                  <a:lnTo>
                    <a:pt x="8640" y="20880"/>
                  </a:lnTo>
                  <a:cubicBezTo>
                    <a:pt x="8730" y="21233"/>
                    <a:pt x="8962" y="21600"/>
                    <a:pt x="9360" y="21600"/>
                  </a:cubicBezTo>
                  <a:lnTo>
                    <a:pt x="12240" y="21600"/>
                  </a:lnTo>
                  <a:cubicBezTo>
                    <a:pt x="12638" y="21600"/>
                    <a:pt x="12848" y="21233"/>
                    <a:pt x="12960" y="20880"/>
                  </a:cubicBezTo>
                  <a:lnTo>
                    <a:pt x="13222" y="19832"/>
                  </a:lnTo>
                  <a:cubicBezTo>
                    <a:pt x="14020" y="19619"/>
                    <a:pt x="14775" y="19302"/>
                    <a:pt x="15473" y="18899"/>
                  </a:cubicBezTo>
                  <a:lnTo>
                    <a:pt x="16400" y="19455"/>
                  </a:lnTo>
                  <a:cubicBezTo>
                    <a:pt x="16584" y="19550"/>
                    <a:pt x="16793" y="19627"/>
                    <a:pt x="16990" y="19627"/>
                  </a:cubicBezTo>
                  <a:cubicBezTo>
                    <a:pt x="17146" y="19627"/>
                    <a:pt x="17294" y="19579"/>
                    <a:pt x="17419" y="19455"/>
                  </a:cubicBezTo>
                  <a:lnTo>
                    <a:pt x="19455" y="17419"/>
                  </a:lnTo>
                  <a:cubicBezTo>
                    <a:pt x="19736" y="17137"/>
                    <a:pt x="19641" y="16714"/>
                    <a:pt x="19455" y="16400"/>
                  </a:cubicBezTo>
                  <a:lnTo>
                    <a:pt x="18902" y="15478"/>
                  </a:lnTo>
                  <a:cubicBezTo>
                    <a:pt x="19308" y="14778"/>
                    <a:pt x="19626" y="14021"/>
                    <a:pt x="19841" y="13220"/>
                  </a:cubicBezTo>
                  <a:lnTo>
                    <a:pt x="20880" y="12960"/>
                  </a:lnTo>
                  <a:cubicBezTo>
                    <a:pt x="21233" y="12848"/>
                    <a:pt x="21600" y="12638"/>
                    <a:pt x="21600" y="12240"/>
                  </a:cubicBezTo>
                  <a:lnTo>
                    <a:pt x="21600" y="9360"/>
                  </a:lnTo>
                  <a:cubicBezTo>
                    <a:pt x="21600" y="8963"/>
                    <a:pt x="21233" y="8730"/>
                    <a:pt x="20880" y="8641"/>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8" name="Shape 2620">
              <a:extLst>
                <a:ext uri="{FF2B5EF4-FFF2-40B4-BE49-F238E27FC236}">
                  <a16:creationId xmlns:a16="http://schemas.microsoft.com/office/drawing/2014/main" id="{3A7AD8EA-0E10-F958-5EB4-3E05C18B0FE3}"/>
                </a:ext>
              </a:extLst>
            </p:cNvPr>
            <p:cNvSpPr/>
            <p:nvPr userDrawn="1"/>
          </p:nvSpPr>
          <p:spPr>
            <a:xfrm>
              <a:off x="9693961" y="5511700"/>
              <a:ext cx="231238" cy="210295"/>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69" name="Shape 2632">
              <a:extLst>
                <a:ext uri="{FF2B5EF4-FFF2-40B4-BE49-F238E27FC236}">
                  <a16:creationId xmlns:a16="http://schemas.microsoft.com/office/drawing/2014/main" id="{A48BF4E6-2F9A-9C88-E693-8F913C1E983D}"/>
                </a:ext>
              </a:extLst>
            </p:cNvPr>
            <p:cNvSpPr/>
            <p:nvPr userDrawn="1"/>
          </p:nvSpPr>
          <p:spPr>
            <a:xfrm>
              <a:off x="9603080" y="2921468"/>
              <a:ext cx="233985" cy="285982"/>
            </a:xfrm>
            <a:custGeom>
              <a:avLst/>
              <a:gdLst/>
              <a:ahLst/>
              <a:cxnLst>
                <a:cxn ang="0">
                  <a:pos x="wd2" y="hd2"/>
                </a:cxn>
                <a:cxn ang="5400000">
                  <a:pos x="wd2" y="hd2"/>
                </a:cxn>
                <a:cxn ang="10800000">
                  <a:pos x="wd2" y="hd2"/>
                </a:cxn>
                <a:cxn ang="16200000">
                  <a:pos x="wd2" y="hd2"/>
                </a:cxn>
              </a:cxnLst>
              <a:rect l="0" t="0" r="r" b="b"/>
              <a:pathLst>
                <a:path w="21600" h="21600" extrusionOk="0">
                  <a:moveTo>
                    <a:pt x="10800" y="17673"/>
                  </a:moveTo>
                  <a:cubicBezTo>
                    <a:pt x="4588" y="17673"/>
                    <a:pt x="1200" y="16051"/>
                    <a:pt x="1200" y="15218"/>
                  </a:cubicBezTo>
                  <a:cubicBezTo>
                    <a:pt x="1200" y="14690"/>
                    <a:pt x="1355" y="14275"/>
                    <a:pt x="1611" y="13896"/>
                  </a:cubicBezTo>
                  <a:cubicBezTo>
                    <a:pt x="3255" y="14967"/>
                    <a:pt x="6746" y="15709"/>
                    <a:pt x="10800" y="15709"/>
                  </a:cubicBezTo>
                  <a:cubicBezTo>
                    <a:pt x="14856" y="15709"/>
                    <a:pt x="18345" y="14966"/>
                    <a:pt x="19987" y="13894"/>
                  </a:cubicBezTo>
                  <a:cubicBezTo>
                    <a:pt x="20244" y="14273"/>
                    <a:pt x="20400" y="14689"/>
                    <a:pt x="20400" y="15218"/>
                  </a:cubicBezTo>
                  <a:cubicBezTo>
                    <a:pt x="20400" y="16051"/>
                    <a:pt x="17011" y="17673"/>
                    <a:pt x="10800" y="17673"/>
                  </a:cubicBezTo>
                  <a:moveTo>
                    <a:pt x="10800" y="20618"/>
                  </a:moveTo>
                  <a:cubicBezTo>
                    <a:pt x="9475" y="20618"/>
                    <a:pt x="8400" y="19739"/>
                    <a:pt x="8400" y="18655"/>
                  </a:cubicBezTo>
                  <a:cubicBezTo>
                    <a:pt x="8400" y="18625"/>
                    <a:pt x="8408" y="18597"/>
                    <a:pt x="8409" y="18567"/>
                  </a:cubicBezTo>
                  <a:cubicBezTo>
                    <a:pt x="9179" y="18623"/>
                    <a:pt x="9977" y="18655"/>
                    <a:pt x="10800" y="18655"/>
                  </a:cubicBezTo>
                  <a:cubicBezTo>
                    <a:pt x="11623" y="18655"/>
                    <a:pt x="12421" y="18623"/>
                    <a:pt x="13191" y="18567"/>
                  </a:cubicBezTo>
                  <a:cubicBezTo>
                    <a:pt x="13192" y="18597"/>
                    <a:pt x="13200" y="18625"/>
                    <a:pt x="13200" y="18655"/>
                  </a:cubicBezTo>
                  <a:cubicBezTo>
                    <a:pt x="13200" y="19739"/>
                    <a:pt x="12125" y="20618"/>
                    <a:pt x="10800" y="20618"/>
                  </a:cubicBezTo>
                  <a:moveTo>
                    <a:pt x="2948" y="12551"/>
                  </a:moveTo>
                  <a:cubicBezTo>
                    <a:pt x="4308" y="11388"/>
                    <a:pt x="6000" y="9939"/>
                    <a:pt x="6000" y="6873"/>
                  </a:cubicBezTo>
                  <a:cubicBezTo>
                    <a:pt x="6000" y="5232"/>
                    <a:pt x="7238" y="3825"/>
                    <a:pt x="8988" y="3239"/>
                  </a:cubicBezTo>
                  <a:cubicBezTo>
                    <a:pt x="9428" y="3657"/>
                    <a:pt x="10072" y="3927"/>
                    <a:pt x="10800" y="3927"/>
                  </a:cubicBezTo>
                  <a:cubicBezTo>
                    <a:pt x="11528" y="3927"/>
                    <a:pt x="12172" y="3657"/>
                    <a:pt x="12611" y="3239"/>
                  </a:cubicBezTo>
                  <a:cubicBezTo>
                    <a:pt x="14362" y="3825"/>
                    <a:pt x="15600" y="5232"/>
                    <a:pt x="15600" y="6873"/>
                  </a:cubicBezTo>
                  <a:cubicBezTo>
                    <a:pt x="15600" y="9939"/>
                    <a:pt x="17292" y="11388"/>
                    <a:pt x="18652" y="12551"/>
                  </a:cubicBezTo>
                  <a:cubicBezTo>
                    <a:pt x="18911" y="12773"/>
                    <a:pt x="19152" y="12979"/>
                    <a:pt x="19366" y="13183"/>
                  </a:cubicBezTo>
                  <a:cubicBezTo>
                    <a:pt x="18217" y="14077"/>
                    <a:pt x="14825" y="14727"/>
                    <a:pt x="10800" y="14727"/>
                  </a:cubicBezTo>
                  <a:cubicBezTo>
                    <a:pt x="6779" y="14727"/>
                    <a:pt x="3383" y="14079"/>
                    <a:pt x="2230" y="13186"/>
                  </a:cubicBezTo>
                  <a:cubicBezTo>
                    <a:pt x="2446" y="12981"/>
                    <a:pt x="2687" y="12774"/>
                    <a:pt x="2948" y="12551"/>
                  </a:cubicBezTo>
                  <a:moveTo>
                    <a:pt x="10800" y="982"/>
                  </a:moveTo>
                  <a:cubicBezTo>
                    <a:pt x="11462" y="982"/>
                    <a:pt x="12000" y="1422"/>
                    <a:pt x="12000" y="1964"/>
                  </a:cubicBezTo>
                  <a:cubicBezTo>
                    <a:pt x="12000" y="2506"/>
                    <a:pt x="11462" y="2945"/>
                    <a:pt x="10800" y="2945"/>
                  </a:cubicBezTo>
                  <a:cubicBezTo>
                    <a:pt x="10138" y="2945"/>
                    <a:pt x="9600" y="2506"/>
                    <a:pt x="9600" y="1964"/>
                  </a:cubicBezTo>
                  <a:cubicBezTo>
                    <a:pt x="9600" y="1422"/>
                    <a:pt x="10138" y="982"/>
                    <a:pt x="10800" y="982"/>
                  </a:cubicBezTo>
                  <a:moveTo>
                    <a:pt x="21600" y="15218"/>
                  </a:moveTo>
                  <a:cubicBezTo>
                    <a:pt x="21600" y="11782"/>
                    <a:pt x="16800" y="11782"/>
                    <a:pt x="16800" y="6873"/>
                  </a:cubicBezTo>
                  <a:cubicBezTo>
                    <a:pt x="16800" y="4845"/>
                    <a:pt x="15296" y="3105"/>
                    <a:pt x="13152" y="2356"/>
                  </a:cubicBezTo>
                  <a:cubicBezTo>
                    <a:pt x="13183" y="2229"/>
                    <a:pt x="13200" y="2098"/>
                    <a:pt x="13200" y="1964"/>
                  </a:cubicBezTo>
                  <a:cubicBezTo>
                    <a:pt x="13200" y="879"/>
                    <a:pt x="12125" y="0"/>
                    <a:pt x="10800" y="0"/>
                  </a:cubicBezTo>
                  <a:cubicBezTo>
                    <a:pt x="9475" y="0"/>
                    <a:pt x="8400" y="879"/>
                    <a:pt x="8400" y="1964"/>
                  </a:cubicBezTo>
                  <a:cubicBezTo>
                    <a:pt x="8400" y="2098"/>
                    <a:pt x="8417" y="2229"/>
                    <a:pt x="8448" y="2356"/>
                  </a:cubicBezTo>
                  <a:cubicBezTo>
                    <a:pt x="6304" y="3105"/>
                    <a:pt x="4800" y="4845"/>
                    <a:pt x="4800" y="6873"/>
                  </a:cubicBezTo>
                  <a:cubicBezTo>
                    <a:pt x="4800" y="11782"/>
                    <a:pt x="0" y="11782"/>
                    <a:pt x="0" y="15218"/>
                  </a:cubicBezTo>
                  <a:cubicBezTo>
                    <a:pt x="0" y="16716"/>
                    <a:pt x="3016" y="17986"/>
                    <a:pt x="7217" y="18457"/>
                  </a:cubicBezTo>
                  <a:cubicBezTo>
                    <a:pt x="7211" y="18523"/>
                    <a:pt x="7200" y="18587"/>
                    <a:pt x="7200" y="18655"/>
                  </a:cubicBezTo>
                  <a:cubicBezTo>
                    <a:pt x="7200" y="20282"/>
                    <a:pt x="8812" y="21600"/>
                    <a:pt x="10800" y="21600"/>
                  </a:cubicBezTo>
                  <a:cubicBezTo>
                    <a:pt x="12788" y="21600"/>
                    <a:pt x="14400" y="20282"/>
                    <a:pt x="14400" y="18655"/>
                  </a:cubicBezTo>
                  <a:cubicBezTo>
                    <a:pt x="14400" y="18587"/>
                    <a:pt x="14389" y="18523"/>
                    <a:pt x="14383" y="18457"/>
                  </a:cubicBezTo>
                  <a:cubicBezTo>
                    <a:pt x="18584" y="17986"/>
                    <a:pt x="21600" y="16716"/>
                    <a:pt x="21600" y="15218"/>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70" name="Shape 2633">
              <a:extLst>
                <a:ext uri="{FF2B5EF4-FFF2-40B4-BE49-F238E27FC236}">
                  <a16:creationId xmlns:a16="http://schemas.microsoft.com/office/drawing/2014/main" id="{9F47831E-819D-5D82-1137-004053C27FA7}"/>
                </a:ext>
              </a:extLst>
            </p:cNvPr>
            <p:cNvSpPr/>
            <p:nvPr userDrawn="1"/>
          </p:nvSpPr>
          <p:spPr>
            <a:xfrm>
              <a:off x="10944112" y="4147733"/>
              <a:ext cx="238048" cy="187959"/>
            </a:xfrm>
            <a:custGeom>
              <a:avLst/>
              <a:gdLst/>
              <a:ahLst/>
              <a:cxnLst>
                <a:cxn ang="0">
                  <a:pos x="wd2" y="hd2"/>
                </a:cxn>
                <a:cxn ang="5400000">
                  <a:pos x="wd2" y="hd2"/>
                </a:cxn>
                <a:cxn ang="10800000">
                  <a:pos x="wd2" y="hd2"/>
                </a:cxn>
                <a:cxn ang="16200000">
                  <a:pos x="wd2" y="hd2"/>
                </a:cxn>
              </a:cxnLst>
              <a:rect l="0" t="0" r="r" b="b"/>
              <a:pathLst>
                <a:path w="21600" h="21600" extrusionOk="0">
                  <a:moveTo>
                    <a:pt x="12144" y="18334"/>
                  </a:moveTo>
                  <a:lnTo>
                    <a:pt x="15583" y="6873"/>
                  </a:lnTo>
                  <a:lnTo>
                    <a:pt x="20168" y="6873"/>
                  </a:lnTo>
                  <a:cubicBezTo>
                    <a:pt x="20168" y="6873"/>
                    <a:pt x="12144" y="18334"/>
                    <a:pt x="12144" y="18334"/>
                  </a:cubicBezTo>
                  <a:close/>
                  <a:moveTo>
                    <a:pt x="10800" y="19403"/>
                  </a:moveTo>
                  <a:lnTo>
                    <a:pt x="7041" y="6873"/>
                  </a:lnTo>
                  <a:lnTo>
                    <a:pt x="14559" y="6873"/>
                  </a:lnTo>
                  <a:cubicBezTo>
                    <a:pt x="14559" y="6873"/>
                    <a:pt x="10800" y="19403"/>
                    <a:pt x="10800" y="19403"/>
                  </a:cubicBezTo>
                  <a:close/>
                  <a:moveTo>
                    <a:pt x="1432" y="6873"/>
                  </a:moveTo>
                  <a:lnTo>
                    <a:pt x="6017" y="6873"/>
                  </a:lnTo>
                  <a:lnTo>
                    <a:pt x="9456" y="18334"/>
                  </a:lnTo>
                  <a:cubicBezTo>
                    <a:pt x="9456" y="18334"/>
                    <a:pt x="1432" y="6873"/>
                    <a:pt x="1432" y="6873"/>
                  </a:cubicBezTo>
                  <a:close/>
                  <a:moveTo>
                    <a:pt x="6578" y="982"/>
                  </a:moveTo>
                  <a:lnTo>
                    <a:pt x="8536" y="982"/>
                  </a:lnTo>
                  <a:lnTo>
                    <a:pt x="6082" y="5891"/>
                  </a:lnTo>
                  <a:lnTo>
                    <a:pt x="1669" y="5891"/>
                  </a:lnTo>
                  <a:cubicBezTo>
                    <a:pt x="1669" y="5891"/>
                    <a:pt x="6578" y="982"/>
                    <a:pt x="6578" y="982"/>
                  </a:cubicBezTo>
                  <a:close/>
                  <a:moveTo>
                    <a:pt x="11973" y="982"/>
                  </a:moveTo>
                  <a:lnTo>
                    <a:pt x="14427" y="5891"/>
                  </a:lnTo>
                  <a:lnTo>
                    <a:pt x="7173" y="5891"/>
                  </a:lnTo>
                  <a:lnTo>
                    <a:pt x="9627" y="982"/>
                  </a:lnTo>
                  <a:cubicBezTo>
                    <a:pt x="9627" y="982"/>
                    <a:pt x="11973" y="982"/>
                    <a:pt x="11973" y="982"/>
                  </a:cubicBezTo>
                  <a:close/>
                  <a:moveTo>
                    <a:pt x="15022" y="982"/>
                  </a:moveTo>
                  <a:lnTo>
                    <a:pt x="19931" y="5891"/>
                  </a:lnTo>
                  <a:lnTo>
                    <a:pt x="15518" y="5891"/>
                  </a:lnTo>
                  <a:lnTo>
                    <a:pt x="13064" y="982"/>
                  </a:lnTo>
                  <a:cubicBezTo>
                    <a:pt x="13064" y="982"/>
                    <a:pt x="15022" y="982"/>
                    <a:pt x="15022" y="982"/>
                  </a:cubicBezTo>
                  <a:close/>
                  <a:moveTo>
                    <a:pt x="21600" y="6382"/>
                  </a:moveTo>
                  <a:cubicBezTo>
                    <a:pt x="21600" y="6272"/>
                    <a:pt x="21557" y="6175"/>
                    <a:pt x="21495" y="6093"/>
                  </a:cubicBezTo>
                  <a:lnTo>
                    <a:pt x="21502" y="6088"/>
                  </a:lnTo>
                  <a:lnTo>
                    <a:pt x="21471" y="6057"/>
                  </a:lnTo>
                  <a:cubicBezTo>
                    <a:pt x="21459" y="6044"/>
                    <a:pt x="21448" y="6032"/>
                    <a:pt x="21434" y="6020"/>
                  </a:cubicBezTo>
                  <a:lnTo>
                    <a:pt x="15611" y="197"/>
                  </a:lnTo>
                  <a:lnTo>
                    <a:pt x="15604" y="201"/>
                  </a:lnTo>
                  <a:cubicBezTo>
                    <a:pt x="15514" y="82"/>
                    <a:pt x="15379" y="0"/>
                    <a:pt x="15218" y="0"/>
                  </a:cubicBezTo>
                  <a:lnTo>
                    <a:pt x="6382" y="0"/>
                  </a:lnTo>
                  <a:cubicBezTo>
                    <a:pt x="6221" y="0"/>
                    <a:pt x="6086" y="82"/>
                    <a:pt x="5996" y="201"/>
                  </a:cubicBezTo>
                  <a:lnTo>
                    <a:pt x="5989" y="197"/>
                  </a:lnTo>
                  <a:lnTo>
                    <a:pt x="166" y="6020"/>
                  </a:lnTo>
                  <a:cubicBezTo>
                    <a:pt x="152" y="6032"/>
                    <a:pt x="141" y="6044"/>
                    <a:pt x="129" y="6057"/>
                  </a:cubicBezTo>
                  <a:lnTo>
                    <a:pt x="98" y="6088"/>
                  </a:lnTo>
                  <a:lnTo>
                    <a:pt x="105" y="6093"/>
                  </a:lnTo>
                  <a:cubicBezTo>
                    <a:pt x="43" y="6175"/>
                    <a:pt x="0" y="6272"/>
                    <a:pt x="0" y="6382"/>
                  </a:cubicBezTo>
                  <a:cubicBezTo>
                    <a:pt x="0" y="6499"/>
                    <a:pt x="46" y="6602"/>
                    <a:pt x="115" y="6686"/>
                  </a:cubicBezTo>
                  <a:lnTo>
                    <a:pt x="109" y="6690"/>
                  </a:lnTo>
                  <a:lnTo>
                    <a:pt x="10418" y="21418"/>
                  </a:lnTo>
                  <a:lnTo>
                    <a:pt x="10424" y="21413"/>
                  </a:lnTo>
                  <a:cubicBezTo>
                    <a:pt x="10514" y="21525"/>
                    <a:pt x="10646" y="21600"/>
                    <a:pt x="10800" y="21600"/>
                  </a:cubicBezTo>
                  <a:cubicBezTo>
                    <a:pt x="10954" y="21600"/>
                    <a:pt x="11086" y="21525"/>
                    <a:pt x="11176" y="21413"/>
                  </a:cubicBezTo>
                  <a:lnTo>
                    <a:pt x="11182" y="21418"/>
                  </a:lnTo>
                  <a:lnTo>
                    <a:pt x="21491" y="6690"/>
                  </a:lnTo>
                  <a:lnTo>
                    <a:pt x="21485" y="6686"/>
                  </a:lnTo>
                  <a:cubicBezTo>
                    <a:pt x="21553" y="6602"/>
                    <a:pt x="21600" y="6499"/>
                    <a:pt x="21600" y="6382"/>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71" name="Shape 2584">
              <a:extLst>
                <a:ext uri="{FF2B5EF4-FFF2-40B4-BE49-F238E27FC236}">
                  <a16:creationId xmlns:a16="http://schemas.microsoft.com/office/drawing/2014/main" id="{D2E24455-3CB0-1E82-2F1E-0B8D3E55B3B7}"/>
                </a:ext>
              </a:extLst>
            </p:cNvPr>
            <p:cNvSpPr/>
            <p:nvPr userDrawn="1"/>
          </p:nvSpPr>
          <p:spPr>
            <a:xfrm>
              <a:off x="8429309" y="2513536"/>
              <a:ext cx="161821" cy="161821"/>
            </a:xfrm>
            <a:custGeom>
              <a:avLst/>
              <a:gdLst/>
              <a:ahLst/>
              <a:cxnLst>
                <a:cxn ang="0">
                  <a:pos x="wd2" y="hd2"/>
                </a:cxn>
                <a:cxn ang="5400000">
                  <a:pos x="wd2" y="hd2"/>
                </a:cxn>
                <a:cxn ang="10800000">
                  <a:pos x="wd2" y="hd2"/>
                </a:cxn>
                <a:cxn ang="16200000">
                  <a:pos x="wd2" y="hd2"/>
                </a:cxn>
              </a:cxnLst>
              <a:rect l="0" t="0" r="r" b="b"/>
              <a:pathLst>
                <a:path w="21600" h="21600" extrusionOk="0">
                  <a:moveTo>
                    <a:pt x="10309" y="17673"/>
                  </a:moveTo>
                  <a:cubicBezTo>
                    <a:pt x="10445" y="17673"/>
                    <a:pt x="10567" y="17618"/>
                    <a:pt x="10656" y="17529"/>
                  </a:cubicBezTo>
                  <a:lnTo>
                    <a:pt x="12620" y="15565"/>
                  </a:lnTo>
                  <a:cubicBezTo>
                    <a:pt x="12709" y="15477"/>
                    <a:pt x="12764" y="15354"/>
                    <a:pt x="12764" y="15218"/>
                  </a:cubicBezTo>
                  <a:cubicBezTo>
                    <a:pt x="12764" y="14947"/>
                    <a:pt x="12544" y="14728"/>
                    <a:pt x="12273" y="14728"/>
                  </a:cubicBezTo>
                  <a:cubicBezTo>
                    <a:pt x="12137" y="14728"/>
                    <a:pt x="12014" y="14782"/>
                    <a:pt x="11926" y="14871"/>
                  </a:cubicBezTo>
                  <a:lnTo>
                    <a:pt x="9962" y="16835"/>
                  </a:lnTo>
                  <a:cubicBezTo>
                    <a:pt x="9873" y="16924"/>
                    <a:pt x="9818" y="17046"/>
                    <a:pt x="9818" y="17183"/>
                  </a:cubicBezTo>
                  <a:cubicBezTo>
                    <a:pt x="9818" y="17453"/>
                    <a:pt x="10038" y="17673"/>
                    <a:pt x="10309" y="17673"/>
                  </a:cubicBezTo>
                  <a:moveTo>
                    <a:pt x="10309" y="20415"/>
                  </a:moveTo>
                  <a:lnTo>
                    <a:pt x="982" y="11088"/>
                  </a:lnTo>
                  <a:lnTo>
                    <a:pt x="982" y="4418"/>
                  </a:lnTo>
                  <a:cubicBezTo>
                    <a:pt x="982" y="4147"/>
                    <a:pt x="1201" y="3927"/>
                    <a:pt x="1473" y="3927"/>
                  </a:cubicBezTo>
                  <a:lnTo>
                    <a:pt x="8142" y="3927"/>
                  </a:lnTo>
                  <a:lnTo>
                    <a:pt x="17469" y="13255"/>
                  </a:lnTo>
                  <a:cubicBezTo>
                    <a:pt x="17469" y="13255"/>
                    <a:pt x="10309" y="20415"/>
                    <a:pt x="10309" y="20415"/>
                  </a:cubicBezTo>
                  <a:close/>
                  <a:moveTo>
                    <a:pt x="8693" y="3090"/>
                  </a:moveTo>
                  <a:cubicBezTo>
                    <a:pt x="8604" y="3001"/>
                    <a:pt x="8481" y="2945"/>
                    <a:pt x="8345" y="2945"/>
                  </a:cubicBezTo>
                  <a:lnTo>
                    <a:pt x="1473" y="2945"/>
                  </a:lnTo>
                  <a:cubicBezTo>
                    <a:pt x="660" y="2945"/>
                    <a:pt x="0" y="3605"/>
                    <a:pt x="0" y="4418"/>
                  </a:cubicBezTo>
                  <a:lnTo>
                    <a:pt x="0" y="11291"/>
                  </a:lnTo>
                  <a:cubicBezTo>
                    <a:pt x="0" y="11427"/>
                    <a:pt x="55" y="11549"/>
                    <a:pt x="144" y="11638"/>
                  </a:cubicBezTo>
                  <a:lnTo>
                    <a:pt x="9962" y="21456"/>
                  </a:lnTo>
                  <a:cubicBezTo>
                    <a:pt x="10051" y="21546"/>
                    <a:pt x="10174" y="21600"/>
                    <a:pt x="10309" y="21600"/>
                  </a:cubicBezTo>
                  <a:cubicBezTo>
                    <a:pt x="10445" y="21600"/>
                    <a:pt x="10567" y="21546"/>
                    <a:pt x="10656" y="21456"/>
                  </a:cubicBezTo>
                  <a:lnTo>
                    <a:pt x="18511" y="13602"/>
                  </a:lnTo>
                  <a:cubicBezTo>
                    <a:pt x="18600" y="13513"/>
                    <a:pt x="18655" y="13390"/>
                    <a:pt x="18655" y="13255"/>
                  </a:cubicBezTo>
                  <a:cubicBezTo>
                    <a:pt x="18655" y="13119"/>
                    <a:pt x="18599" y="12997"/>
                    <a:pt x="18511" y="12908"/>
                  </a:cubicBezTo>
                  <a:cubicBezTo>
                    <a:pt x="18511" y="12908"/>
                    <a:pt x="8693" y="3090"/>
                    <a:pt x="8693" y="3090"/>
                  </a:cubicBezTo>
                  <a:close/>
                  <a:moveTo>
                    <a:pt x="7855" y="15218"/>
                  </a:moveTo>
                  <a:cubicBezTo>
                    <a:pt x="7855" y="15490"/>
                    <a:pt x="8074" y="15709"/>
                    <a:pt x="8345" y="15709"/>
                  </a:cubicBezTo>
                  <a:cubicBezTo>
                    <a:pt x="8481" y="15709"/>
                    <a:pt x="8604" y="15655"/>
                    <a:pt x="8693" y="15565"/>
                  </a:cubicBezTo>
                  <a:lnTo>
                    <a:pt x="9183" y="15074"/>
                  </a:lnTo>
                  <a:cubicBezTo>
                    <a:pt x="9273" y="14986"/>
                    <a:pt x="9327" y="14863"/>
                    <a:pt x="9327" y="14728"/>
                  </a:cubicBezTo>
                  <a:cubicBezTo>
                    <a:pt x="9327" y="14456"/>
                    <a:pt x="9108" y="14236"/>
                    <a:pt x="8836" y="14236"/>
                  </a:cubicBezTo>
                  <a:cubicBezTo>
                    <a:pt x="8701" y="14236"/>
                    <a:pt x="8578" y="14291"/>
                    <a:pt x="8489" y="14381"/>
                  </a:cubicBezTo>
                  <a:lnTo>
                    <a:pt x="7998" y="14871"/>
                  </a:lnTo>
                  <a:cubicBezTo>
                    <a:pt x="7910" y="14961"/>
                    <a:pt x="7855" y="15083"/>
                    <a:pt x="7855" y="15218"/>
                  </a:cubicBezTo>
                  <a:moveTo>
                    <a:pt x="21456" y="9962"/>
                  </a:moveTo>
                  <a:lnTo>
                    <a:pt x="11638" y="144"/>
                  </a:lnTo>
                  <a:cubicBezTo>
                    <a:pt x="11549" y="55"/>
                    <a:pt x="11427" y="0"/>
                    <a:pt x="11291" y="0"/>
                  </a:cubicBezTo>
                  <a:lnTo>
                    <a:pt x="4418" y="0"/>
                  </a:lnTo>
                  <a:cubicBezTo>
                    <a:pt x="3605" y="0"/>
                    <a:pt x="2945" y="660"/>
                    <a:pt x="2945" y="1473"/>
                  </a:cubicBezTo>
                  <a:cubicBezTo>
                    <a:pt x="2945" y="1744"/>
                    <a:pt x="3165" y="1964"/>
                    <a:pt x="3436" y="1964"/>
                  </a:cubicBezTo>
                  <a:cubicBezTo>
                    <a:pt x="3708" y="1964"/>
                    <a:pt x="3927" y="1744"/>
                    <a:pt x="3927" y="1473"/>
                  </a:cubicBezTo>
                  <a:cubicBezTo>
                    <a:pt x="3927" y="1202"/>
                    <a:pt x="4147" y="982"/>
                    <a:pt x="4418" y="982"/>
                  </a:cubicBezTo>
                  <a:lnTo>
                    <a:pt x="11088" y="982"/>
                  </a:lnTo>
                  <a:lnTo>
                    <a:pt x="20415" y="10310"/>
                  </a:lnTo>
                  <a:lnTo>
                    <a:pt x="19289" y="11435"/>
                  </a:lnTo>
                  <a:cubicBezTo>
                    <a:pt x="19201" y="11524"/>
                    <a:pt x="19145" y="11646"/>
                    <a:pt x="19145" y="11782"/>
                  </a:cubicBezTo>
                  <a:cubicBezTo>
                    <a:pt x="19145" y="12053"/>
                    <a:pt x="19366" y="12273"/>
                    <a:pt x="19636" y="12273"/>
                  </a:cubicBezTo>
                  <a:cubicBezTo>
                    <a:pt x="19772" y="12273"/>
                    <a:pt x="19895" y="12218"/>
                    <a:pt x="19983" y="12129"/>
                  </a:cubicBezTo>
                  <a:lnTo>
                    <a:pt x="21456" y="10656"/>
                  </a:lnTo>
                  <a:cubicBezTo>
                    <a:pt x="21545" y="10567"/>
                    <a:pt x="21600" y="10445"/>
                    <a:pt x="21600" y="10310"/>
                  </a:cubicBezTo>
                  <a:cubicBezTo>
                    <a:pt x="21600" y="10174"/>
                    <a:pt x="21545" y="10051"/>
                    <a:pt x="21456" y="9962"/>
                  </a:cubicBezTo>
                  <a:moveTo>
                    <a:pt x="10309" y="13745"/>
                  </a:moveTo>
                  <a:cubicBezTo>
                    <a:pt x="10445" y="13745"/>
                    <a:pt x="10567" y="13691"/>
                    <a:pt x="10656" y="13602"/>
                  </a:cubicBezTo>
                  <a:lnTo>
                    <a:pt x="11638" y="12620"/>
                  </a:lnTo>
                  <a:cubicBezTo>
                    <a:pt x="11727" y="12531"/>
                    <a:pt x="11782" y="12408"/>
                    <a:pt x="11782" y="12273"/>
                  </a:cubicBezTo>
                  <a:cubicBezTo>
                    <a:pt x="11782" y="12002"/>
                    <a:pt x="11562" y="11782"/>
                    <a:pt x="11291" y="11782"/>
                  </a:cubicBezTo>
                  <a:cubicBezTo>
                    <a:pt x="11156" y="11782"/>
                    <a:pt x="11033" y="11837"/>
                    <a:pt x="10944" y="11926"/>
                  </a:cubicBezTo>
                  <a:lnTo>
                    <a:pt x="9962" y="12908"/>
                  </a:lnTo>
                  <a:cubicBezTo>
                    <a:pt x="9873" y="12997"/>
                    <a:pt x="9818" y="13119"/>
                    <a:pt x="9818" y="13255"/>
                  </a:cubicBezTo>
                  <a:cubicBezTo>
                    <a:pt x="9818" y="13526"/>
                    <a:pt x="10038" y="13745"/>
                    <a:pt x="10309" y="13745"/>
                  </a:cubicBezTo>
                  <a:moveTo>
                    <a:pt x="4418" y="7855"/>
                  </a:moveTo>
                  <a:cubicBezTo>
                    <a:pt x="4147" y="7855"/>
                    <a:pt x="3927" y="7635"/>
                    <a:pt x="3927" y="7364"/>
                  </a:cubicBezTo>
                  <a:cubicBezTo>
                    <a:pt x="3927" y="7093"/>
                    <a:pt x="4147" y="6873"/>
                    <a:pt x="4418" y="6873"/>
                  </a:cubicBezTo>
                  <a:cubicBezTo>
                    <a:pt x="4690" y="6873"/>
                    <a:pt x="4909" y="7093"/>
                    <a:pt x="4909" y="7364"/>
                  </a:cubicBezTo>
                  <a:cubicBezTo>
                    <a:pt x="4909" y="7635"/>
                    <a:pt x="4690" y="7855"/>
                    <a:pt x="4418" y="7855"/>
                  </a:cubicBezTo>
                  <a:moveTo>
                    <a:pt x="4418" y="5891"/>
                  </a:moveTo>
                  <a:cubicBezTo>
                    <a:pt x="3605" y="5891"/>
                    <a:pt x="2945" y="6551"/>
                    <a:pt x="2945" y="7364"/>
                  </a:cubicBezTo>
                  <a:cubicBezTo>
                    <a:pt x="2945" y="8177"/>
                    <a:pt x="3605" y="8837"/>
                    <a:pt x="4418" y="8837"/>
                  </a:cubicBezTo>
                  <a:cubicBezTo>
                    <a:pt x="5232" y="8837"/>
                    <a:pt x="5891" y="8177"/>
                    <a:pt x="5891" y="7364"/>
                  </a:cubicBezTo>
                  <a:cubicBezTo>
                    <a:pt x="5891" y="6551"/>
                    <a:pt x="5232" y="5891"/>
                    <a:pt x="4418" y="5891"/>
                  </a:cubicBezTo>
                </a:path>
              </a:pathLst>
            </a:custGeom>
            <a:solidFill>
              <a:srgbClr val="FFFFFF"/>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sp>
          <p:nvSpPr>
            <p:cNvPr id="72" name="Shape 2605">
              <a:extLst>
                <a:ext uri="{FF2B5EF4-FFF2-40B4-BE49-F238E27FC236}">
                  <a16:creationId xmlns:a16="http://schemas.microsoft.com/office/drawing/2014/main" id="{A9389136-4C53-2AFD-595C-5FD9C9109806}"/>
                </a:ext>
              </a:extLst>
            </p:cNvPr>
            <p:cNvSpPr/>
            <p:nvPr userDrawn="1"/>
          </p:nvSpPr>
          <p:spPr>
            <a:xfrm>
              <a:off x="8729662" y="6170495"/>
              <a:ext cx="172761" cy="172757"/>
            </a:xfrm>
            <a:custGeom>
              <a:avLst/>
              <a:gdLst/>
              <a:ahLst/>
              <a:cxnLst>
                <a:cxn ang="0">
                  <a:pos x="wd2" y="hd2"/>
                </a:cxn>
                <a:cxn ang="5400000">
                  <a:pos x="wd2" y="hd2"/>
                </a:cxn>
                <a:cxn ang="10800000">
                  <a:pos x="wd2" y="hd2"/>
                </a:cxn>
                <a:cxn ang="16200000">
                  <a:pos x="wd2" y="hd2"/>
                </a:cxn>
              </a:cxnLst>
              <a:rect l="0" t="0" r="r" b="b"/>
              <a:pathLst>
                <a:path w="21410" h="21410" extrusionOk="0">
                  <a:moveTo>
                    <a:pt x="20437" y="20437"/>
                  </a:moveTo>
                  <a:lnTo>
                    <a:pt x="17519" y="20437"/>
                  </a:lnTo>
                  <a:lnTo>
                    <a:pt x="17519" y="18978"/>
                  </a:lnTo>
                  <a:cubicBezTo>
                    <a:pt x="17519" y="18710"/>
                    <a:pt x="17301" y="18492"/>
                    <a:pt x="17033" y="18492"/>
                  </a:cubicBezTo>
                  <a:lnTo>
                    <a:pt x="15574" y="18492"/>
                  </a:lnTo>
                  <a:lnTo>
                    <a:pt x="15574" y="17033"/>
                  </a:lnTo>
                  <a:cubicBezTo>
                    <a:pt x="15574" y="16764"/>
                    <a:pt x="15356" y="16546"/>
                    <a:pt x="15087" y="16546"/>
                  </a:cubicBezTo>
                  <a:lnTo>
                    <a:pt x="13344" y="16546"/>
                  </a:lnTo>
                  <a:lnTo>
                    <a:pt x="10309" y="13497"/>
                  </a:lnTo>
                  <a:cubicBezTo>
                    <a:pt x="10221" y="13409"/>
                    <a:pt x="10100" y="13354"/>
                    <a:pt x="9965" y="13354"/>
                  </a:cubicBezTo>
                  <a:cubicBezTo>
                    <a:pt x="9819" y="13354"/>
                    <a:pt x="9693" y="13422"/>
                    <a:pt x="9604" y="13524"/>
                  </a:cubicBezTo>
                  <a:lnTo>
                    <a:pt x="8815" y="14312"/>
                  </a:lnTo>
                  <a:cubicBezTo>
                    <a:pt x="8435" y="14692"/>
                    <a:pt x="7820" y="14692"/>
                    <a:pt x="7441" y="14312"/>
                  </a:cubicBezTo>
                  <a:lnTo>
                    <a:pt x="1256" y="8128"/>
                  </a:lnTo>
                  <a:cubicBezTo>
                    <a:pt x="877" y="7748"/>
                    <a:pt x="877" y="7133"/>
                    <a:pt x="1256" y="6753"/>
                  </a:cubicBezTo>
                  <a:lnTo>
                    <a:pt x="6754" y="1255"/>
                  </a:lnTo>
                  <a:cubicBezTo>
                    <a:pt x="7133" y="876"/>
                    <a:pt x="7749" y="876"/>
                    <a:pt x="8128" y="1255"/>
                  </a:cubicBezTo>
                  <a:lnTo>
                    <a:pt x="14312" y="7440"/>
                  </a:lnTo>
                  <a:cubicBezTo>
                    <a:pt x="14691" y="7820"/>
                    <a:pt x="14691" y="8435"/>
                    <a:pt x="14312" y="8815"/>
                  </a:cubicBezTo>
                  <a:lnTo>
                    <a:pt x="13539" y="9588"/>
                  </a:lnTo>
                  <a:cubicBezTo>
                    <a:pt x="13437" y="9677"/>
                    <a:pt x="13370" y="9804"/>
                    <a:pt x="13370" y="9950"/>
                  </a:cubicBezTo>
                  <a:cubicBezTo>
                    <a:pt x="13370" y="10084"/>
                    <a:pt x="13424" y="10206"/>
                    <a:pt x="13513" y="10294"/>
                  </a:cubicBezTo>
                  <a:lnTo>
                    <a:pt x="20437" y="17234"/>
                  </a:lnTo>
                  <a:cubicBezTo>
                    <a:pt x="20437" y="17234"/>
                    <a:pt x="20437" y="20437"/>
                    <a:pt x="20437" y="20437"/>
                  </a:cubicBezTo>
                  <a:close/>
                  <a:moveTo>
                    <a:pt x="21268" y="16689"/>
                  </a:moveTo>
                  <a:lnTo>
                    <a:pt x="14547" y="9954"/>
                  </a:lnTo>
                  <a:lnTo>
                    <a:pt x="14999" y="9502"/>
                  </a:lnTo>
                  <a:cubicBezTo>
                    <a:pt x="15758" y="8743"/>
                    <a:pt x="15758" y="7512"/>
                    <a:pt x="14999" y="6753"/>
                  </a:cubicBezTo>
                  <a:lnTo>
                    <a:pt x="8815" y="569"/>
                  </a:lnTo>
                  <a:cubicBezTo>
                    <a:pt x="8056" y="-190"/>
                    <a:pt x="6825" y="-190"/>
                    <a:pt x="6066" y="569"/>
                  </a:cubicBezTo>
                  <a:lnTo>
                    <a:pt x="569" y="6066"/>
                  </a:lnTo>
                  <a:cubicBezTo>
                    <a:pt x="-190" y="6825"/>
                    <a:pt x="-190" y="8056"/>
                    <a:pt x="569" y="8815"/>
                  </a:cubicBezTo>
                  <a:lnTo>
                    <a:pt x="6754" y="14999"/>
                  </a:lnTo>
                  <a:cubicBezTo>
                    <a:pt x="7513" y="15758"/>
                    <a:pt x="8743" y="15758"/>
                    <a:pt x="9502" y="14999"/>
                  </a:cubicBezTo>
                  <a:lnTo>
                    <a:pt x="9968" y="14533"/>
                  </a:lnTo>
                  <a:lnTo>
                    <a:pt x="12798" y="17376"/>
                  </a:lnTo>
                  <a:cubicBezTo>
                    <a:pt x="12886" y="17465"/>
                    <a:pt x="13008" y="17519"/>
                    <a:pt x="13142" y="17519"/>
                  </a:cubicBezTo>
                  <a:lnTo>
                    <a:pt x="14601" y="17519"/>
                  </a:lnTo>
                  <a:lnTo>
                    <a:pt x="14601" y="18978"/>
                  </a:lnTo>
                  <a:cubicBezTo>
                    <a:pt x="14601" y="19247"/>
                    <a:pt x="14819" y="19464"/>
                    <a:pt x="15087" y="19464"/>
                  </a:cubicBezTo>
                  <a:lnTo>
                    <a:pt x="16546" y="19464"/>
                  </a:lnTo>
                  <a:lnTo>
                    <a:pt x="16546" y="20924"/>
                  </a:lnTo>
                  <a:cubicBezTo>
                    <a:pt x="16546" y="21193"/>
                    <a:pt x="16764" y="21410"/>
                    <a:pt x="17033" y="21410"/>
                  </a:cubicBezTo>
                  <a:lnTo>
                    <a:pt x="20924" y="21410"/>
                  </a:lnTo>
                  <a:cubicBezTo>
                    <a:pt x="21192" y="21410"/>
                    <a:pt x="21410" y="21193"/>
                    <a:pt x="21410" y="20924"/>
                  </a:cubicBezTo>
                  <a:lnTo>
                    <a:pt x="21410" y="17033"/>
                  </a:lnTo>
                  <a:cubicBezTo>
                    <a:pt x="21410" y="16899"/>
                    <a:pt x="21356" y="16777"/>
                    <a:pt x="21268" y="16689"/>
                  </a:cubicBezTo>
                  <a:moveTo>
                    <a:pt x="6819" y="7791"/>
                  </a:moveTo>
                  <a:cubicBezTo>
                    <a:pt x="6282" y="7791"/>
                    <a:pt x="5846" y="7356"/>
                    <a:pt x="5846" y="6819"/>
                  </a:cubicBezTo>
                  <a:cubicBezTo>
                    <a:pt x="5846" y="6282"/>
                    <a:pt x="6282" y="5846"/>
                    <a:pt x="6819" y="5846"/>
                  </a:cubicBezTo>
                  <a:cubicBezTo>
                    <a:pt x="7356" y="5846"/>
                    <a:pt x="7792" y="6282"/>
                    <a:pt x="7792" y="6819"/>
                  </a:cubicBezTo>
                  <a:cubicBezTo>
                    <a:pt x="7792" y="7356"/>
                    <a:pt x="7356" y="7791"/>
                    <a:pt x="6819" y="7791"/>
                  </a:cubicBezTo>
                  <a:moveTo>
                    <a:pt x="6819" y="4873"/>
                  </a:moveTo>
                  <a:cubicBezTo>
                    <a:pt x="5745" y="4873"/>
                    <a:pt x="4874" y="5744"/>
                    <a:pt x="4874" y="6819"/>
                  </a:cubicBezTo>
                  <a:cubicBezTo>
                    <a:pt x="4874" y="7893"/>
                    <a:pt x="5745" y="8765"/>
                    <a:pt x="6819" y="8765"/>
                  </a:cubicBezTo>
                  <a:cubicBezTo>
                    <a:pt x="7893" y="8765"/>
                    <a:pt x="8765" y="7893"/>
                    <a:pt x="8765" y="6819"/>
                  </a:cubicBezTo>
                  <a:cubicBezTo>
                    <a:pt x="8765" y="5744"/>
                    <a:pt x="7893" y="4873"/>
                    <a:pt x="6819" y="4873"/>
                  </a:cubicBezTo>
                </a:path>
              </a:pathLst>
            </a:custGeom>
            <a:solidFill>
              <a:schemeClr val="bg1"/>
            </a:solidFill>
            <a:ln w="12700">
              <a:miter lim="400000"/>
            </a:ln>
          </p:spPr>
          <p:txBody>
            <a:bodyPr lIns="19045" tIns="19045" rIns="19045" bIns="19045" anchor="ctr"/>
            <a:lstStyle/>
            <a:p>
              <a:pPr defTabSz="228532">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1500"/>
            </a:p>
          </p:txBody>
        </p:sp>
      </p:grpSp>
      <p:sp>
        <p:nvSpPr>
          <p:cNvPr id="73" name="Text Placeholder 51">
            <a:extLst>
              <a:ext uri="{FF2B5EF4-FFF2-40B4-BE49-F238E27FC236}">
                <a16:creationId xmlns:a16="http://schemas.microsoft.com/office/drawing/2014/main" id="{9FED238C-66A8-A7CC-6CDA-17F7700F8F0A}"/>
              </a:ext>
            </a:extLst>
          </p:cNvPr>
          <p:cNvSpPr>
            <a:spLocks noGrp="1"/>
          </p:cNvSpPr>
          <p:nvPr>
            <p:ph type="body" sz="quarter" idx="53"/>
          </p:nvPr>
        </p:nvSpPr>
        <p:spPr>
          <a:xfrm>
            <a:off x="6425178" y="1534215"/>
            <a:ext cx="5541163" cy="1954937"/>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74" name="Text Placeholder 51">
            <a:extLst>
              <a:ext uri="{FF2B5EF4-FFF2-40B4-BE49-F238E27FC236}">
                <a16:creationId xmlns:a16="http://schemas.microsoft.com/office/drawing/2014/main" id="{58E86C33-5D8F-B324-7AA2-82D467C3907B}"/>
              </a:ext>
            </a:extLst>
          </p:cNvPr>
          <p:cNvSpPr>
            <a:spLocks noGrp="1"/>
          </p:cNvSpPr>
          <p:nvPr>
            <p:ph type="body" sz="quarter" idx="54"/>
          </p:nvPr>
        </p:nvSpPr>
        <p:spPr>
          <a:xfrm>
            <a:off x="6425178" y="3747341"/>
            <a:ext cx="5541163" cy="2595911"/>
          </a:xfrm>
          <a:prstGeom prst="rect">
            <a:avLst/>
          </a:prstGeom>
          <a:solidFill>
            <a:schemeClr val="bg1"/>
          </a:solidFill>
        </p:spPr>
        <p:txBody>
          <a:bodyPr lIns="72000" tIns="36000" rIns="36000" bIns="36000" anchor="t">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6539294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Infog_48">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9EE767F-2D3A-49F8-881D-BCE2F83446D5}"/>
              </a:ext>
            </a:extLst>
          </p:cNvPr>
          <p:cNvGrpSpPr/>
          <p:nvPr/>
        </p:nvGrpSpPr>
        <p:grpSpPr>
          <a:xfrm>
            <a:off x="0" y="0"/>
            <a:ext cx="12192000" cy="301809"/>
            <a:chOff x="0" y="0"/>
            <a:chExt cx="12192000" cy="301809"/>
          </a:xfrm>
        </p:grpSpPr>
        <p:sp>
          <p:nvSpPr>
            <p:cNvPr id="16" name="Rectangle 15">
              <a:extLst>
                <a:ext uri="{FF2B5EF4-FFF2-40B4-BE49-F238E27FC236}">
                  <a16:creationId xmlns:a16="http://schemas.microsoft.com/office/drawing/2014/main" id="{6E055828-4472-4BCC-AFFD-49A8C6E08280}"/>
                </a:ext>
              </a:extLst>
            </p:cNvPr>
            <p:cNvSpPr/>
            <p:nvPr userDrawn="1"/>
          </p:nvSpPr>
          <p:spPr>
            <a:xfrm>
              <a:off x="0" y="0"/>
              <a:ext cx="12192000" cy="3018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AE824E1-C0DA-42D7-AC2E-C64BDD2EB2C0}"/>
                </a:ext>
              </a:extLst>
            </p:cNvPr>
            <p:cNvGrpSpPr/>
            <p:nvPr userDrawn="1"/>
          </p:nvGrpSpPr>
          <p:grpSpPr>
            <a:xfrm>
              <a:off x="10687010" y="58571"/>
              <a:ext cx="1279331" cy="184666"/>
              <a:chOff x="10759355" y="58571"/>
              <a:chExt cx="1279331" cy="184666"/>
            </a:xfrm>
          </p:grpSpPr>
          <p:pic>
            <p:nvPicPr>
              <p:cNvPr id="3" name="Picture 2">
                <a:extLst>
                  <a:ext uri="{FF2B5EF4-FFF2-40B4-BE49-F238E27FC236}">
                    <a16:creationId xmlns:a16="http://schemas.microsoft.com/office/drawing/2014/main" id="{F881AFCD-13B0-8E9B-BC78-FFFDD26BB9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33670" y="70503"/>
                <a:ext cx="1005016" cy="160802"/>
              </a:xfrm>
              <a:prstGeom prst="rect">
                <a:avLst/>
              </a:prstGeom>
            </p:spPr>
          </p:pic>
          <p:sp>
            <p:nvSpPr>
              <p:cNvPr id="7" name="TextBox 6">
                <a:extLst>
                  <a:ext uri="{FF2B5EF4-FFF2-40B4-BE49-F238E27FC236}">
                    <a16:creationId xmlns:a16="http://schemas.microsoft.com/office/drawing/2014/main" id="{9A9582E8-10D5-4526-9B0B-446532917803}"/>
                  </a:ext>
                </a:extLst>
              </p:cNvPr>
              <p:cNvSpPr txBox="1"/>
              <p:nvPr userDrawn="1"/>
            </p:nvSpPr>
            <p:spPr>
              <a:xfrm>
                <a:off x="10759355" y="58571"/>
                <a:ext cx="219452" cy="184666"/>
              </a:xfrm>
              <a:prstGeom prst="rect">
                <a:avLst/>
              </a:prstGeom>
              <a:noFill/>
            </p:spPr>
            <p:txBody>
              <a:bodyPr wrap="square" lIns="0" tIns="0" rIns="0" bIns="0" rtlCol="0" anchor="ctr">
                <a:spAutoFit/>
              </a:bodyPr>
              <a:lstStyle/>
              <a:p>
                <a:pPr algn="ctr"/>
                <a:r>
                  <a:rPr lang="en-US" sz="1200" dirty="0"/>
                  <a:t>©</a:t>
                </a:r>
              </a:p>
            </p:txBody>
          </p:sp>
        </p:grpSp>
        <p:cxnSp>
          <p:nvCxnSpPr>
            <p:cNvPr id="11" name="Straight Connector 10">
              <a:extLst>
                <a:ext uri="{FF2B5EF4-FFF2-40B4-BE49-F238E27FC236}">
                  <a16:creationId xmlns:a16="http://schemas.microsoft.com/office/drawing/2014/main" id="{C4DD0E5D-9403-4A9F-8B85-621DD7B6374C}"/>
                </a:ext>
              </a:extLst>
            </p:cNvPr>
            <p:cNvCxnSpPr>
              <a:cxnSpLocks/>
            </p:cNvCxnSpPr>
            <p:nvPr userDrawn="1"/>
          </p:nvCxnSpPr>
          <p:spPr>
            <a:xfrm>
              <a:off x="225659" y="150904"/>
              <a:ext cx="1042397" cy="0"/>
            </a:xfrm>
            <a:prstGeom prst="line">
              <a:avLst/>
            </a:prstGeom>
            <a:ln w="88900" cap="flat"/>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6E281F-B97F-425B-8F25-C593561804FB}"/>
                </a:ext>
              </a:extLst>
            </p:cNvPr>
            <p:cNvCxnSpPr>
              <a:cxnSpLocks/>
            </p:cNvCxnSpPr>
            <p:nvPr userDrawn="1"/>
          </p:nvCxnSpPr>
          <p:spPr>
            <a:xfrm>
              <a:off x="1432645" y="150904"/>
              <a:ext cx="384041" cy="0"/>
            </a:xfrm>
            <a:prstGeom prst="line">
              <a:avLst/>
            </a:prstGeom>
            <a:ln w="88900" cap="flat">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Title 3">
            <a:extLst>
              <a:ext uri="{FF2B5EF4-FFF2-40B4-BE49-F238E27FC236}">
                <a16:creationId xmlns:a16="http://schemas.microsoft.com/office/drawing/2014/main" id="{9BB170DC-0E4F-4A95-B8AA-AC610328736E}"/>
              </a:ext>
            </a:extLst>
          </p:cNvPr>
          <p:cNvSpPr>
            <a:spLocks noGrp="1"/>
          </p:cNvSpPr>
          <p:nvPr>
            <p:ph type="title"/>
          </p:nvPr>
        </p:nvSpPr>
        <p:spPr>
          <a:xfrm>
            <a:off x="225659" y="301809"/>
            <a:ext cx="11740682" cy="768079"/>
          </a:xfrm>
          <a:prstGeom prst="rect">
            <a:avLst/>
          </a:prstGeom>
          <a:solidFill>
            <a:schemeClr val="bg1">
              <a:lumMod val="95000"/>
            </a:schemeClr>
          </a:solidFill>
        </p:spPr>
        <p:txBody>
          <a:bodyPr>
            <a:normAutofit/>
          </a:bodyPr>
          <a:lstStyle>
            <a:lvl1pPr algn="ctr">
              <a:defRPr sz="2400" b="1">
                <a:solidFill>
                  <a:schemeClr val="tx1"/>
                </a:solidFill>
              </a:defRPr>
            </a:lvl1pPr>
          </a:lstStyle>
          <a:p>
            <a:r>
              <a:rPr lang="en-US"/>
              <a:t>Click to edit Master title style</a:t>
            </a:r>
            <a:endParaRPr lang="en-US" dirty="0"/>
          </a:p>
        </p:txBody>
      </p:sp>
      <p:sp>
        <p:nvSpPr>
          <p:cNvPr id="5" name="Arc 4">
            <a:extLst>
              <a:ext uri="{FF2B5EF4-FFF2-40B4-BE49-F238E27FC236}">
                <a16:creationId xmlns:a16="http://schemas.microsoft.com/office/drawing/2014/main" id="{3056F31A-487B-B687-AE1B-4F78F83C773D}"/>
              </a:ext>
            </a:extLst>
          </p:cNvPr>
          <p:cNvSpPr/>
          <p:nvPr/>
        </p:nvSpPr>
        <p:spPr>
          <a:xfrm>
            <a:off x="5105690" y="3830158"/>
            <a:ext cx="1133148" cy="1133147"/>
          </a:xfrm>
          <a:prstGeom prst="arc">
            <a:avLst>
              <a:gd name="adj1" fmla="val 13839332"/>
              <a:gd name="adj2" fmla="val 19060776"/>
            </a:avLst>
          </a:prstGeom>
          <a:ln w="228600" cap="rnd" cmpd="sng">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Arc 8">
            <a:extLst>
              <a:ext uri="{FF2B5EF4-FFF2-40B4-BE49-F238E27FC236}">
                <a16:creationId xmlns:a16="http://schemas.microsoft.com/office/drawing/2014/main" id="{97076C3C-3A19-5037-AE87-FF90A6F83642}"/>
              </a:ext>
            </a:extLst>
          </p:cNvPr>
          <p:cNvSpPr/>
          <p:nvPr/>
        </p:nvSpPr>
        <p:spPr>
          <a:xfrm rot="5400000" flipV="1">
            <a:off x="6095616" y="4843251"/>
            <a:ext cx="1133147" cy="1133148"/>
          </a:xfrm>
          <a:prstGeom prst="arc">
            <a:avLst>
              <a:gd name="adj1" fmla="val 8258729"/>
              <a:gd name="adj2" fmla="val 19060776"/>
            </a:avLst>
          </a:prstGeom>
          <a:ln w="228600" cap="rnd" cmpd="sng">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6B6B2B9F-3746-62A7-6ADD-2248CA84DE05}"/>
              </a:ext>
            </a:extLst>
          </p:cNvPr>
          <p:cNvSpPr/>
          <p:nvPr/>
        </p:nvSpPr>
        <p:spPr>
          <a:xfrm flipH="1">
            <a:off x="6094547" y="2822332"/>
            <a:ext cx="1133148" cy="1133147"/>
          </a:xfrm>
          <a:prstGeom prst="arc">
            <a:avLst>
              <a:gd name="adj1" fmla="val 13930520"/>
              <a:gd name="adj2" fmla="val 19060776"/>
            </a:avLst>
          </a:prstGeom>
          <a:ln w="228600" cap="rnd" cmpd="sng">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Arc 11">
            <a:extLst>
              <a:ext uri="{FF2B5EF4-FFF2-40B4-BE49-F238E27FC236}">
                <a16:creationId xmlns:a16="http://schemas.microsoft.com/office/drawing/2014/main" id="{31AB1C76-A8B6-D9B5-D01C-B53328AEC2D5}"/>
              </a:ext>
            </a:extLst>
          </p:cNvPr>
          <p:cNvSpPr/>
          <p:nvPr/>
        </p:nvSpPr>
        <p:spPr>
          <a:xfrm>
            <a:off x="5110099" y="1821633"/>
            <a:ext cx="1133148" cy="1133147"/>
          </a:xfrm>
          <a:prstGeom prst="arc">
            <a:avLst>
              <a:gd name="adj1" fmla="val 7236945"/>
              <a:gd name="adj2" fmla="val 19060776"/>
            </a:avLst>
          </a:prstGeom>
          <a:ln w="228600" cap="rnd" cmpd="sng">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3641C81E-703C-F9F9-28B1-DB477D620D53}"/>
              </a:ext>
            </a:extLst>
          </p:cNvPr>
          <p:cNvCxnSpPr>
            <a:stCxn id="15" idx="2"/>
          </p:cNvCxnSpPr>
          <p:nvPr/>
        </p:nvCxnSpPr>
        <p:spPr>
          <a:xfrm flipH="1" flipV="1">
            <a:off x="4288688" y="1779521"/>
            <a:ext cx="969065" cy="990146"/>
          </a:xfrm>
          <a:prstGeom prst="line">
            <a:avLst/>
          </a:prstGeom>
          <a:ln w="228600" cap="rnd">
            <a:solidFill>
              <a:schemeClr val="accent1"/>
            </a:solidFill>
          </a:ln>
          <a:effectLst>
            <a:outerShdw blurRad="114300" dist="190500" dir="1680000" sx="75000" sy="75000" algn="ctr" rotWithShape="0">
              <a:prstClr val="black">
                <a:alpha val="40000"/>
              </a:prstClr>
            </a:outerShdw>
          </a:effectLst>
        </p:spPr>
        <p:style>
          <a:lnRef idx="2">
            <a:schemeClr val="accent1"/>
          </a:lnRef>
          <a:fillRef idx="0">
            <a:schemeClr val="accent1"/>
          </a:fillRef>
          <a:effectRef idx="1">
            <a:schemeClr val="accent1"/>
          </a:effectRef>
          <a:fontRef idx="minor">
            <a:schemeClr val="tx1"/>
          </a:fontRef>
        </p:style>
      </p:cxnSp>
      <p:sp>
        <p:nvSpPr>
          <p:cNvPr id="15" name="Arc 14">
            <a:extLst>
              <a:ext uri="{FF2B5EF4-FFF2-40B4-BE49-F238E27FC236}">
                <a16:creationId xmlns:a16="http://schemas.microsoft.com/office/drawing/2014/main" id="{2C662962-5AC2-EA56-C24A-468CF40057C3}"/>
              </a:ext>
            </a:extLst>
          </p:cNvPr>
          <p:cNvSpPr/>
          <p:nvPr/>
        </p:nvSpPr>
        <p:spPr>
          <a:xfrm flipH="1" flipV="1">
            <a:off x="5110099" y="1821633"/>
            <a:ext cx="1133148" cy="1133147"/>
          </a:xfrm>
          <a:prstGeom prst="arc">
            <a:avLst>
              <a:gd name="adj1" fmla="val 8488481"/>
              <a:gd name="adj2" fmla="val 19060776"/>
            </a:avLst>
          </a:prstGeom>
          <a:ln w="228600" cap="rnd" cmpd="sng">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AB61FDD7-EE10-CB1C-A7FE-966DE6E6C40A}"/>
              </a:ext>
            </a:extLst>
          </p:cNvPr>
          <p:cNvSpPr/>
          <p:nvPr/>
        </p:nvSpPr>
        <p:spPr>
          <a:xfrm flipV="1">
            <a:off x="6094547" y="2822332"/>
            <a:ext cx="1133148" cy="1133147"/>
          </a:xfrm>
          <a:prstGeom prst="arc">
            <a:avLst>
              <a:gd name="adj1" fmla="val 8503766"/>
              <a:gd name="adj2" fmla="val 2883086"/>
            </a:avLst>
          </a:prstGeom>
          <a:ln w="228600" cap="rnd" cmpd="sng">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F09099FB-B0C8-F9A7-7538-CE443266D163}"/>
              </a:ext>
            </a:extLst>
          </p:cNvPr>
          <p:cNvCxnSpPr>
            <a:endCxn id="12" idx="2"/>
          </p:cNvCxnSpPr>
          <p:nvPr/>
        </p:nvCxnSpPr>
        <p:spPr>
          <a:xfrm flipH="1" flipV="1">
            <a:off x="6095593" y="2006746"/>
            <a:ext cx="937704" cy="952482"/>
          </a:xfrm>
          <a:prstGeom prst="line">
            <a:avLst/>
          </a:prstGeom>
          <a:ln w="228600" cap="rnd">
            <a:solidFill>
              <a:schemeClr val="accent2"/>
            </a:solidFill>
          </a:ln>
          <a:effectLst>
            <a:outerShdw blurRad="114300" dist="88900" dir="7080000" sx="75000" sy="750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158B7B4B-863D-7677-F853-5231DB647FBA}"/>
              </a:ext>
            </a:extLst>
          </p:cNvPr>
          <p:cNvCxnSpPr/>
          <p:nvPr/>
        </p:nvCxnSpPr>
        <p:spPr>
          <a:xfrm flipH="1">
            <a:off x="5273136" y="3007445"/>
            <a:ext cx="969065" cy="990147"/>
          </a:xfrm>
          <a:prstGeom prst="line">
            <a:avLst/>
          </a:prstGeom>
          <a:ln w="228600" cap="rnd">
            <a:solidFill>
              <a:schemeClr val="accent4"/>
            </a:solidFill>
          </a:ln>
          <a:effectLst>
            <a:outerShdw blurRad="114300" dist="88900" dir="2700000" sx="70000" sy="700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cxnSp>
      <p:sp>
        <p:nvSpPr>
          <p:cNvPr id="20" name="Arc 19">
            <a:extLst>
              <a:ext uri="{FF2B5EF4-FFF2-40B4-BE49-F238E27FC236}">
                <a16:creationId xmlns:a16="http://schemas.microsoft.com/office/drawing/2014/main" id="{69E0332D-34CA-F326-D598-F5D9D47EA5B1}"/>
              </a:ext>
            </a:extLst>
          </p:cNvPr>
          <p:cNvSpPr/>
          <p:nvPr/>
        </p:nvSpPr>
        <p:spPr>
          <a:xfrm rot="5400000" flipH="1">
            <a:off x="6095617" y="4843252"/>
            <a:ext cx="1133147" cy="1133148"/>
          </a:xfrm>
          <a:prstGeom prst="arc">
            <a:avLst>
              <a:gd name="adj1" fmla="val 8343706"/>
              <a:gd name="adj2" fmla="val 18966864"/>
            </a:avLst>
          </a:prstGeom>
          <a:ln w="228600" cap="rnd" cmpd="sng">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E7A0D3AD-C0FA-94D7-8544-3F894016A002}"/>
              </a:ext>
            </a:extLst>
          </p:cNvPr>
          <p:cNvCxnSpPr/>
          <p:nvPr/>
        </p:nvCxnSpPr>
        <p:spPr>
          <a:xfrm>
            <a:off x="6280729" y="5828745"/>
            <a:ext cx="1165795" cy="1128968"/>
          </a:xfrm>
          <a:prstGeom prst="line">
            <a:avLst/>
          </a:prstGeom>
          <a:ln w="228600" cap="rnd">
            <a:solidFill>
              <a:schemeClr val="accent5"/>
            </a:solidFill>
          </a:ln>
          <a:effectLst>
            <a:outerShdw blurRad="114300" dist="88900" dir="300000" sx="75000" sy="750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cxnSp>
      <p:sp>
        <p:nvSpPr>
          <p:cNvPr id="22" name="Arc 21">
            <a:extLst>
              <a:ext uri="{FF2B5EF4-FFF2-40B4-BE49-F238E27FC236}">
                <a16:creationId xmlns:a16="http://schemas.microsoft.com/office/drawing/2014/main" id="{D5A7284B-B561-4D04-60A1-253D07086C5C}"/>
              </a:ext>
            </a:extLst>
          </p:cNvPr>
          <p:cNvSpPr/>
          <p:nvPr/>
        </p:nvSpPr>
        <p:spPr>
          <a:xfrm flipH="1" flipV="1">
            <a:off x="5105690" y="3830158"/>
            <a:ext cx="1133148" cy="1133147"/>
          </a:xfrm>
          <a:prstGeom prst="arc">
            <a:avLst>
              <a:gd name="adj1" fmla="val 8485542"/>
              <a:gd name="adj2" fmla="val 3025172"/>
            </a:avLst>
          </a:prstGeom>
          <a:ln w="228600" cap="rnd" cmpd="sng">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88449CA4-7E0C-FAA7-3036-24AD340BC973}"/>
              </a:ext>
            </a:extLst>
          </p:cNvPr>
          <p:cNvCxnSpPr/>
          <p:nvPr/>
        </p:nvCxnSpPr>
        <p:spPr>
          <a:xfrm>
            <a:off x="6091186" y="4015271"/>
            <a:ext cx="969065" cy="990146"/>
          </a:xfrm>
          <a:prstGeom prst="line">
            <a:avLst/>
          </a:prstGeom>
          <a:ln w="228600" cap="rnd">
            <a:solidFill>
              <a:schemeClr val="accent4"/>
            </a:solidFill>
          </a:ln>
          <a:effectLst>
            <a:outerShdw blurRad="114300" dist="88900" dir="7560000" sx="75000" sy="75000" algn="ctr" rotWithShape="0">
              <a:prstClr val="black">
                <a:alpha val="30000"/>
              </a:prstClr>
            </a:outerShdw>
          </a:effectLst>
        </p:spPr>
        <p:style>
          <a:lnRef idx="2">
            <a:schemeClr val="accent1"/>
          </a:lnRef>
          <a:fillRef idx="0">
            <a:schemeClr val="accent1"/>
          </a:fillRef>
          <a:effectRef idx="1">
            <a:schemeClr val="accent1"/>
          </a:effectRef>
          <a:fontRef idx="minor">
            <a:schemeClr val="tx1"/>
          </a:fontRef>
        </p:style>
      </p:cxnSp>
      <p:sp>
        <p:nvSpPr>
          <p:cNvPr id="28" name="Picture Placeholder 23">
            <a:extLst>
              <a:ext uri="{FF2B5EF4-FFF2-40B4-BE49-F238E27FC236}">
                <a16:creationId xmlns:a16="http://schemas.microsoft.com/office/drawing/2014/main" id="{F3114DD7-D84A-F19A-EE9E-FEFFA7A7BF7B}"/>
              </a:ext>
            </a:extLst>
          </p:cNvPr>
          <p:cNvSpPr>
            <a:spLocks noGrp="1" noChangeAspect="1"/>
          </p:cNvSpPr>
          <p:nvPr>
            <p:ph type="pic" sz="quarter" idx="50"/>
          </p:nvPr>
        </p:nvSpPr>
        <p:spPr>
          <a:xfrm>
            <a:off x="5387805" y="2092199"/>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29" name="Picture Placeholder 23">
            <a:extLst>
              <a:ext uri="{FF2B5EF4-FFF2-40B4-BE49-F238E27FC236}">
                <a16:creationId xmlns:a16="http://schemas.microsoft.com/office/drawing/2014/main" id="{6B840765-53BD-5C46-2E2D-C7A99C768032}"/>
              </a:ext>
            </a:extLst>
          </p:cNvPr>
          <p:cNvSpPr>
            <a:spLocks noGrp="1" noChangeAspect="1"/>
          </p:cNvSpPr>
          <p:nvPr>
            <p:ph type="pic" sz="quarter" idx="51"/>
          </p:nvPr>
        </p:nvSpPr>
        <p:spPr>
          <a:xfrm>
            <a:off x="6364038" y="3097647"/>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0" name="Picture Placeholder 23">
            <a:extLst>
              <a:ext uri="{FF2B5EF4-FFF2-40B4-BE49-F238E27FC236}">
                <a16:creationId xmlns:a16="http://schemas.microsoft.com/office/drawing/2014/main" id="{CF9F9955-065E-E55C-ABF8-57490DA70E56}"/>
              </a:ext>
            </a:extLst>
          </p:cNvPr>
          <p:cNvSpPr>
            <a:spLocks noGrp="1" noChangeAspect="1"/>
          </p:cNvSpPr>
          <p:nvPr>
            <p:ph type="pic" sz="quarter" idx="52"/>
          </p:nvPr>
        </p:nvSpPr>
        <p:spPr>
          <a:xfrm>
            <a:off x="5375181" y="4105178"/>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1" name="Picture Placeholder 23">
            <a:extLst>
              <a:ext uri="{FF2B5EF4-FFF2-40B4-BE49-F238E27FC236}">
                <a16:creationId xmlns:a16="http://schemas.microsoft.com/office/drawing/2014/main" id="{C719785E-508D-1F34-33AB-699B9AE637D9}"/>
              </a:ext>
            </a:extLst>
          </p:cNvPr>
          <p:cNvSpPr>
            <a:spLocks noGrp="1" noChangeAspect="1"/>
          </p:cNvSpPr>
          <p:nvPr>
            <p:ph type="pic" sz="quarter" idx="53"/>
          </p:nvPr>
        </p:nvSpPr>
        <p:spPr>
          <a:xfrm>
            <a:off x="6364038" y="5112779"/>
            <a:ext cx="594166" cy="594092"/>
          </a:xfrm>
          <a:prstGeom prst="ellipse">
            <a:avLst/>
          </a:prstGeom>
          <a:noFill/>
        </p:spPr>
        <p:txBody>
          <a:bodyPr vert="horz" lIns="36000" tIns="36000" rIns="36000" bIns="36000" anchor="ctr">
            <a:noAutofit/>
          </a:bodyPr>
          <a:lstStyle>
            <a:lvl1pPr marL="0" indent="0" algn="ctr">
              <a:buNone/>
              <a:defRPr sz="200">
                <a:solidFill>
                  <a:schemeClr val="bg1"/>
                </a:solidFill>
                <a:latin typeface="+mn-lt"/>
              </a:defRPr>
            </a:lvl1pPr>
          </a:lstStyle>
          <a:p>
            <a:r>
              <a:rPr lang="en-US"/>
              <a:t>Click icon to add picture</a:t>
            </a:r>
            <a:endParaRPr lang="en-IN" dirty="0"/>
          </a:p>
        </p:txBody>
      </p:sp>
      <p:sp>
        <p:nvSpPr>
          <p:cNvPr id="32" name="Text Placeholder 51">
            <a:extLst>
              <a:ext uri="{FF2B5EF4-FFF2-40B4-BE49-F238E27FC236}">
                <a16:creationId xmlns:a16="http://schemas.microsoft.com/office/drawing/2014/main" id="{6C4F36A4-8776-6656-AA5B-EE12654985C5}"/>
              </a:ext>
            </a:extLst>
          </p:cNvPr>
          <p:cNvSpPr>
            <a:spLocks noGrp="1"/>
          </p:cNvSpPr>
          <p:nvPr>
            <p:ph type="body" sz="quarter" idx="67"/>
          </p:nvPr>
        </p:nvSpPr>
        <p:spPr>
          <a:xfrm>
            <a:off x="1008371" y="1869108"/>
            <a:ext cx="2689895" cy="1038196"/>
          </a:xfrm>
          <a:prstGeom prst="rect">
            <a:avLst/>
          </a:prstGeom>
          <a:solidFill>
            <a:schemeClr val="accent1">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3" name="Text Placeholder 51">
            <a:extLst>
              <a:ext uri="{FF2B5EF4-FFF2-40B4-BE49-F238E27FC236}">
                <a16:creationId xmlns:a16="http://schemas.microsoft.com/office/drawing/2014/main" id="{5BDE7667-DEB7-815E-2FDB-0E845C782D39}"/>
              </a:ext>
            </a:extLst>
          </p:cNvPr>
          <p:cNvSpPr>
            <a:spLocks noGrp="1"/>
          </p:cNvSpPr>
          <p:nvPr>
            <p:ph type="body" sz="quarter" idx="68"/>
          </p:nvPr>
        </p:nvSpPr>
        <p:spPr>
          <a:xfrm>
            <a:off x="7867553" y="2869807"/>
            <a:ext cx="2689895" cy="1038196"/>
          </a:xfrm>
          <a:prstGeom prst="rect">
            <a:avLst/>
          </a:prstGeom>
          <a:solidFill>
            <a:schemeClr val="accent3">
              <a:lumMod val="95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4" name="Text Placeholder 51">
            <a:extLst>
              <a:ext uri="{FF2B5EF4-FFF2-40B4-BE49-F238E27FC236}">
                <a16:creationId xmlns:a16="http://schemas.microsoft.com/office/drawing/2014/main" id="{8AFDB657-85CD-CFAD-C773-39232B4EB364}"/>
              </a:ext>
            </a:extLst>
          </p:cNvPr>
          <p:cNvSpPr>
            <a:spLocks noGrp="1"/>
          </p:cNvSpPr>
          <p:nvPr>
            <p:ph type="body" sz="quarter" idx="69"/>
          </p:nvPr>
        </p:nvSpPr>
        <p:spPr>
          <a:xfrm>
            <a:off x="1949283" y="3877633"/>
            <a:ext cx="2689895" cy="1038196"/>
          </a:xfrm>
          <a:prstGeom prst="rect">
            <a:avLst/>
          </a:prstGeom>
          <a:solidFill>
            <a:schemeClr val="bg2"/>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35" name="Text Placeholder 51">
            <a:extLst>
              <a:ext uri="{FF2B5EF4-FFF2-40B4-BE49-F238E27FC236}">
                <a16:creationId xmlns:a16="http://schemas.microsoft.com/office/drawing/2014/main" id="{30E88585-4DB3-3B52-0A39-6B3FA4E10360}"/>
              </a:ext>
            </a:extLst>
          </p:cNvPr>
          <p:cNvSpPr>
            <a:spLocks noGrp="1"/>
          </p:cNvSpPr>
          <p:nvPr>
            <p:ph type="body" sz="quarter" idx="70"/>
          </p:nvPr>
        </p:nvSpPr>
        <p:spPr>
          <a:xfrm>
            <a:off x="7867553" y="4915829"/>
            <a:ext cx="2689895" cy="1038196"/>
          </a:xfrm>
          <a:prstGeom prst="rect">
            <a:avLst/>
          </a:prstGeom>
          <a:solidFill>
            <a:schemeClr val="accent5">
              <a:lumMod val="20000"/>
              <a:lumOff val="80000"/>
            </a:schemeClr>
          </a:solidFill>
        </p:spPr>
        <p:txBody>
          <a:bodyPr lIns="72000" tIns="36000" rIns="36000" bIns="36000" anchor="ctr">
            <a:noAutofit/>
          </a:bodyPr>
          <a:lstStyle>
            <a:lvl1pPr>
              <a:defRPr sz="1000"/>
            </a:lvl1pPr>
            <a:lvl2pPr>
              <a:defRPr sz="900"/>
            </a:lvl2pPr>
            <a:lvl3pPr>
              <a:defRPr sz="800"/>
            </a:lvl3pPr>
            <a:lvl4pPr>
              <a:defRPr sz="700"/>
            </a:lvl4pPr>
            <a:lvl5pPr>
              <a:defRPr sz="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Tree>
    <p:extLst>
      <p:ext uri="{BB962C8B-B14F-4D97-AF65-F5344CB8AC3E}">
        <p14:creationId xmlns:p14="http://schemas.microsoft.com/office/powerpoint/2010/main" val="157646566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hank_You_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9" name="Text Placeholder 8">
            <a:extLst>
              <a:ext uri="{FF2B5EF4-FFF2-40B4-BE49-F238E27FC236}">
                <a16:creationId xmlns:a16="http://schemas.microsoft.com/office/drawing/2014/main" id="{713BD568-4373-7BA4-9AD1-D0375643EC77}"/>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chemeClr val="accent1"/>
                </a:solidFill>
                <a:latin typeface="Avenir Next LT Pro" panose="020B0504020202020204" pitchFamily="34" charset="77"/>
              </a:defRPr>
            </a:lvl1pPr>
          </a:lstStyle>
          <a:p>
            <a:pPr lvl="0"/>
            <a:r>
              <a:rPr lang="en-US" dirty="0"/>
              <a:t>Slide title goes here</a:t>
            </a:r>
          </a:p>
        </p:txBody>
      </p:sp>
      <p:sp>
        <p:nvSpPr>
          <p:cNvPr id="12" name="Text Placeholder 11">
            <a:extLst>
              <a:ext uri="{FF2B5EF4-FFF2-40B4-BE49-F238E27FC236}">
                <a16:creationId xmlns:a16="http://schemas.microsoft.com/office/drawing/2014/main" id="{14E8B459-349C-5F0B-E4AD-C16E0E546EAC}"/>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chemeClr val="bg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2" name="Freeform 1">
            <a:extLst>
              <a:ext uri="{FF2B5EF4-FFF2-40B4-BE49-F238E27FC236}">
                <a16:creationId xmlns:a16="http://schemas.microsoft.com/office/drawing/2014/main" id="{2316FA22-4FC6-D6EE-454E-F588475C3645}"/>
              </a:ext>
            </a:extLst>
          </p:cNvPr>
          <p:cNvSpPr/>
          <p:nvPr/>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FFB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pic>
        <p:nvPicPr>
          <p:cNvPr id="17" name="Graphic 16">
            <a:extLst>
              <a:ext uri="{FF2B5EF4-FFF2-40B4-BE49-F238E27FC236}">
                <a16:creationId xmlns:a16="http://schemas.microsoft.com/office/drawing/2014/main" id="{2954087E-31F3-3470-CF23-C4E737C7EF03}"/>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36045" y="2447045"/>
            <a:ext cx="1955803" cy="1955803"/>
          </a:xfrm>
          <a:prstGeom prst="rect">
            <a:avLst/>
          </a:prstGeom>
        </p:spPr>
      </p:pic>
      <p:grpSp>
        <p:nvGrpSpPr>
          <p:cNvPr id="3" name="Group 2">
            <a:extLst>
              <a:ext uri="{FF2B5EF4-FFF2-40B4-BE49-F238E27FC236}">
                <a16:creationId xmlns:a16="http://schemas.microsoft.com/office/drawing/2014/main" id="{1276C34C-97E3-C5B9-0A88-F868E90F16EA}"/>
              </a:ext>
            </a:extLst>
          </p:cNvPr>
          <p:cNvGrpSpPr/>
          <p:nvPr/>
        </p:nvGrpSpPr>
        <p:grpSpPr>
          <a:xfrm>
            <a:off x="559496" y="6073205"/>
            <a:ext cx="2459545" cy="393700"/>
            <a:chOff x="559496" y="6073205"/>
            <a:chExt cx="2459545" cy="393700"/>
          </a:xfrm>
          <a:solidFill>
            <a:schemeClr val="bg1"/>
          </a:solidFill>
        </p:grpSpPr>
        <p:sp>
          <p:nvSpPr>
            <p:cNvPr id="4" name="Freeform: Shape 3">
              <a:extLst>
                <a:ext uri="{FF2B5EF4-FFF2-40B4-BE49-F238E27FC236}">
                  <a16:creationId xmlns:a16="http://schemas.microsoft.com/office/drawing/2014/main" id="{91D45022-EEDA-1C2F-ACB8-6C19E667AF96}"/>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38F23FA8-798C-49B0-B005-38A319781436}"/>
                </a:ext>
              </a:extLst>
            </p:cNvPr>
            <p:cNvGrpSpPr/>
            <p:nvPr userDrawn="1"/>
          </p:nvGrpSpPr>
          <p:grpSpPr>
            <a:xfrm>
              <a:off x="559496" y="6073205"/>
              <a:ext cx="488724" cy="393700"/>
              <a:chOff x="904620" y="6320655"/>
              <a:chExt cx="181548" cy="146249"/>
            </a:xfrm>
            <a:grpFill/>
          </p:grpSpPr>
          <p:sp>
            <p:nvSpPr>
              <p:cNvPr id="8" name="Freeform: Shape 7">
                <a:extLst>
                  <a:ext uri="{FF2B5EF4-FFF2-40B4-BE49-F238E27FC236}">
                    <a16:creationId xmlns:a16="http://schemas.microsoft.com/office/drawing/2014/main" id="{9B4E5CCA-186A-5FC4-7E9D-96A05599122A}"/>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ABF601E8-FDB4-F37B-85C7-426935F6790F}"/>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3286797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hank_You_Slide_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36A7EF-EF9D-CFB9-E7DD-CB49D8AFF4CB}"/>
              </a:ext>
            </a:extLst>
          </p:cNvPr>
          <p:cNvSpPr/>
          <p:nvPr/>
        </p:nvSpPr>
        <p:spPr>
          <a:xfrm>
            <a:off x="0" y="0"/>
            <a:ext cx="12192000" cy="6858000"/>
          </a:xfrm>
          <a:prstGeom prst="rect">
            <a:avLst/>
          </a:prstGeom>
          <a:solidFill>
            <a:srgbClr val="0912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9" name="Text Placeholder 8">
            <a:extLst>
              <a:ext uri="{FF2B5EF4-FFF2-40B4-BE49-F238E27FC236}">
                <a16:creationId xmlns:a16="http://schemas.microsoft.com/office/drawing/2014/main" id="{713BD568-4373-7BA4-9AD1-D0375643EC77}"/>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chemeClr val="accent5"/>
                </a:solidFill>
                <a:latin typeface="Avenir Next LT Pro" panose="020B0504020202020204" pitchFamily="34" charset="77"/>
              </a:defRPr>
            </a:lvl1pPr>
          </a:lstStyle>
          <a:p>
            <a:pPr lvl="0"/>
            <a:r>
              <a:rPr lang="en-US" dirty="0"/>
              <a:t>Slide title goes here</a:t>
            </a:r>
          </a:p>
        </p:txBody>
      </p:sp>
      <p:sp>
        <p:nvSpPr>
          <p:cNvPr id="12" name="Text Placeholder 11">
            <a:extLst>
              <a:ext uri="{FF2B5EF4-FFF2-40B4-BE49-F238E27FC236}">
                <a16:creationId xmlns:a16="http://schemas.microsoft.com/office/drawing/2014/main" id="{14E8B459-349C-5F0B-E4AD-C16E0E546EAC}"/>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chemeClr val="bg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2" name="Freeform 1">
            <a:extLst>
              <a:ext uri="{FF2B5EF4-FFF2-40B4-BE49-F238E27FC236}">
                <a16:creationId xmlns:a16="http://schemas.microsoft.com/office/drawing/2014/main" id="{2316FA22-4FC6-D6EE-454E-F588475C3645}"/>
              </a:ext>
            </a:extLst>
          </p:cNvPr>
          <p:cNvSpPr/>
          <p:nvPr/>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00A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pic>
        <p:nvPicPr>
          <p:cNvPr id="10" name="Graphic 9">
            <a:extLst>
              <a:ext uri="{FF2B5EF4-FFF2-40B4-BE49-F238E27FC236}">
                <a16:creationId xmlns:a16="http://schemas.microsoft.com/office/drawing/2014/main" id="{9F106206-9A5D-4C4D-A087-B630286F6BA3}"/>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27101" y="2442980"/>
            <a:ext cx="1964429" cy="1964429"/>
          </a:xfrm>
          <a:prstGeom prst="rect">
            <a:avLst/>
          </a:prstGeom>
        </p:spPr>
      </p:pic>
      <p:grpSp>
        <p:nvGrpSpPr>
          <p:cNvPr id="3" name="Group 2">
            <a:extLst>
              <a:ext uri="{FF2B5EF4-FFF2-40B4-BE49-F238E27FC236}">
                <a16:creationId xmlns:a16="http://schemas.microsoft.com/office/drawing/2014/main" id="{0DB7D0F8-411F-7DA1-2109-46F6C24EDE93}"/>
              </a:ext>
            </a:extLst>
          </p:cNvPr>
          <p:cNvGrpSpPr/>
          <p:nvPr/>
        </p:nvGrpSpPr>
        <p:grpSpPr>
          <a:xfrm>
            <a:off x="559496" y="6073205"/>
            <a:ext cx="2459545" cy="393700"/>
            <a:chOff x="559496" y="6073205"/>
            <a:chExt cx="2459545" cy="393700"/>
          </a:xfrm>
          <a:solidFill>
            <a:schemeClr val="bg1"/>
          </a:solidFill>
        </p:grpSpPr>
        <p:sp>
          <p:nvSpPr>
            <p:cNvPr id="4" name="Freeform: Shape 3">
              <a:extLst>
                <a:ext uri="{FF2B5EF4-FFF2-40B4-BE49-F238E27FC236}">
                  <a16:creationId xmlns:a16="http://schemas.microsoft.com/office/drawing/2014/main" id="{740A0687-75F9-66FC-BB25-A3A23E91E307}"/>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B16D5126-9B7E-A979-9057-68D3C69E2551}"/>
                </a:ext>
              </a:extLst>
            </p:cNvPr>
            <p:cNvGrpSpPr/>
            <p:nvPr userDrawn="1"/>
          </p:nvGrpSpPr>
          <p:grpSpPr>
            <a:xfrm>
              <a:off x="559496" y="6073205"/>
              <a:ext cx="488724" cy="393700"/>
              <a:chOff x="904620" y="6320655"/>
              <a:chExt cx="181548" cy="146249"/>
            </a:xfrm>
            <a:grpFill/>
          </p:grpSpPr>
          <p:sp>
            <p:nvSpPr>
              <p:cNvPr id="8" name="Freeform: Shape 7">
                <a:extLst>
                  <a:ext uri="{FF2B5EF4-FFF2-40B4-BE49-F238E27FC236}">
                    <a16:creationId xmlns:a16="http://schemas.microsoft.com/office/drawing/2014/main" id="{2FA96489-43D2-25E6-F560-EFA617890589}"/>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F387A1AA-91B4-6354-1186-0AB4881106ED}"/>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423149018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hank_You_Slide_3">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D7BFAAFC-37D5-DA34-7371-D84D8B28BEE2}"/>
              </a:ext>
            </a:extLst>
          </p:cNvPr>
          <p:cNvSpPr/>
          <p:nvPr/>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00AA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sp>
        <p:nvSpPr>
          <p:cNvPr id="11" name="Text Placeholder 8">
            <a:extLst>
              <a:ext uri="{FF2B5EF4-FFF2-40B4-BE49-F238E27FC236}">
                <a16:creationId xmlns:a16="http://schemas.microsoft.com/office/drawing/2014/main" id="{76B928F5-A6D1-DC12-EBE6-9EDAD2CACBEC}"/>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rgbClr val="09121A"/>
                </a:solidFill>
                <a:latin typeface="Avenir Next LT Pro" panose="020B0504020202020204" pitchFamily="34" charset="77"/>
              </a:defRPr>
            </a:lvl1pPr>
          </a:lstStyle>
          <a:p>
            <a:pPr lvl="0"/>
            <a:r>
              <a:rPr lang="en-US" dirty="0"/>
              <a:t>Slide title goes here</a:t>
            </a:r>
          </a:p>
        </p:txBody>
      </p:sp>
      <p:sp>
        <p:nvSpPr>
          <p:cNvPr id="12" name="Text Placeholder 11">
            <a:extLst>
              <a:ext uri="{FF2B5EF4-FFF2-40B4-BE49-F238E27FC236}">
                <a16:creationId xmlns:a16="http://schemas.microsoft.com/office/drawing/2014/main" id="{095947F9-6AB6-4A1B-5572-C20FFF1193D7}"/>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rgbClr val="09121A"/>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pic>
        <p:nvPicPr>
          <p:cNvPr id="16" name="Graphic 15">
            <a:extLst>
              <a:ext uri="{FF2B5EF4-FFF2-40B4-BE49-F238E27FC236}">
                <a16:creationId xmlns:a16="http://schemas.microsoft.com/office/drawing/2014/main" id="{22157578-8FFA-DEC6-B8D3-956046E4D750}"/>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36823" y="2449576"/>
            <a:ext cx="1958400" cy="1958400"/>
          </a:xfrm>
          <a:prstGeom prst="rect">
            <a:avLst/>
          </a:prstGeom>
        </p:spPr>
      </p:pic>
      <p:grpSp>
        <p:nvGrpSpPr>
          <p:cNvPr id="2" name="Group 1">
            <a:extLst>
              <a:ext uri="{FF2B5EF4-FFF2-40B4-BE49-F238E27FC236}">
                <a16:creationId xmlns:a16="http://schemas.microsoft.com/office/drawing/2014/main" id="{64F88533-028D-235B-3611-D299F8703034}"/>
              </a:ext>
            </a:extLst>
          </p:cNvPr>
          <p:cNvGrpSpPr/>
          <p:nvPr/>
        </p:nvGrpSpPr>
        <p:grpSpPr>
          <a:xfrm>
            <a:off x="559496" y="6073205"/>
            <a:ext cx="2459545" cy="393700"/>
            <a:chOff x="559496" y="6073205"/>
            <a:chExt cx="2459545" cy="393700"/>
          </a:xfrm>
          <a:solidFill>
            <a:schemeClr val="tx1"/>
          </a:solidFill>
        </p:grpSpPr>
        <p:sp>
          <p:nvSpPr>
            <p:cNvPr id="3" name="Freeform: Shape 2">
              <a:extLst>
                <a:ext uri="{FF2B5EF4-FFF2-40B4-BE49-F238E27FC236}">
                  <a16:creationId xmlns:a16="http://schemas.microsoft.com/office/drawing/2014/main" id="{D08FB7A9-2096-BD8C-947A-DD89507C5673}"/>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4" name="Group 3">
              <a:extLst>
                <a:ext uri="{FF2B5EF4-FFF2-40B4-BE49-F238E27FC236}">
                  <a16:creationId xmlns:a16="http://schemas.microsoft.com/office/drawing/2014/main" id="{D23E0407-1406-3094-BDE7-30D3D0378F68}"/>
                </a:ext>
              </a:extLst>
            </p:cNvPr>
            <p:cNvGrpSpPr/>
            <p:nvPr userDrawn="1"/>
          </p:nvGrpSpPr>
          <p:grpSpPr>
            <a:xfrm>
              <a:off x="559496" y="6073205"/>
              <a:ext cx="488724" cy="393700"/>
              <a:chOff x="904620" y="6320655"/>
              <a:chExt cx="181548" cy="146249"/>
            </a:xfrm>
            <a:grpFill/>
          </p:grpSpPr>
          <p:sp>
            <p:nvSpPr>
              <p:cNvPr id="5" name="Freeform: Shape 4">
                <a:extLst>
                  <a:ext uri="{FF2B5EF4-FFF2-40B4-BE49-F238E27FC236}">
                    <a16:creationId xmlns:a16="http://schemas.microsoft.com/office/drawing/2014/main" id="{C54DE396-FC01-9FC0-2C9E-32A16DE1CEE9}"/>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2B63FF4F-7B06-C871-3D83-B7D57679730C}"/>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37201373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hank_You_Slide_4">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76B928F5-A6D1-DC12-EBE6-9EDAD2CACBEC}"/>
              </a:ext>
            </a:extLst>
          </p:cNvPr>
          <p:cNvSpPr>
            <a:spLocks noGrp="1"/>
          </p:cNvSpPr>
          <p:nvPr>
            <p:ph type="body" sz="quarter" idx="10" hasCustomPrompt="1"/>
          </p:nvPr>
        </p:nvSpPr>
        <p:spPr>
          <a:xfrm>
            <a:off x="559496" y="558800"/>
            <a:ext cx="5197475" cy="442227"/>
          </a:xfrm>
        </p:spPr>
        <p:txBody>
          <a:bodyPr>
            <a:normAutofit/>
          </a:bodyPr>
          <a:lstStyle>
            <a:lvl1pPr marL="0" indent="0">
              <a:buNone/>
              <a:defRPr sz="2400" b="1" i="0">
                <a:solidFill>
                  <a:srgbClr val="09121A"/>
                </a:solidFill>
                <a:latin typeface="Avenir Next LT Pro" panose="020B0504020202020204" pitchFamily="34" charset="77"/>
              </a:defRPr>
            </a:lvl1pPr>
          </a:lstStyle>
          <a:p>
            <a:pPr lvl="0"/>
            <a:r>
              <a:rPr lang="en-US" dirty="0"/>
              <a:t>Slide title goes here</a:t>
            </a:r>
          </a:p>
        </p:txBody>
      </p:sp>
      <p:sp>
        <p:nvSpPr>
          <p:cNvPr id="12" name="Text Placeholder 11">
            <a:extLst>
              <a:ext uri="{FF2B5EF4-FFF2-40B4-BE49-F238E27FC236}">
                <a16:creationId xmlns:a16="http://schemas.microsoft.com/office/drawing/2014/main" id="{095947F9-6AB6-4A1B-5572-C20FFF1193D7}"/>
              </a:ext>
            </a:extLst>
          </p:cNvPr>
          <p:cNvSpPr>
            <a:spLocks noGrp="1"/>
          </p:cNvSpPr>
          <p:nvPr>
            <p:ph type="body" sz="quarter" idx="12" hasCustomPrompt="1"/>
          </p:nvPr>
        </p:nvSpPr>
        <p:spPr>
          <a:xfrm>
            <a:off x="559496" y="1377950"/>
            <a:ext cx="6500812" cy="1627188"/>
          </a:xfrm>
        </p:spPr>
        <p:txBody>
          <a:bodyPr>
            <a:normAutofit/>
          </a:bodyPr>
          <a:lstStyle>
            <a:lvl1pPr marL="0" indent="0">
              <a:lnSpc>
                <a:spcPts val="2220"/>
              </a:lnSpc>
              <a:buNone/>
              <a:defRPr sz="1400">
                <a:solidFill>
                  <a:srgbClr val="09121A"/>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a:t>
            </a:r>
          </a:p>
        </p:txBody>
      </p:sp>
      <p:sp>
        <p:nvSpPr>
          <p:cNvPr id="2" name="Freeform 1">
            <a:extLst>
              <a:ext uri="{FF2B5EF4-FFF2-40B4-BE49-F238E27FC236}">
                <a16:creationId xmlns:a16="http://schemas.microsoft.com/office/drawing/2014/main" id="{AFC29A80-42EC-D467-8C82-44E1E11D4E1D}"/>
              </a:ext>
            </a:extLst>
          </p:cNvPr>
          <p:cNvSpPr/>
          <p:nvPr/>
        </p:nvSpPr>
        <p:spPr>
          <a:xfrm>
            <a:off x="8826631" y="0"/>
            <a:ext cx="3365369" cy="6890994"/>
          </a:xfrm>
          <a:custGeom>
            <a:avLst/>
            <a:gdLst>
              <a:gd name="connsiteX0" fmla="*/ 0 w 3365369"/>
              <a:gd name="connsiteY0" fmla="*/ 6872140 h 6890994"/>
              <a:gd name="connsiteX1" fmla="*/ 3365369 w 3365369"/>
              <a:gd name="connsiteY1" fmla="*/ 0 h 6890994"/>
              <a:gd name="connsiteX2" fmla="*/ 3365369 w 3365369"/>
              <a:gd name="connsiteY2" fmla="*/ 6890994 h 6890994"/>
              <a:gd name="connsiteX3" fmla="*/ 0 w 3365369"/>
              <a:gd name="connsiteY3" fmla="*/ 6872140 h 6890994"/>
            </a:gdLst>
            <a:ahLst/>
            <a:cxnLst>
              <a:cxn ang="0">
                <a:pos x="connsiteX0" y="connsiteY0"/>
              </a:cxn>
              <a:cxn ang="0">
                <a:pos x="connsiteX1" y="connsiteY1"/>
              </a:cxn>
              <a:cxn ang="0">
                <a:pos x="connsiteX2" y="connsiteY2"/>
              </a:cxn>
              <a:cxn ang="0">
                <a:pos x="connsiteX3" y="connsiteY3"/>
              </a:cxn>
            </a:cxnLst>
            <a:rect l="l" t="t" r="r" b="b"/>
            <a:pathLst>
              <a:path w="3365369" h="6890994">
                <a:moveTo>
                  <a:pt x="0" y="6872140"/>
                </a:moveTo>
                <a:lnTo>
                  <a:pt x="3365369" y="0"/>
                </a:lnTo>
                <a:lnTo>
                  <a:pt x="3365369" y="6890994"/>
                </a:lnTo>
                <a:lnTo>
                  <a:pt x="0" y="6872140"/>
                </a:lnTo>
                <a:close/>
              </a:path>
            </a:pathLst>
          </a:custGeom>
          <a:solidFill>
            <a:srgbClr val="FFB60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venir Next LT Pro" panose="020B0504020202020204" pitchFamily="34" charset="77"/>
            </a:endParaRPr>
          </a:p>
        </p:txBody>
      </p:sp>
      <p:pic>
        <p:nvPicPr>
          <p:cNvPr id="23" name="Graphic 22">
            <a:extLst>
              <a:ext uri="{FF2B5EF4-FFF2-40B4-BE49-F238E27FC236}">
                <a16:creationId xmlns:a16="http://schemas.microsoft.com/office/drawing/2014/main" id="{8B0F9596-54D7-67E2-225E-A3CD330F61E0}"/>
              </a:ext>
            </a:extLst>
          </p:cNvPr>
          <p:cNvPicPr>
            <a:picLocks noChangeAspect="1"/>
          </p:cNvPicPr>
          <p:nvPr/>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1560000">
            <a:off x="9536431" y="2449633"/>
            <a:ext cx="1958735" cy="1958735"/>
          </a:xfrm>
          <a:prstGeom prst="rect">
            <a:avLst/>
          </a:prstGeom>
        </p:spPr>
      </p:pic>
      <p:grpSp>
        <p:nvGrpSpPr>
          <p:cNvPr id="3" name="Group 2">
            <a:extLst>
              <a:ext uri="{FF2B5EF4-FFF2-40B4-BE49-F238E27FC236}">
                <a16:creationId xmlns:a16="http://schemas.microsoft.com/office/drawing/2014/main" id="{DCCD1A8B-D498-1191-B2B8-7E7D20B1EA2D}"/>
              </a:ext>
            </a:extLst>
          </p:cNvPr>
          <p:cNvGrpSpPr/>
          <p:nvPr/>
        </p:nvGrpSpPr>
        <p:grpSpPr>
          <a:xfrm>
            <a:off x="559496" y="6073205"/>
            <a:ext cx="2459545" cy="393700"/>
            <a:chOff x="559496" y="6073205"/>
            <a:chExt cx="2459545" cy="393700"/>
          </a:xfrm>
          <a:solidFill>
            <a:schemeClr val="tx1"/>
          </a:solidFill>
        </p:grpSpPr>
        <p:sp>
          <p:nvSpPr>
            <p:cNvPr id="4" name="Freeform: Shape 3">
              <a:extLst>
                <a:ext uri="{FF2B5EF4-FFF2-40B4-BE49-F238E27FC236}">
                  <a16:creationId xmlns:a16="http://schemas.microsoft.com/office/drawing/2014/main" id="{C1300EBE-63D7-F1C6-0790-03A0FE29A39D}"/>
                </a:ext>
              </a:extLst>
            </p:cNvPr>
            <p:cNvSpPr/>
            <p:nvPr/>
          </p:nvSpPr>
          <p:spPr>
            <a:xfrm>
              <a:off x="1138684" y="6095077"/>
              <a:ext cx="1880357" cy="279421"/>
            </a:xfrm>
            <a:custGeom>
              <a:avLst/>
              <a:gdLst>
                <a:gd name="connsiteX0" fmla="*/ 1783569 w 1880357"/>
                <a:gd name="connsiteY0" fmla="*/ 102803 h 279421"/>
                <a:gd name="connsiteX1" fmla="*/ 1738185 w 1880357"/>
                <a:gd name="connsiteY1" fmla="*/ 119754 h 279421"/>
                <a:gd name="connsiteX2" fmla="*/ 1717406 w 1880357"/>
                <a:gd name="connsiteY2" fmla="*/ 158031 h 279421"/>
                <a:gd name="connsiteX3" fmla="*/ 1720141 w 1880357"/>
                <a:gd name="connsiteY3" fmla="*/ 161859 h 279421"/>
                <a:gd name="connsiteX4" fmla="*/ 1846454 w 1880357"/>
                <a:gd name="connsiteY4" fmla="*/ 161859 h 279421"/>
                <a:gd name="connsiteX5" fmla="*/ 1849736 w 1880357"/>
                <a:gd name="connsiteY5" fmla="*/ 158031 h 279421"/>
                <a:gd name="connsiteX6" fmla="*/ 1828956 w 1880357"/>
                <a:gd name="connsiteY6" fmla="*/ 119754 h 279421"/>
                <a:gd name="connsiteX7" fmla="*/ 1783569 w 1880357"/>
                <a:gd name="connsiteY7" fmla="*/ 102803 h 279421"/>
                <a:gd name="connsiteX8" fmla="*/ 1147634 w 1880357"/>
                <a:gd name="connsiteY8" fmla="*/ 102803 h 279421"/>
                <a:gd name="connsiteX9" fmla="*/ 1110449 w 1880357"/>
                <a:gd name="connsiteY9" fmla="*/ 113191 h 279421"/>
                <a:gd name="connsiteX10" fmla="*/ 1086391 w 1880357"/>
                <a:gd name="connsiteY10" fmla="*/ 140534 h 279421"/>
                <a:gd name="connsiteX11" fmla="*/ 1078189 w 1880357"/>
                <a:gd name="connsiteY11" fmla="*/ 177715 h 279421"/>
                <a:gd name="connsiteX12" fmla="*/ 1086391 w 1880357"/>
                <a:gd name="connsiteY12" fmla="*/ 214900 h 279421"/>
                <a:gd name="connsiteX13" fmla="*/ 1110449 w 1880357"/>
                <a:gd name="connsiteY13" fmla="*/ 242240 h 279421"/>
                <a:gd name="connsiteX14" fmla="*/ 1147634 w 1880357"/>
                <a:gd name="connsiteY14" fmla="*/ 252628 h 279421"/>
                <a:gd name="connsiteX15" fmla="*/ 1184815 w 1880357"/>
                <a:gd name="connsiteY15" fmla="*/ 242240 h 279421"/>
                <a:gd name="connsiteX16" fmla="*/ 1207781 w 1880357"/>
                <a:gd name="connsiteY16" fmla="*/ 214900 h 279421"/>
                <a:gd name="connsiteX17" fmla="*/ 1215437 w 1880357"/>
                <a:gd name="connsiteY17" fmla="*/ 177715 h 279421"/>
                <a:gd name="connsiteX18" fmla="*/ 1207781 w 1880357"/>
                <a:gd name="connsiteY18" fmla="*/ 140534 h 279421"/>
                <a:gd name="connsiteX19" fmla="*/ 1184815 w 1880357"/>
                <a:gd name="connsiteY19" fmla="*/ 113191 h 279421"/>
                <a:gd name="connsiteX20" fmla="*/ 1147634 w 1880357"/>
                <a:gd name="connsiteY20" fmla="*/ 102803 h 279421"/>
                <a:gd name="connsiteX21" fmla="*/ 703076 w 1880357"/>
                <a:gd name="connsiteY21" fmla="*/ 102803 h 279421"/>
                <a:gd name="connsiteX22" fmla="*/ 657692 w 1880357"/>
                <a:gd name="connsiteY22" fmla="*/ 119754 h 279421"/>
                <a:gd name="connsiteX23" fmla="*/ 636913 w 1880357"/>
                <a:gd name="connsiteY23" fmla="*/ 158031 h 279421"/>
                <a:gd name="connsiteX24" fmla="*/ 639648 w 1880357"/>
                <a:gd name="connsiteY24" fmla="*/ 161859 h 279421"/>
                <a:gd name="connsiteX25" fmla="*/ 765961 w 1880357"/>
                <a:gd name="connsiteY25" fmla="*/ 161859 h 279421"/>
                <a:gd name="connsiteX26" fmla="*/ 769240 w 1880357"/>
                <a:gd name="connsiteY26" fmla="*/ 158031 h 279421"/>
                <a:gd name="connsiteX27" fmla="*/ 748463 w 1880357"/>
                <a:gd name="connsiteY27" fmla="*/ 119754 h 279421"/>
                <a:gd name="connsiteX28" fmla="*/ 703076 w 1880357"/>
                <a:gd name="connsiteY28" fmla="*/ 102803 h 279421"/>
                <a:gd name="connsiteX29" fmla="*/ 484353 w 1880357"/>
                <a:gd name="connsiteY29" fmla="*/ 102803 h 279421"/>
                <a:gd name="connsiteX30" fmla="*/ 438969 w 1880357"/>
                <a:gd name="connsiteY30" fmla="*/ 119754 h 279421"/>
                <a:gd name="connsiteX31" fmla="*/ 418190 w 1880357"/>
                <a:gd name="connsiteY31" fmla="*/ 158031 h 279421"/>
                <a:gd name="connsiteX32" fmla="*/ 420925 w 1880357"/>
                <a:gd name="connsiteY32" fmla="*/ 161859 h 279421"/>
                <a:gd name="connsiteX33" fmla="*/ 547238 w 1880357"/>
                <a:gd name="connsiteY33" fmla="*/ 161859 h 279421"/>
                <a:gd name="connsiteX34" fmla="*/ 550519 w 1880357"/>
                <a:gd name="connsiteY34" fmla="*/ 158031 h 279421"/>
                <a:gd name="connsiteX35" fmla="*/ 529740 w 1880357"/>
                <a:gd name="connsiteY35" fmla="*/ 119754 h 279421"/>
                <a:gd name="connsiteX36" fmla="*/ 484353 w 1880357"/>
                <a:gd name="connsiteY36" fmla="*/ 102803 h 279421"/>
                <a:gd name="connsiteX37" fmla="*/ 923443 w 1880357"/>
                <a:gd name="connsiteY37" fmla="*/ 102799 h 279421"/>
                <a:gd name="connsiteX38" fmla="*/ 886258 w 1880357"/>
                <a:gd name="connsiteY38" fmla="*/ 113190 h 279421"/>
                <a:gd name="connsiteX39" fmla="*/ 862200 w 1880357"/>
                <a:gd name="connsiteY39" fmla="*/ 140530 h 279421"/>
                <a:gd name="connsiteX40" fmla="*/ 853998 w 1880357"/>
                <a:gd name="connsiteY40" fmla="*/ 177714 h 279421"/>
                <a:gd name="connsiteX41" fmla="*/ 862200 w 1880357"/>
                <a:gd name="connsiteY41" fmla="*/ 214896 h 279421"/>
                <a:gd name="connsiteX42" fmla="*/ 886258 w 1880357"/>
                <a:gd name="connsiteY42" fmla="*/ 242236 h 279421"/>
                <a:gd name="connsiteX43" fmla="*/ 923443 w 1880357"/>
                <a:gd name="connsiteY43" fmla="*/ 252627 h 279421"/>
                <a:gd name="connsiteX44" fmla="*/ 960624 w 1880357"/>
                <a:gd name="connsiteY44" fmla="*/ 242236 h 279421"/>
                <a:gd name="connsiteX45" fmla="*/ 983590 w 1880357"/>
                <a:gd name="connsiteY45" fmla="*/ 214896 h 279421"/>
                <a:gd name="connsiteX46" fmla="*/ 991246 w 1880357"/>
                <a:gd name="connsiteY46" fmla="*/ 177714 h 279421"/>
                <a:gd name="connsiteX47" fmla="*/ 983590 w 1880357"/>
                <a:gd name="connsiteY47" fmla="*/ 140530 h 279421"/>
                <a:gd name="connsiteX48" fmla="*/ 960624 w 1880357"/>
                <a:gd name="connsiteY48" fmla="*/ 113190 h 279421"/>
                <a:gd name="connsiteX49" fmla="*/ 923443 w 1880357"/>
                <a:gd name="connsiteY49" fmla="*/ 102799 h 279421"/>
                <a:gd name="connsiteX50" fmla="*/ 7537 w 1880357"/>
                <a:gd name="connsiteY50" fmla="*/ 79287 h 279421"/>
                <a:gd name="connsiteX51" fmla="*/ 37612 w 1880357"/>
                <a:gd name="connsiteY51" fmla="*/ 79287 h 279421"/>
                <a:gd name="connsiteX52" fmla="*/ 40345 w 1880357"/>
                <a:gd name="connsiteY52" fmla="*/ 80380 h 279421"/>
                <a:gd name="connsiteX53" fmla="*/ 87371 w 1880357"/>
                <a:gd name="connsiteY53" fmla="*/ 149825 h 279421"/>
                <a:gd name="connsiteX54" fmla="*/ 92292 w 1880357"/>
                <a:gd name="connsiteY54" fmla="*/ 149825 h 279421"/>
                <a:gd name="connsiteX55" fmla="*/ 139318 w 1880357"/>
                <a:gd name="connsiteY55" fmla="*/ 80380 h 279421"/>
                <a:gd name="connsiteX56" fmla="*/ 142053 w 1880357"/>
                <a:gd name="connsiteY56" fmla="*/ 79287 h 279421"/>
                <a:gd name="connsiteX57" fmla="*/ 172128 w 1880357"/>
                <a:gd name="connsiteY57" fmla="*/ 79287 h 279421"/>
                <a:gd name="connsiteX58" fmla="*/ 174314 w 1880357"/>
                <a:gd name="connsiteY58" fmla="*/ 84208 h 279421"/>
                <a:gd name="connsiteX59" fmla="*/ 108697 w 1880357"/>
                <a:gd name="connsiteY59" fmla="*/ 172791 h 279421"/>
                <a:gd name="connsiteX60" fmla="*/ 108697 w 1880357"/>
                <a:gd name="connsiteY60" fmla="*/ 176619 h 279421"/>
                <a:gd name="connsiteX61" fmla="*/ 179781 w 1880357"/>
                <a:gd name="connsiteY61" fmla="*/ 271218 h 279421"/>
                <a:gd name="connsiteX62" fmla="*/ 177595 w 1880357"/>
                <a:gd name="connsiteY62" fmla="*/ 276139 h 279421"/>
                <a:gd name="connsiteX63" fmla="*/ 146974 w 1880357"/>
                <a:gd name="connsiteY63" fmla="*/ 276139 h 279421"/>
                <a:gd name="connsiteX64" fmla="*/ 144239 w 1880357"/>
                <a:gd name="connsiteY64" fmla="*/ 275046 h 279421"/>
                <a:gd name="connsiteX65" fmla="*/ 92292 w 1880357"/>
                <a:gd name="connsiteY65" fmla="*/ 199584 h 279421"/>
                <a:gd name="connsiteX66" fmla="*/ 87371 w 1880357"/>
                <a:gd name="connsiteY66" fmla="*/ 199584 h 279421"/>
                <a:gd name="connsiteX67" fmla="*/ 34877 w 1880357"/>
                <a:gd name="connsiteY67" fmla="*/ 275046 h 279421"/>
                <a:gd name="connsiteX68" fmla="*/ 32145 w 1880357"/>
                <a:gd name="connsiteY68" fmla="*/ 276139 h 279421"/>
                <a:gd name="connsiteX69" fmla="*/ 2617 w 1880357"/>
                <a:gd name="connsiteY69" fmla="*/ 276139 h 279421"/>
                <a:gd name="connsiteX70" fmla="*/ 428 w 1880357"/>
                <a:gd name="connsiteY70" fmla="*/ 271218 h 279421"/>
                <a:gd name="connsiteX71" fmla="*/ 71515 w 1880357"/>
                <a:gd name="connsiteY71" fmla="*/ 176619 h 279421"/>
                <a:gd name="connsiteX72" fmla="*/ 71515 w 1880357"/>
                <a:gd name="connsiteY72" fmla="*/ 172791 h 279421"/>
                <a:gd name="connsiteX73" fmla="*/ 5352 w 1880357"/>
                <a:gd name="connsiteY73" fmla="*/ 84208 h 279421"/>
                <a:gd name="connsiteX74" fmla="*/ 7537 w 1880357"/>
                <a:gd name="connsiteY74" fmla="*/ 79287 h 279421"/>
                <a:gd name="connsiteX75" fmla="*/ 1374560 w 1880357"/>
                <a:gd name="connsiteY75" fmla="*/ 76555 h 279421"/>
                <a:gd name="connsiteX76" fmla="*/ 1412837 w 1880357"/>
                <a:gd name="connsiteY76" fmla="*/ 86397 h 279421"/>
                <a:gd name="connsiteX77" fmla="*/ 1441816 w 1880357"/>
                <a:gd name="connsiteY77" fmla="*/ 115379 h 279421"/>
                <a:gd name="connsiteX78" fmla="*/ 1452754 w 1880357"/>
                <a:gd name="connsiteY78" fmla="*/ 162405 h 279421"/>
                <a:gd name="connsiteX79" fmla="*/ 1452754 w 1880357"/>
                <a:gd name="connsiteY79" fmla="*/ 273953 h 279421"/>
                <a:gd name="connsiteX80" fmla="*/ 1449472 w 1880357"/>
                <a:gd name="connsiteY80" fmla="*/ 277235 h 279421"/>
                <a:gd name="connsiteX81" fmla="*/ 1425960 w 1880357"/>
                <a:gd name="connsiteY81" fmla="*/ 277235 h 279421"/>
                <a:gd name="connsiteX82" fmla="*/ 1422679 w 1880357"/>
                <a:gd name="connsiteY82" fmla="*/ 273953 h 279421"/>
                <a:gd name="connsiteX83" fmla="*/ 1422679 w 1880357"/>
                <a:gd name="connsiteY83" fmla="*/ 162405 h 279421"/>
                <a:gd name="connsiteX84" fmla="*/ 1407367 w 1880357"/>
                <a:gd name="connsiteY84" fmla="*/ 119207 h 279421"/>
                <a:gd name="connsiteX85" fmla="*/ 1367450 w 1880357"/>
                <a:gd name="connsiteY85" fmla="*/ 102802 h 279421"/>
                <a:gd name="connsiteX86" fmla="*/ 1337375 w 1880357"/>
                <a:gd name="connsiteY86" fmla="*/ 110458 h 279421"/>
                <a:gd name="connsiteX87" fmla="*/ 1316049 w 1880357"/>
                <a:gd name="connsiteY87" fmla="*/ 131235 h 279421"/>
                <a:gd name="connsiteX88" fmla="*/ 1307850 w 1880357"/>
                <a:gd name="connsiteY88" fmla="*/ 162405 h 279421"/>
                <a:gd name="connsiteX89" fmla="*/ 1307850 w 1880357"/>
                <a:gd name="connsiteY89" fmla="*/ 272860 h 279421"/>
                <a:gd name="connsiteX90" fmla="*/ 1304568 w 1880357"/>
                <a:gd name="connsiteY90" fmla="*/ 276142 h 279421"/>
                <a:gd name="connsiteX91" fmla="*/ 1281054 w 1880357"/>
                <a:gd name="connsiteY91" fmla="*/ 276142 h 279421"/>
                <a:gd name="connsiteX92" fmla="*/ 1278868 w 1880357"/>
                <a:gd name="connsiteY92" fmla="*/ 272860 h 279421"/>
                <a:gd name="connsiteX93" fmla="*/ 1278868 w 1880357"/>
                <a:gd name="connsiteY93" fmla="*/ 82569 h 279421"/>
                <a:gd name="connsiteX94" fmla="*/ 1282149 w 1880357"/>
                <a:gd name="connsiteY94" fmla="*/ 79290 h 279421"/>
                <a:gd name="connsiteX95" fmla="*/ 1305661 w 1880357"/>
                <a:gd name="connsiteY95" fmla="*/ 79290 h 279421"/>
                <a:gd name="connsiteX96" fmla="*/ 1308943 w 1880357"/>
                <a:gd name="connsiteY96" fmla="*/ 82569 h 279421"/>
                <a:gd name="connsiteX97" fmla="*/ 1308943 w 1880357"/>
                <a:gd name="connsiteY97" fmla="*/ 101709 h 279421"/>
                <a:gd name="connsiteX98" fmla="*/ 1314410 w 1880357"/>
                <a:gd name="connsiteY98" fmla="*/ 103895 h 279421"/>
                <a:gd name="connsiteX99" fmla="*/ 1335189 w 1880357"/>
                <a:gd name="connsiteY99" fmla="*/ 86397 h 279421"/>
                <a:gd name="connsiteX100" fmla="*/ 1374560 w 1880357"/>
                <a:gd name="connsiteY100" fmla="*/ 76555 h 279421"/>
                <a:gd name="connsiteX101" fmla="*/ 1783023 w 1880357"/>
                <a:gd name="connsiteY101" fmla="*/ 76009 h 279421"/>
                <a:gd name="connsiteX102" fmla="*/ 1834970 w 1880357"/>
                <a:gd name="connsiteY102" fmla="*/ 89679 h 279421"/>
                <a:gd name="connsiteX103" fmla="*/ 1868326 w 1880357"/>
                <a:gd name="connsiteY103" fmla="*/ 126314 h 279421"/>
                <a:gd name="connsiteX104" fmla="*/ 1880357 w 1880357"/>
                <a:gd name="connsiteY104" fmla="*/ 177715 h 279421"/>
                <a:gd name="connsiteX105" fmla="*/ 1880357 w 1880357"/>
                <a:gd name="connsiteY105" fmla="*/ 186464 h 279421"/>
                <a:gd name="connsiteX106" fmla="*/ 1877075 w 1880357"/>
                <a:gd name="connsiteY106" fmla="*/ 189746 h 279421"/>
                <a:gd name="connsiteX107" fmla="*/ 1719048 w 1880357"/>
                <a:gd name="connsiteY107" fmla="*/ 189746 h 279421"/>
                <a:gd name="connsiteX108" fmla="*/ 1715766 w 1880357"/>
                <a:gd name="connsiteY108" fmla="*/ 193574 h 279421"/>
                <a:gd name="connsiteX109" fmla="*/ 1726155 w 1880357"/>
                <a:gd name="connsiteY109" fmla="*/ 221460 h 279421"/>
                <a:gd name="connsiteX110" fmla="*/ 1750216 w 1880357"/>
                <a:gd name="connsiteY110" fmla="*/ 244425 h 279421"/>
                <a:gd name="connsiteX111" fmla="*/ 1784665 w 1880357"/>
                <a:gd name="connsiteY111" fmla="*/ 252628 h 279421"/>
                <a:gd name="connsiteX112" fmla="*/ 1819661 w 1880357"/>
                <a:gd name="connsiteY112" fmla="*/ 243332 h 279421"/>
                <a:gd name="connsiteX113" fmla="*/ 1840987 w 1880357"/>
                <a:gd name="connsiteY113" fmla="*/ 220914 h 279421"/>
                <a:gd name="connsiteX114" fmla="*/ 1843719 w 1880357"/>
                <a:gd name="connsiteY114" fmla="*/ 219274 h 279421"/>
                <a:gd name="connsiteX115" fmla="*/ 1869419 w 1880357"/>
                <a:gd name="connsiteY115" fmla="*/ 219274 h 279421"/>
                <a:gd name="connsiteX116" fmla="*/ 1872154 w 1880357"/>
                <a:gd name="connsiteY116" fmla="*/ 223649 h 279421"/>
                <a:gd name="connsiteX117" fmla="*/ 1841533 w 1880357"/>
                <a:gd name="connsiteY117" fmla="*/ 262472 h 279421"/>
                <a:gd name="connsiteX118" fmla="*/ 1785211 w 1880357"/>
                <a:gd name="connsiteY118" fmla="*/ 279421 h 279421"/>
                <a:gd name="connsiteX119" fmla="*/ 1732718 w 1880357"/>
                <a:gd name="connsiteY119" fmla="*/ 265751 h 279421"/>
                <a:gd name="connsiteX120" fmla="*/ 1697722 w 1880357"/>
                <a:gd name="connsiteY120" fmla="*/ 229116 h 279421"/>
                <a:gd name="connsiteX121" fmla="*/ 1685145 w 1880357"/>
                <a:gd name="connsiteY121" fmla="*/ 177715 h 279421"/>
                <a:gd name="connsiteX122" fmla="*/ 1697176 w 1880357"/>
                <a:gd name="connsiteY122" fmla="*/ 126314 h 279421"/>
                <a:gd name="connsiteX123" fmla="*/ 1731078 w 1880357"/>
                <a:gd name="connsiteY123" fmla="*/ 89679 h 279421"/>
                <a:gd name="connsiteX124" fmla="*/ 1783023 w 1880357"/>
                <a:gd name="connsiteY124" fmla="*/ 76009 h 279421"/>
                <a:gd name="connsiteX125" fmla="*/ 1574144 w 1880357"/>
                <a:gd name="connsiteY125" fmla="*/ 76009 h 279421"/>
                <a:gd name="connsiteX126" fmla="*/ 1633747 w 1880357"/>
                <a:gd name="connsiteY126" fmla="*/ 94054 h 279421"/>
                <a:gd name="connsiteX127" fmla="*/ 1665462 w 1880357"/>
                <a:gd name="connsiteY127" fmla="*/ 136706 h 279421"/>
                <a:gd name="connsiteX128" fmla="*/ 1662727 w 1880357"/>
                <a:gd name="connsiteY128" fmla="*/ 140534 h 279421"/>
                <a:gd name="connsiteX129" fmla="*/ 1637026 w 1880357"/>
                <a:gd name="connsiteY129" fmla="*/ 140534 h 279421"/>
                <a:gd name="connsiteX130" fmla="*/ 1634294 w 1880357"/>
                <a:gd name="connsiteY130" fmla="*/ 138891 h 279421"/>
                <a:gd name="connsiteX131" fmla="*/ 1613514 w 1880357"/>
                <a:gd name="connsiteY131" fmla="*/ 113191 h 279421"/>
                <a:gd name="connsiteX132" fmla="*/ 1577972 w 1880357"/>
                <a:gd name="connsiteY132" fmla="*/ 102803 h 279421"/>
                <a:gd name="connsiteX133" fmla="*/ 1540241 w 1880357"/>
                <a:gd name="connsiteY133" fmla="*/ 113191 h 279421"/>
                <a:gd name="connsiteX134" fmla="*/ 1515636 w 1880357"/>
                <a:gd name="connsiteY134" fmla="*/ 140534 h 279421"/>
                <a:gd name="connsiteX135" fmla="*/ 1506887 w 1880357"/>
                <a:gd name="connsiteY135" fmla="*/ 177715 h 279421"/>
                <a:gd name="connsiteX136" fmla="*/ 1515636 w 1880357"/>
                <a:gd name="connsiteY136" fmla="*/ 214900 h 279421"/>
                <a:gd name="connsiteX137" fmla="*/ 1540241 w 1880357"/>
                <a:gd name="connsiteY137" fmla="*/ 242240 h 279421"/>
                <a:gd name="connsiteX138" fmla="*/ 1577972 w 1880357"/>
                <a:gd name="connsiteY138" fmla="*/ 252628 h 279421"/>
                <a:gd name="connsiteX139" fmla="*/ 1613514 w 1880357"/>
                <a:gd name="connsiteY139" fmla="*/ 242240 h 279421"/>
                <a:gd name="connsiteX140" fmla="*/ 1634294 w 1880357"/>
                <a:gd name="connsiteY140" fmla="*/ 216539 h 279421"/>
                <a:gd name="connsiteX141" fmla="*/ 1637026 w 1880357"/>
                <a:gd name="connsiteY141" fmla="*/ 214900 h 279421"/>
                <a:gd name="connsiteX142" fmla="*/ 1662727 w 1880357"/>
                <a:gd name="connsiteY142" fmla="*/ 214900 h 279421"/>
                <a:gd name="connsiteX143" fmla="*/ 1665462 w 1880357"/>
                <a:gd name="connsiteY143" fmla="*/ 218728 h 279421"/>
                <a:gd name="connsiteX144" fmla="*/ 1633747 w 1880357"/>
                <a:gd name="connsiteY144" fmla="*/ 261377 h 279421"/>
                <a:gd name="connsiteX145" fmla="*/ 1574144 w 1880357"/>
                <a:gd name="connsiteY145" fmla="*/ 279421 h 279421"/>
                <a:gd name="connsiteX146" fmla="*/ 1522743 w 1880357"/>
                <a:gd name="connsiteY146" fmla="*/ 265751 h 279421"/>
                <a:gd name="connsiteX147" fmla="*/ 1489389 w 1880357"/>
                <a:gd name="connsiteY147" fmla="*/ 229116 h 279421"/>
                <a:gd name="connsiteX148" fmla="*/ 1477359 w 1880357"/>
                <a:gd name="connsiteY148" fmla="*/ 177715 h 279421"/>
                <a:gd name="connsiteX149" fmla="*/ 1489389 w 1880357"/>
                <a:gd name="connsiteY149" fmla="*/ 126314 h 279421"/>
                <a:gd name="connsiteX150" fmla="*/ 1522743 w 1880357"/>
                <a:gd name="connsiteY150" fmla="*/ 89679 h 279421"/>
                <a:gd name="connsiteX151" fmla="*/ 1574144 w 1880357"/>
                <a:gd name="connsiteY151" fmla="*/ 76009 h 279421"/>
                <a:gd name="connsiteX152" fmla="*/ 1143806 w 1880357"/>
                <a:gd name="connsiteY152" fmla="*/ 76009 h 279421"/>
                <a:gd name="connsiteX153" fmla="*/ 1185908 w 1880357"/>
                <a:gd name="connsiteY153" fmla="*/ 85305 h 279421"/>
                <a:gd name="connsiteX154" fmla="*/ 1208876 w 1880357"/>
                <a:gd name="connsiteY154" fmla="*/ 103896 h 279421"/>
                <a:gd name="connsiteX155" fmla="*/ 1214344 w 1880357"/>
                <a:gd name="connsiteY155" fmla="*/ 101710 h 279421"/>
                <a:gd name="connsiteX156" fmla="*/ 1214344 w 1880357"/>
                <a:gd name="connsiteY156" fmla="*/ 82023 h 279421"/>
                <a:gd name="connsiteX157" fmla="*/ 1217625 w 1880357"/>
                <a:gd name="connsiteY157" fmla="*/ 78744 h 279421"/>
                <a:gd name="connsiteX158" fmla="*/ 1241137 w 1880357"/>
                <a:gd name="connsiteY158" fmla="*/ 78744 h 279421"/>
                <a:gd name="connsiteX159" fmla="*/ 1244419 w 1880357"/>
                <a:gd name="connsiteY159" fmla="*/ 82023 h 279421"/>
                <a:gd name="connsiteX160" fmla="*/ 1244419 w 1880357"/>
                <a:gd name="connsiteY160" fmla="*/ 272314 h 279421"/>
                <a:gd name="connsiteX161" fmla="*/ 1241137 w 1880357"/>
                <a:gd name="connsiteY161" fmla="*/ 275596 h 279421"/>
                <a:gd name="connsiteX162" fmla="*/ 1217625 w 1880357"/>
                <a:gd name="connsiteY162" fmla="*/ 275596 h 279421"/>
                <a:gd name="connsiteX163" fmla="*/ 1214344 w 1880357"/>
                <a:gd name="connsiteY163" fmla="*/ 272314 h 279421"/>
                <a:gd name="connsiteX164" fmla="*/ 1214344 w 1880357"/>
                <a:gd name="connsiteY164" fmla="*/ 252628 h 279421"/>
                <a:gd name="connsiteX165" fmla="*/ 1208876 w 1880357"/>
                <a:gd name="connsiteY165" fmla="*/ 250442 h 279421"/>
                <a:gd name="connsiteX166" fmla="*/ 1185908 w 1880357"/>
                <a:gd name="connsiteY166" fmla="*/ 269033 h 279421"/>
                <a:gd name="connsiteX167" fmla="*/ 1143806 w 1880357"/>
                <a:gd name="connsiteY167" fmla="*/ 279421 h 279421"/>
                <a:gd name="connsiteX168" fmla="*/ 1093498 w 1880357"/>
                <a:gd name="connsiteY168" fmla="*/ 265751 h 279421"/>
                <a:gd name="connsiteX169" fmla="*/ 1060144 w 1880357"/>
                <a:gd name="connsiteY169" fmla="*/ 229116 h 279421"/>
                <a:gd name="connsiteX170" fmla="*/ 1048114 w 1880357"/>
                <a:gd name="connsiteY170" fmla="*/ 177715 h 279421"/>
                <a:gd name="connsiteX171" fmla="*/ 1060144 w 1880357"/>
                <a:gd name="connsiteY171" fmla="*/ 126314 h 279421"/>
                <a:gd name="connsiteX172" fmla="*/ 1093498 w 1880357"/>
                <a:gd name="connsiteY172" fmla="*/ 89679 h 279421"/>
                <a:gd name="connsiteX173" fmla="*/ 1143806 w 1880357"/>
                <a:gd name="connsiteY173" fmla="*/ 76009 h 279421"/>
                <a:gd name="connsiteX174" fmla="*/ 702530 w 1880357"/>
                <a:gd name="connsiteY174" fmla="*/ 76009 h 279421"/>
                <a:gd name="connsiteX175" fmla="*/ 754477 w 1880357"/>
                <a:gd name="connsiteY175" fmla="*/ 89679 h 279421"/>
                <a:gd name="connsiteX176" fmla="*/ 787833 w 1880357"/>
                <a:gd name="connsiteY176" fmla="*/ 126314 h 279421"/>
                <a:gd name="connsiteX177" fmla="*/ 799861 w 1880357"/>
                <a:gd name="connsiteY177" fmla="*/ 177715 h 279421"/>
                <a:gd name="connsiteX178" fmla="*/ 799861 w 1880357"/>
                <a:gd name="connsiteY178" fmla="*/ 186464 h 279421"/>
                <a:gd name="connsiteX179" fmla="*/ 796582 w 1880357"/>
                <a:gd name="connsiteY179" fmla="*/ 189746 h 279421"/>
                <a:gd name="connsiteX180" fmla="*/ 639101 w 1880357"/>
                <a:gd name="connsiteY180" fmla="*/ 189746 h 279421"/>
                <a:gd name="connsiteX181" fmla="*/ 635820 w 1880357"/>
                <a:gd name="connsiteY181" fmla="*/ 193574 h 279421"/>
                <a:gd name="connsiteX182" fmla="*/ 646208 w 1880357"/>
                <a:gd name="connsiteY182" fmla="*/ 221460 h 279421"/>
                <a:gd name="connsiteX183" fmla="*/ 670269 w 1880357"/>
                <a:gd name="connsiteY183" fmla="*/ 244425 h 279421"/>
                <a:gd name="connsiteX184" fmla="*/ 704718 w 1880357"/>
                <a:gd name="connsiteY184" fmla="*/ 252628 h 279421"/>
                <a:gd name="connsiteX185" fmla="*/ 739714 w 1880357"/>
                <a:gd name="connsiteY185" fmla="*/ 243332 h 279421"/>
                <a:gd name="connsiteX186" fmla="*/ 761040 w 1880357"/>
                <a:gd name="connsiteY186" fmla="*/ 220914 h 279421"/>
                <a:gd name="connsiteX187" fmla="*/ 763772 w 1880357"/>
                <a:gd name="connsiteY187" fmla="*/ 219274 h 279421"/>
                <a:gd name="connsiteX188" fmla="*/ 789473 w 1880357"/>
                <a:gd name="connsiteY188" fmla="*/ 219274 h 279421"/>
                <a:gd name="connsiteX189" fmla="*/ 792208 w 1880357"/>
                <a:gd name="connsiteY189" fmla="*/ 223649 h 279421"/>
                <a:gd name="connsiteX190" fmla="*/ 761586 w 1880357"/>
                <a:gd name="connsiteY190" fmla="*/ 262472 h 279421"/>
                <a:gd name="connsiteX191" fmla="*/ 704718 w 1880357"/>
                <a:gd name="connsiteY191" fmla="*/ 279421 h 279421"/>
                <a:gd name="connsiteX192" fmla="*/ 652225 w 1880357"/>
                <a:gd name="connsiteY192" fmla="*/ 265751 h 279421"/>
                <a:gd name="connsiteX193" fmla="*/ 617229 w 1880357"/>
                <a:gd name="connsiteY193" fmla="*/ 229116 h 279421"/>
                <a:gd name="connsiteX194" fmla="*/ 604652 w 1880357"/>
                <a:gd name="connsiteY194" fmla="*/ 177715 h 279421"/>
                <a:gd name="connsiteX195" fmla="*/ 616682 w 1880357"/>
                <a:gd name="connsiteY195" fmla="*/ 126314 h 279421"/>
                <a:gd name="connsiteX196" fmla="*/ 650583 w 1880357"/>
                <a:gd name="connsiteY196" fmla="*/ 89679 h 279421"/>
                <a:gd name="connsiteX197" fmla="*/ 702530 w 1880357"/>
                <a:gd name="connsiteY197" fmla="*/ 76009 h 279421"/>
                <a:gd name="connsiteX198" fmla="*/ 483807 w 1880357"/>
                <a:gd name="connsiteY198" fmla="*/ 76009 h 279421"/>
                <a:gd name="connsiteX199" fmla="*/ 535754 w 1880357"/>
                <a:gd name="connsiteY199" fmla="*/ 89679 h 279421"/>
                <a:gd name="connsiteX200" fmla="*/ 569110 w 1880357"/>
                <a:gd name="connsiteY200" fmla="*/ 126314 h 279421"/>
                <a:gd name="connsiteX201" fmla="*/ 581138 w 1880357"/>
                <a:gd name="connsiteY201" fmla="*/ 177715 h 279421"/>
                <a:gd name="connsiteX202" fmla="*/ 581138 w 1880357"/>
                <a:gd name="connsiteY202" fmla="*/ 186464 h 279421"/>
                <a:gd name="connsiteX203" fmla="*/ 577859 w 1880357"/>
                <a:gd name="connsiteY203" fmla="*/ 189746 h 279421"/>
                <a:gd name="connsiteX204" fmla="*/ 420378 w 1880357"/>
                <a:gd name="connsiteY204" fmla="*/ 189746 h 279421"/>
                <a:gd name="connsiteX205" fmla="*/ 417097 w 1880357"/>
                <a:gd name="connsiteY205" fmla="*/ 193574 h 279421"/>
                <a:gd name="connsiteX206" fmla="*/ 427485 w 1880357"/>
                <a:gd name="connsiteY206" fmla="*/ 221460 h 279421"/>
                <a:gd name="connsiteX207" fmla="*/ 451546 w 1880357"/>
                <a:gd name="connsiteY207" fmla="*/ 244425 h 279421"/>
                <a:gd name="connsiteX208" fmla="*/ 485995 w 1880357"/>
                <a:gd name="connsiteY208" fmla="*/ 252628 h 279421"/>
                <a:gd name="connsiteX209" fmla="*/ 520991 w 1880357"/>
                <a:gd name="connsiteY209" fmla="*/ 243332 h 279421"/>
                <a:gd name="connsiteX210" fmla="*/ 542317 w 1880357"/>
                <a:gd name="connsiteY210" fmla="*/ 220914 h 279421"/>
                <a:gd name="connsiteX211" fmla="*/ 545049 w 1880357"/>
                <a:gd name="connsiteY211" fmla="*/ 219274 h 279421"/>
                <a:gd name="connsiteX212" fmla="*/ 570750 w 1880357"/>
                <a:gd name="connsiteY212" fmla="*/ 219274 h 279421"/>
                <a:gd name="connsiteX213" fmla="*/ 573485 w 1880357"/>
                <a:gd name="connsiteY213" fmla="*/ 223649 h 279421"/>
                <a:gd name="connsiteX214" fmla="*/ 542863 w 1880357"/>
                <a:gd name="connsiteY214" fmla="*/ 262472 h 279421"/>
                <a:gd name="connsiteX215" fmla="*/ 485995 w 1880357"/>
                <a:gd name="connsiteY215" fmla="*/ 279421 h 279421"/>
                <a:gd name="connsiteX216" fmla="*/ 433502 w 1880357"/>
                <a:gd name="connsiteY216" fmla="*/ 265751 h 279421"/>
                <a:gd name="connsiteX217" fmla="*/ 398506 w 1880357"/>
                <a:gd name="connsiteY217" fmla="*/ 229116 h 279421"/>
                <a:gd name="connsiteX218" fmla="*/ 385929 w 1880357"/>
                <a:gd name="connsiteY218" fmla="*/ 177715 h 279421"/>
                <a:gd name="connsiteX219" fmla="*/ 397959 w 1880357"/>
                <a:gd name="connsiteY219" fmla="*/ 126314 h 279421"/>
                <a:gd name="connsiteX220" fmla="*/ 431860 w 1880357"/>
                <a:gd name="connsiteY220" fmla="*/ 89679 h 279421"/>
                <a:gd name="connsiteX221" fmla="*/ 483807 w 1880357"/>
                <a:gd name="connsiteY221" fmla="*/ 76009 h 279421"/>
                <a:gd name="connsiteX222" fmla="*/ 274927 w 1880357"/>
                <a:gd name="connsiteY222" fmla="*/ 76009 h 279421"/>
                <a:gd name="connsiteX223" fmla="*/ 334530 w 1880357"/>
                <a:gd name="connsiteY223" fmla="*/ 94054 h 279421"/>
                <a:gd name="connsiteX224" fmla="*/ 366245 w 1880357"/>
                <a:gd name="connsiteY224" fmla="*/ 136706 h 279421"/>
                <a:gd name="connsiteX225" fmla="*/ 363510 w 1880357"/>
                <a:gd name="connsiteY225" fmla="*/ 140534 h 279421"/>
                <a:gd name="connsiteX226" fmla="*/ 337809 w 1880357"/>
                <a:gd name="connsiteY226" fmla="*/ 140534 h 279421"/>
                <a:gd name="connsiteX227" fmla="*/ 335077 w 1880357"/>
                <a:gd name="connsiteY227" fmla="*/ 138891 h 279421"/>
                <a:gd name="connsiteX228" fmla="*/ 314297 w 1880357"/>
                <a:gd name="connsiteY228" fmla="*/ 113191 h 279421"/>
                <a:gd name="connsiteX229" fmla="*/ 278755 w 1880357"/>
                <a:gd name="connsiteY229" fmla="*/ 102803 h 279421"/>
                <a:gd name="connsiteX230" fmla="*/ 241024 w 1880357"/>
                <a:gd name="connsiteY230" fmla="*/ 113191 h 279421"/>
                <a:gd name="connsiteX231" fmla="*/ 216419 w 1880357"/>
                <a:gd name="connsiteY231" fmla="*/ 140534 h 279421"/>
                <a:gd name="connsiteX232" fmla="*/ 207670 w 1880357"/>
                <a:gd name="connsiteY232" fmla="*/ 177715 h 279421"/>
                <a:gd name="connsiteX233" fmla="*/ 216419 w 1880357"/>
                <a:gd name="connsiteY233" fmla="*/ 214900 h 279421"/>
                <a:gd name="connsiteX234" fmla="*/ 241024 w 1880357"/>
                <a:gd name="connsiteY234" fmla="*/ 242240 h 279421"/>
                <a:gd name="connsiteX235" fmla="*/ 278755 w 1880357"/>
                <a:gd name="connsiteY235" fmla="*/ 252628 h 279421"/>
                <a:gd name="connsiteX236" fmla="*/ 314297 w 1880357"/>
                <a:gd name="connsiteY236" fmla="*/ 242240 h 279421"/>
                <a:gd name="connsiteX237" fmla="*/ 335077 w 1880357"/>
                <a:gd name="connsiteY237" fmla="*/ 216539 h 279421"/>
                <a:gd name="connsiteX238" fmla="*/ 337809 w 1880357"/>
                <a:gd name="connsiteY238" fmla="*/ 214900 h 279421"/>
                <a:gd name="connsiteX239" fmla="*/ 363510 w 1880357"/>
                <a:gd name="connsiteY239" fmla="*/ 214900 h 279421"/>
                <a:gd name="connsiteX240" fmla="*/ 366245 w 1880357"/>
                <a:gd name="connsiteY240" fmla="*/ 218728 h 279421"/>
                <a:gd name="connsiteX241" fmla="*/ 334530 w 1880357"/>
                <a:gd name="connsiteY241" fmla="*/ 261377 h 279421"/>
                <a:gd name="connsiteX242" fmla="*/ 274927 w 1880357"/>
                <a:gd name="connsiteY242" fmla="*/ 279421 h 279421"/>
                <a:gd name="connsiteX243" fmla="*/ 223526 w 1880357"/>
                <a:gd name="connsiteY243" fmla="*/ 265751 h 279421"/>
                <a:gd name="connsiteX244" fmla="*/ 190172 w 1880357"/>
                <a:gd name="connsiteY244" fmla="*/ 229116 h 279421"/>
                <a:gd name="connsiteX245" fmla="*/ 178142 w 1880357"/>
                <a:gd name="connsiteY245" fmla="*/ 177715 h 279421"/>
                <a:gd name="connsiteX246" fmla="*/ 190172 w 1880357"/>
                <a:gd name="connsiteY246" fmla="*/ 126314 h 279421"/>
                <a:gd name="connsiteX247" fmla="*/ 223526 w 1880357"/>
                <a:gd name="connsiteY247" fmla="*/ 89679 h 279421"/>
                <a:gd name="connsiteX248" fmla="*/ 274927 w 1880357"/>
                <a:gd name="connsiteY248" fmla="*/ 76009 h 279421"/>
                <a:gd name="connsiteX249" fmla="*/ 993434 w 1880357"/>
                <a:gd name="connsiteY249" fmla="*/ 0 h 279421"/>
                <a:gd name="connsiteX250" fmla="*/ 1016946 w 1880357"/>
                <a:gd name="connsiteY250" fmla="*/ 0 h 279421"/>
                <a:gd name="connsiteX251" fmla="*/ 1020228 w 1880357"/>
                <a:gd name="connsiteY251" fmla="*/ 3281 h 279421"/>
                <a:gd name="connsiteX252" fmla="*/ 1020228 w 1880357"/>
                <a:gd name="connsiteY252" fmla="*/ 272310 h 279421"/>
                <a:gd name="connsiteX253" fmla="*/ 1016946 w 1880357"/>
                <a:gd name="connsiteY253" fmla="*/ 275592 h 279421"/>
                <a:gd name="connsiteX254" fmla="*/ 993434 w 1880357"/>
                <a:gd name="connsiteY254" fmla="*/ 275592 h 279421"/>
                <a:gd name="connsiteX255" fmla="*/ 990153 w 1880357"/>
                <a:gd name="connsiteY255" fmla="*/ 272310 h 279421"/>
                <a:gd name="connsiteX256" fmla="*/ 990153 w 1880357"/>
                <a:gd name="connsiteY256" fmla="*/ 252627 h 279421"/>
                <a:gd name="connsiteX257" fmla="*/ 984685 w 1880357"/>
                <a:gd name="connsiteY257" fmla="*/ 250438 h 279421"/>
                <a:gd name="connsiteX258" fmla="*/ 961717 w 1880357"/>
                <a:gd name="connsiteY258" fmla="*/ 269029 h 279421"/>
                <a:gd name="connsiteX259" fmla="*/ 919615 w 1880357"/>
                <a:gd name="connsiteY259" fmla="*/ 279420 h 279421"/>
                <a:gd name="connsiteX260" fmla="*/ 869307 w 1880357"/>
                <a:gd name="connsiteY260" fmla="*/ 265750 h 279421"/>
                <a:gd name="connsiteX261" fmla="*/ 835953 w 1880357"/>
                <a:gd name="connsiteY261" fmla="*/ 229112 h 279421"/>
                <a:gd name="connsiteX262" fmla="*/ 823923 w 1880357"/>
                <a:gd name="connsiteY262" fmla="*/ 177714 h 279421"/>
                <a:gd name="connsiteX263" fmla="*/ 835953 w 1880357"/>
                <a:gd name="connsiteY263" fmla="*/ 126313 h 279421"/>
                <a:gd name="connsiteX264" fmla="*/ 869307 w 1880357"/>
                <a:gd name="connsiteY264" fmla="*/ 89676 h 279421"/>
                <a:gd name="connsiteX265" fmla="*/ 919615 w 1880357"/>
                <a:gd name="connsiteY265" fmla="*/ 76005 h 279421"/>
                <a:gd name="connsiteX266" fmla="*/ 961717 w 1880357"/>
                <a:gd name="connsiteY266" fmla="*/ 85301 h 279421"/>
                <a:gd name="connsiteX267" fmla="*/ 984685 w 1880357"/>
                <a:gd name="connsiteY267" fmla="*/ 103895 h 279421"/>
                <a:gd name="connsiteX268" fmla="*/ 990153 w 1880357"/>
                <a:gd name="connsiteY268" fmla="*/ 101706 h 279421"/>
                <a:gd name="connsiteX269" fmla="*/ 990153 w 1880357"/>
                <a:gd name="connsiteY269" fmla="*/ 3281 h 279421"/>
                <a:gd name="connsiteX270" fmla="*/ 993434 w 1880357"/>
                <a:gd name="connsiteY270" fmla="*/ 0 h 279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Lst>
              <a:rect l="l" t="t" r="r" b="b"/>
              <a:pathLst>
                <a:path w="1880357" h="279421">
                  <a:moveTo>
                    <a:pt x="1783569" y="102803"/>
                  </a:moveTo>
                  <a:cubicBezTo>
                    <a:pt x="1764432" y="102803"/>
                    <a:pt x="1749669" y="108270"/>
                    <a:pt x="1738185" y="119754"/>
                  </a:cubicBezTo>
                  <a:cubicBezTo>
                    <a:pt x="1727797" y="130142"/>
                    <a:pt x="1720687" y="142719"/>
                    <a:pt x="1717406" y="158031"/>
                  </a:cubicBezTo>
                  <a:cubicBezTo>
                    <a:pt x="1716859" y="160217"/>
                    <a:pt x="1717952" y="161859"/>
                    <a:pt x="1720141" y="161859"/>
                  </a:cubicBezTo>
                  <a:lnTo>
                    <a:pt x="1846454" y="161859"/>
                  </a:lnTo>
                  <a:cubicBezTo>
                    <a:pt x="1848640" y="161859"/>
                    <a:pt x="1849736" y="160217"/>
                    <a:pt x="1849736" y="158031"/>
                  </a:cubicBezTo>
                  <a:cubicBezTo>
                    <a:pt x="1846454" y="142719"/>
                    <a:pt x="1839891" y="130142"/>
                    <a:pt x="1828956" y="119754"/>
                  </a:cubicBezTo>
                  <a:cubicBezTo>
                    <a:pt x="1817472" y="108270"/>
                    <a:pt x="1802163" y="102803"/>
                    <a:pt x="1783569" y="102803"/>
                  </a:cubicBezTo>
                  <a:close/>
                  <a:moveTo>
                    <a:pt x="1147634" y="102803"/>
                  </a:moveTo>
                  <a:cubicBezTo>
                    <a:pt x="1133415" y="102803"/>
                    <a:pt x="1120840" y="106084"/>
                    <a:pt x="1110449" y="113191"/>
                  </a:cubicBezTo>
                  <a:cubicBezTo>
                    <a:pt x="1100061" y="119754"/>
                    <a:pt x="1091859" y="129049"/>
                    <a:pt x="1086391" y="140534"/>
                  </a:cubicBezTo>
                  <a:cubicBezTo>
                    <a:pt x="1080921" y="152015"/>
                    <a:pt x="1078189" y="164045"/>
                    <a:pt x="1078189" y="177715"/>
                  </a:cubicBezTo>
                  <a:cubicBezTo>
                    <a:pt x="1078189" y="190839"/>
                    <a:pt x="1080921" y="203416"/>
                    <a:pt x="1086391" y="214900"/>
                  </a:cubicBezTo>
                  <a:cubicBezTo>
                    <a:pt x="1091859" y="226381"/>
                    <a:pt x="1100061" y="235676"/>
                    <a:pt x="1110449" y="242240"/>
                  </a:cubicBezTo>
                  <a:cubicBezTo>
                    <a:pt x="1120840" y="248800"/>
                    <a:pt x="1133415" y="252628"/>
                    <a:pt x="1147634" y="252628"/>
                  </a:cubicBezTo>
                  <a:cubicBezTo>
                    <a:pt x="1162397" y="252628"/>
                    <a:pt x="1174974" y="249349"/>
                    <a:pt x="1184815" y="242240"/>
                  </a:cubicBezTo>
                  <a:cubicBezTo>
                    <a:pt x="1194657" y="235676"/>
                    <a:pt x="1202313" y="226381"/>
                    <a:pt x="1207781" y="214900"/>
                  </a:cubicBezTo>
                  <a:cubicBezTo>
                    <a:pt x="1213251" y="203416"/>
                    <a:pt x="1215437" y="190839"/>
                    <a:pt x="1215437" y="177715"/>
                  </a:cubicBezTo>
                  <a:cubicBezTo>
                    <a:pt x="1215437" y="164045"/>
                    <a:pt x="1212704" y="151468"/>
                    <a:pt x="1207781" y="140534"/>
                  </a:cubicBezTo>
                  <a:cubicBezTo>
                    <a:pt x="1202313" y="129049"/>
                    <a:pt x="1194657" y="120301"/>
                    <a:pt x="1184815" y="113191"/>
                  </a:cubicBezTo>
                  <a:cubicBezTo>
                    <a:pt x="1174974" y="106631"/>
                    <a:pt x="1162397" y="102803"/>
                    <a:pt x="1147634" y="102803"/>
                  </a:cubicBezTo>
                  <a:close/>
                  <a:moveTo>
                    <a:pt x="703076" y="102803"/>
                  </a:moveTo>
                  <a:cubicBezTo>
                    <a:pt x="683939" y="102803"/>
                    <a:pt x="669176" y="108270"/>
                    <a:pt x="657692" y="119754"/>
                  </a:cubicBezTo>
                  <a:cubicBezTo>
                    <a:pt x="647304" y="130142"/>
                    <a:pt x="640194" y="142719"/>
                    <a:pt x="636913" y="158031"/>
                  </a:cubicBezTo>
                  <a:cubicBezTo>
                    <a:pt x="636366" y="160217"/>
                    <a:pt x="638008" y="161859"/>
                    <a:pt x="639648" y="161859"/>
                  </a:cubicBezTo>
                  <a:lnTo>
                    <a:pt x="765961" y="161859"/>
                  </a:lnTo>
                  <a:cubicBezTo>
                    <a:pt x="768147" y="161859"/>
                    <a:pt x="769240" y="160217"/>
                    <a:pt x="769240" y="158031"/>
                  </a:cubicBezTo>
                  <a:cubicBezTo>
                    <a:pt x="765961" y="142719"/>
                    <a:pt x="759398" y="130142"/>
                    <a:pt x="748463" y="119754"/>
                  </a:cubicBezTo>
                  <a:cubicBezTo>
                    <a:pt x="736979" y="108270"/>
                    <a:pt x="721670" y="102803"/>
                    <a:pt x="703076" y="102803"/>
                  </a:cubicBezTo>
                  <a:close/>
                  <a:moveTo>
                    <a:pt x="484353" y="102803"/>
                  </a:moveTo>
                  <a:cubicBezTo>
                    <a:pt x="465762" y="102803"/>
                    <a:pt x="450453" y="108270"/>
                    <a:pt x="438969" y="119754"/>
                  </a:cubicBezTo>
                  <a:cubicBezTo>
                    <a:pt x="428581" y="130142"/>
                    <a:pt x="421471" y="142719"/>
                    <a:pt x="418190" y="158031"/>
                  </a:cubicBezTo>
                  <a:cubicBezTo>
                    <a:pt x="417097" y="160217"/>
                    <a:pt x="418736" y="161859"/>
                    <a:pt x="420925" y="161859"/>
                  </a:cubicBezTo>
                  <a:lnTo>
                    <a:pt x="547238" y="161859"/>
                  </a:lnTo>
                  <a:cubicBezTo>
                    <a:pt x="549424" y="161859"/>
                    <a:pt x="550519" y="160217"/>
                    <a:pt x="550519" y="158031"/>
                  </a:cubicBezTo>
                  <a:cubicBezTo>
                    <a:pt x="547238" y="142719"/>
                    <a:pt x="540675" y="130142"/>
                    <a:pt x="529740" y="119754"/>
                  </a:cubicBezTo>
                  <a:cubicBezTo>
                    <a:pt x="518256" y="108270"/>
                    <a:pt x="502947" y="102803"/>
                    <a:pt x="484353" y="102803"/>
                  </a:cubicBezTo>
                  <a:close/>
                  <a:moveTo>
                    <a:pt x="923443" y="102799"/>
                  </a:moveTo>
                  <a:cubicBezTo>
                    <a:pt x="909224" y="102799"/>
                    <a:pt x="896650" y="106081"/>
                    <a:pt x="886258" y="113190"/>
                  </a:cubicBezTo>
                  <a:cubicBezTo>
                    <a:pt x="875870" y="119750"/>
                    <a:pt x="867668" y="129046"/>
                    <a:pt x="862200" y="140530"/>
                  </a:cubicBezTo>
                  <a:cubicBezTo>
                    <a:pt x="856730" y="152014"/>
                    <a:pt x="853998" y="164042"/>
                    <a:pt x="853998" y="177714"/>
                  </a:cubicBezTo>
                  <a:cubicBezTo>
                    <a:pt x="853998" y="190838"/>
                    <a:pt x="856730" y="203412"/>
                    <a:pt x="862200" y="214896"/>
                  </a:cubicBezTo>
                  <a:cubicBezTo>
                    <a:pt x="867668" y="226380"/>
                    <a:pt x="875870" y="235675"/>
                    <a:pt x="886258" y="242236"/>
                  </a:cubicBezTo>
                  <a:cubicBezTo>
                    <a:pt x="896650" y="248799"/>
                    <a:pt x="909224" y="252627"/>
                    <a:pt x="923443" y="252627"/>
                  </a:cubicBezTo>
                  <a:cubicBezTo>
                    <a:pt x="938206" y="252627"/>
                    <a:pt x="950783" y="249345"/>
                    <a:pt x="960624" y="242236"/>
                  </a:cubicBezTo>
                  <a:cubicBezTo>
                    <a:pt x="970466" y="235675"/>
                    <a:pt x="978122" y="226380"/>
                    <a:pt x="983590" y="214896"/>
                  </a:cubicBezTo>
                  <a:cubicBezTo>
                    <a:pt x="989060" y="203412"/>
                    <a:pt x="991246" y="190838"/>
                    <a:pt x="991246" y="177714"/>
                  </a:cubicBezTo>
                  <a:cubicBezTo>
                    <a:pt x="991246" y="164042"/>
                    <a:pt x="988513" y="151467"/>
                    <a:pt x="983590" y="140530"/>
                  </a:cubicBezTo>
                  <a:cubicBezTo>
                    <a:pt x="978122" y="129046"/>
                    <a:pt x="970466" y="120297"/>
                    <a:pt x="960624" y="113190"/>
                  </a:cubicBezTo>
                  <a:cubicBezTo>
                    <a:pt x="950783" y="106627"/>
                    <a:pt x="938206" y="102799"/>
                    <a:pt x="923443" y="102799"/>
                  </a:cubicBezTo>
                  <a:close/>
                  <a:moveTo>
                    <a:pt x="7537" y="79287"/>
                  </a:moveTo>
                  <a:lnTo>
                    <a:pt x="37612" y="79287"/>
                  </a:lnTo>
                  <a:cubicBezTo>
                    <a:pt x="38705" y="79287"/>
                    <a:pt x="39798" y="79834"/>
                    <a:pt x="40345" y="80380"/>
                  </a:cubicBezTo>
                  <a:lnTo>
                    <a:pt x="87371" y="149825"/>
                  </a:lnTo>
                  <a:cubicBezTo>
                    <a:pt x="88464" y="151465"/>
                    <a:pt x="91199" y="151465"/>
                    <a:pt x="92292" y="149825"/>
                  </a:cubicBezTo>
                  <a:lnTo>
                    <a:pt x="139318" y="80380"/>
                  </a:lnTo>
                  <a:cubicBezTo>
                    <a:pt x="139864" y="79287"/>
                    <a:pt x="140957" y="79287"/>
                    <a:pt x="142053" y="79287"/>
                  </a:cubicBezTo>
                  <a:lnTo>
                    <a:pt x="172128" y="79287"/>
                  </a:lnTo>
                  <a:cubicBezTo>
                    <a:pt x="174860" y="79287"/>
                    <a:pt x="175953" y="82022"/>
                    <a:pt x="174314" y="84208"/>
                  </a:cubicBezTo>
                  <a:lnTo>
                    <a:pt x="108697" y="172791"/>
                  </a:lnTo>
                  <a:cubicBezTo>
                    <a:pt x="108150" y="173886"/>
                    <a:pt x="108150" y="175526"/>
                    <a:pt x="108697" y="176619"/>
                  </a:cubicBezTo>
                  <a:lnTo>
                    <a:pt x="179781" y="271218"/>
                  </a:lnTo>
                  <a:cubicBezTo>
                    <a:pt x="181423" y="273404"/>
                    <a:pt x="179781" y="276139"/>
                    <a:pt x="177595" y="276139"/>
                  </a:cubicBezTo>
                  <a:lnTo>
                    <a:pt x="146974" y="276139"/>
                  </a:lnTo>
                  <a:cubicBezTo>
                    <a:pt x="145881" y="276139"/>
                    <a:pt x="144785" y="275592"/>
                    <a:pt x="144239" y="275046"/>
                  </a:cubicBezTo>
                  <a:lnTo>
                    <a:pt x="92292" y="199584"/>
                  </a:lnTo>
                  <a:cubicBezTo>
                    <a:pt x="91199" y="197945"/>
                    <a:pt x="88464" y="197945"/>
                    <a:pt x="87371" y="199584"/>
                  </a:cubicBezTo>
                  <a:lnTo>
                    <a:pt x="34877" y="275046"/>
                  </a:lnTo>
                  <a:cubicBezTo>
                    <a:pt x="34331" y="275592"/>
                    <a:pt x="33238" y="276139"/>
                    <a:pt x="32145" y="276139"/>
                  </a:cubicBezTo>
                  <a:lnTo>
                    <a:pt x="2617" y="276139"/>
                  </a:lnTo>
                  <a:cubicBezTo>
                    <a:pt x="428" y="276139"/>
                    <a:pt x="-665" y="273404"/>
                    <a:pt x="428" y="271218"/>
                  </a:cubicBezTo>
                  <a:lnTo>
                    <a:pt x="71515" y="176619"/>
                  </a:lnTo>
                  <a:cubicBezTo>
                    <a:pt x="72062" y="175526"/>
                    <a:pt x="72062" y="173886"/>
                    <a:pt x="71515" y="172791"/>
                  </a:cubicBezTo>
                  <a:lnTo>
                    <a:pt x="5352" y="84208"/>
                  </a:lnTo>
                  <a:cubicBezTo>
                    <a:pt x="3709" y="82022"/>
                    <a:pt x="5352" y="79287"/>
                    <a:pt x="7537" y="79287"/>
                  </a:cubicBezTo>
                  <a:close/>
                  <a:moveTo>
                    <a:pt x="1374560" y="76555"/>
                  </a:moveTo>
                  <a:cubicBezTo>
                    <a:pt x="1388230" y="76555"/>
                    <a:pt x="1400806" y="79837"/>
                    <a:pt x="1412837" y="86397"/>
                  </a:cubicBezTo>
                  <a:cubicBezTo>
                    <a:pt x="1424865" y="92960"/>
                    <a:pt x="1434709" y="102256"/>
                    <a:pt x="1441816" y="115379"/>
                  </a:cubicBezTo>
                  <a:cubicBezTo>
                    <a:pt x="1449472" y="127956"/>
                    <a:pt x="1452754" y="143812"/>
                    <a:pt x="1452754" y="162405"/>
                  </a:cubicBezTo>
                  <a:lnTo>
                    <a:pt x="1452754" y="273953"/>
                  </a:lnTo>
                  <a:cubicBezTo>
                    <a:pt x="1452754" y="275593"/>
                    <a:pt x="1451658" y="277235"/>
                    <a:pt x="1449472" y="277235"/>
                  </a:cubicBezTo>
                  <a:lnTo>
                    <a:pt x="1425960" y="277235"/>
                  </a:lnTo>
                  <a:cubicBezTo>
                    <a:pt x="1424318" y="277235"/>
                    <a:pt x="1422679" y="276142"/>
                    <a:pt x="1422679" y="273953"/>
                  </a:cubicBezTo>
                  <a:lnTo>
                    <a:pt x="1422679" y="162405"/>
                  </a:lnTo>
                  <a:cubicBezTo>
                    <a:pt x="1422679" y="144358"/>
                    <a:pt x="1417758" y="130142"/>
                    <a:pt x="1407367" y="119207"/>
                  </a:cubicBezTo>
                  <a:cubicBezTo>
                    <a:pt x="1396978" y="108270"/>
                    <a:pt x="1383855" y="102802"/>
                    <a:pt x="1367450" y="102802"/>
                  </a:cubicBezTo>
                  <a:cubicBezTo>
                    <a:pt x="1356515" y="102802"/>
                    <a:pt x="1346671" y="105537"/>
                    <a:pt x="1337375" y="110458"/>
                  </a:cubicBezTo>
                  <a:cubicBezTo>
                    <a:pt x="1328626" y="115379"/>
                    <a:pt x="1321520" y="122486"/>
                    <a:pt x="1316049" y="131235"/>
                  </a:cubicBezTo>
                  <a:cubicBezTo>
                    <a:pt x="1310582" y="140533"/>
                    <a:pt x="1307850" y="150921"/>
                    <a:pt x="1307850" y="162405"/>
                  </a:cubicBezTo>
                  <a:lnTo>
                    <a:pt x="1307850" y="272860"/>
                  </a:lnTo>
                  <a:cubicBezTo>
                    <a:pt x="1307850" y="274500"/>
                    <a:pt x="1306754" y="276142"/>
                    <a:pt x="1304568" y="276142"/>
                  </a:cubicBezTo>
                  <a:lnTo>
                    <a:pt x="1281054" y="276142"/>
                  </a:lnTo>
                  <a:cubicBezTo>
                    <a:pt x="1280507" y="276142"/>
                    <a:pt x="1278868" y="274500"/>
                    <a:pt x="1278868" y="272860"/>
                  </a:cubicBezTo>
                  <a:lnTo>
                    <a:pt x="1278868" y="82569"/>
                  </a:lnTo>
                  <a:cubicBezTo>
                    <a:pt x="1278868" y="80930"/>
                    <a:pt x="1279961" y="79290"/>
                    <a:pt x="1282149" y="79290"/>
                  </a:cubicBezTo>
                  <a:lnTo>
                    <a:pt x="1305661" y="79290"/>
                  </a:lnTo>
                  <a:cubicBezTo>
                    <a:pt x="1307303" y="79290"/>
                    <a:pt x="1308943" y="80383"/>
                    <a:pt x="1308943" y="82569"/>
                  </a:cubicBezTo>
                  <a:lnTo>
                    <a:pt x="1308943" y="101709"/>
                  </a:lnTo>
                  <a:cubicBezTo>
                    <a:pt x="1308943" y="104442"/>
                    <a:pt x="1312224" y="105537"/>
                    <a:pt x="1314410" y="103895"/>
                  </a:cubicBezTo>
                  <a:cubicBezTo>
                    <a:pt x="1320424" y="97335"/>
                    <a:pt x="1327533" y="91318"/>
                    <a:pt x="1335189" y="86397"/>
                  </a:cubicBezTo>
                  <a:cubicBezTo>
                    <a:pt x="1345578" y="79837"/>
                    <a:pt x="1358701" y="76555"/>
                    <a:pt x="1374560" y="76555"/>
                  </a:cubicBezTo>
                  <a:close/>
                  <a:moveTo>
                    <a:pt x="1783023" y="76009"/>
                  </a:moveTo>
                  <a:cubicBezTo>
                    <a:pt x="1803256" y="76009"/>
                    <a:pt x="1820754" y="80384"/>
                    <a:pt x="1834970" y="89679"/>
                  </a:cubicBezTo>
                  <a:cubicBezTo>
                    <a:pt x="1849736" y="98975"/>
                    <a:pt x="1860670" y="111005"/>
                    <a:pt x="1868326" y="126314"/>
                  </a:cubicBezTo>
                  <a:cubicBezTo>
                    <a:pt x="1875982" y="141626"/>
                    <a:pt x="1880357" y="158578"/>
                    <a:pt x="1880357" y="177715"/>
                  </a:cubicBezTo>
                  <a:lnTo>
                    <a:pt x="1880357" y="186464"/>
                  </a:lnTo>
                  <a:cubicBezTo>
                    <a:pt x="1880357" y="188106"/>
                    <a:pt x="1879261" y="189746"/>
                    <a:pt x="1877075" y="189746"/>
                  </a:cubicBezTo>
                  <a:lnTo>
                    <a:pt x="1719048" y="189746"/>
                  </a:lnTo>
                  <a:cubicBezTo>
                    <a:pt x="1717406" y="189746"/>
                    <a:pt x="1715766" y="191385"/>
                    <a:pt x="1715766" y="193574"/>
                  </a:cubicBezTo>
                  <a:cubicBezTo>
                    <a:pt x="1717406" y="203962"/>
                    <a:pt x="1721234" y="213258"/>
                    <a:pt x="1726155" y="221460"/>
                  </a:cubicBezTo>
                  <a:cubicBezTo>
                    <a:pt x="1732171" y="231302"/>
                    <a:pt x="1739825" y="238411"/>
                    <a:pt x="1750216" y="244425"/>
                  </a:cubicBezTo>
                  <a:cubicBezTo>
                    <a:pt x="1760058" y="249896"/>
                    <a:pt x="1771542" y="252628"/>
                    <a:pt x="1784665" y="252628"/>
                  </a:cubicBezTo>
                  <a:cubicBezTo>
                    <a:pt x="1798335" y="252628"/>
                    <a:pt x="1810365" y="249349"/>
                    <a:pt x="1819661" y="243332"/>
                  </a:cubicBezTo>
                  <a:cubicBezTo>
                    <a:pt x="1828410" y="237319"/>
                    <a:pt x="1835516" y="230209"/>
                    <a:pt x="1840987" y="220914"/>
                  </a:cubicBezTo>
                  <a:cubicBezTo>
                    <a:pt x="1841533" y="219821"/>
                    <a:pt x="1842626" y="219274"/>
                    <a:pt x="1843719" y="219274"/>
                  </a:cubicBezTo>
                  <a:lnTo>
                    <a:pt x="1869419" y="219274"/>
                  </a:lnTo>
                  <a:cubicBezTo>
                    <a:pt x="1871608" y="219274"/>
                    <a:pt x="1873247" y="221460"/>
                    <a:pt x="1872154" y="223649"/>
                  </a:cubicBezTo>
                  <a:cubicBezTo>
                    <a:pt x="1865045" y="239504"/>
                    <a:pt x="1855203" y="252081"/>
                    <a:pt x="1841533" y="262472"/>
                  </a:cubicBezTo>
                  <a:cubicBezTo>
                    <a:pt x="1827863" y="273407"/>
                    <a:pt x="1808723" y="279421"/>
                    <a:pt x="1785211" y="279421"/>
                  </a:cubicBezTo>
                  <a:cubicBezTo>
                    <a:pt x="1765525" y="279421"/>
                    <a:pt x="1748027" y="275047"/>
                    <a:pt x="1732718" y="265751"/>
                  </a:cubicBezTo>
                  <a:cubicBezTo>
                    <a:pt x="1717952" y="256456"/>
                    <a:pt x="1705925" y="244425"/>
                    <a:pt x="1697722" y="229116"/>
                  </a:cubicBezTo>
                  <a:cubicBezTo>
                    <a:pt x="1689520" y="213804"/>
                    <a:pt x="1685145" y="196855"/>
                    <a:pt x="1685145" y="177715"/>
                  </a:cubicBezTo>
                  <a:cubicBezTo>
                    <a:pt x="1685145" y="158578"/>
                    <a:pt x="1688973" y="141626"/>
                    <a:pt x="1697176" y="126314"/>
                  </a:cubicBezTo>
                  <a:cubicBezTo>
                    <a:pt x="1704829" y="111005"/>
                    <a:pt x="1716313" y="98975"/>
                    <a:pt x="1731078" y="89679"/>
                  </a:cubicBezTo>
                  <a:cubicBezTo>
                    <a:pt x="1745841" y="80384"/>
                    <a:pt x="1763339" y="76009"/>
                    <a:pt x="1783023" y="76009"/>
                  </a:cubicBezTo>
                  <a:close/>
                  <a:moveTo>
                    <a:pt x="1574144" y="76009"/>
                  </a:moveTo>
                  <a:cubicBezTo>
                    <a:pt x="1597656" y="76009"/>
                    <a:pt x="1617342" y="82023"/>
                    <a:pt x="1633747" y="94054"/>
                  </a:cubicBezTo>
                  <a:cubicBezTo>
                    <a:pt x="1649057" y="104991"/>
                    <a:pt x="1659448" y="119754"/>
                    <a:pt x="1665462" y="136706"/>
                  </a:cubicBezTo>
                  <a:cubicBezTo>
                    <a:pt x="1666008" y="138891"/>
                    <a:pt x="1664369" y="140534"/>
                    <a:pt x="1662727" y="140534"/>
                  </a:cubicBezTo>
                  <a:lnTo>
                    <a:pt x="1637026" y="140534"/>
                  </a:lnTo>
                  <a:cubicBezTo>
                    <a:pt x="1635933" y="140534"/>
                    <a:pt x="1634840" y="139987"/>
                    <a:pt x="1634294" y="138891"/>
                  </a:cubicBezTo>
                  <a:cubicBezTo>
                    <a:pt x="1629919" y="128503"/>
                    <a:pt x="1622810" y="119754"/>
                    <a:pt x="1613514" y="113191"/>
                  </a:cubicBezTo>
                  <a:cubicBezTo>
                    <a:pt x="1603672" y="106084"/>
                    <a:pt x="1591642" y="102803"/>
                    <a:pt x="1577972" y="102803"/>
                  </a:cubicBezTo>
                  <a:cubicBezTo>
                    <a:pt x="1563756" y="102803"/>
                    <a:pt x="1551179" y="106084"/>
                    <a:pt x="1540241" y="113191"/>
                  </a:cubicBezTo>
                  <a:cubicBezTo>
                    <a:pt x="1529306" y="119754"/>
                    <a:pt x="1521104" y="129049"/>
                    <a:pt x="1515636" y="140534"/>
                  </a:cubicBezTo>
                  <a:cubicBezTo>
                    <a:pt x="1509620" y="152015"/>
                    <a:pt x="1506887" y="164045"/>
                    <a:pt x="1506887" y="177715"/>
                  </a:cubicBezTo>
                  <a:cubicBezTo>
                    <a:pt x="1506887" y="190839"/>
                    <a:pt x="1509620" y="203416"/>
                    <a:pt x="1515636" y="214900"/>
                  </a:cubicBezTo>
                  <a:cubicBezTo>
                    <a:pt x="1521650" y="226381"/>
                    <a:pt x="1529853" y="235676"/>
                    <a:pt x="1540241" y="242240"/>
                  </a:cubicBezTo>
                  <a:cubicBezTo>
                    <a:pt x="1551179" y="248800"/>
                    <a:pt x="1563756" y="252628"/>
                    <a:pt x="1577972" y="252628"/>
                  </a:cubicBezTo>
                  <a:cubicBezTo>
                    <a:pt x="1591642" y="252628"/>
                    <a:pt x="1603672" y="249349"/>
                    <a:pt x="1613514" y="242240"/>
                  </a:cubicBezTo>
                  <a:cubicBezTo>
                    <a:pt x="1622810" y="235676"/>
                    <a:pt x="1629919" y="226927"/>
                    <a:pt x="1634294" y="216539"/>
                  </a:cubicBezTo>
                  <a:cubicBezTo>
                    <a:pt x="1634840" y="215446"/>
                    <a:pt x="1635933" y="214900"/>
                    <a:pt x="1637026" y="214900"/>
                  </a:cubicBezTo>
                  <a:lnTo>
                    <a:pt x="1662727" y="214900"/>
                  </a:lnTo>
                  <a:cubicBezTo>
                    <a:pt x="1664915" y="214900"/>
                    <a:pt x="1666555" y="217086"/>
                    <a:pt x="1665462" y="218728"/>
                  </a:cubicBezTo>
                  <a:cubicBezTo>
                    <a:pt x="1659448" y="236226"/>
                    <a:pt x="1648510" y="250442"/>
                    <a:pt x="1633747" y="261377"/>
                  </a:cubicBezTo>
                  <a:cubicBezTo>
                    <a:pt x="1617342" y="273407"/>
                    <a:pt x="1597656" y="279421"/>
                    <a:pt x="1574144" y="279421"/>
                  </a:cubicBezTo>
                  <a:cubicBezTo>
                    <a:pt x="1554460" y="279421"/>
                    <a:pt x="1537509" y="275047"/>
                    <a:pt x="1522743" y="265751"/>
                  </a:cubicBezTo>
                  <a:cubicBezTo>
                    <a:pt x="1508527" y="256456"/>
                    <a:pt x="1497043" y="244425"/>
                    <a:pt x="1489389" y="229116"/>
                  </a:cubicBezTo>
                  <a:cubicBezTo>
                    <a:pt x="1481187" y="213804"/>
                    <a:pt x="1477359" y="196855"/>
                    <a:pt x="1477359" y="177715"/>
                  </a:cubicBezTo>
                  <a:cubicBezTo>
                    <a:pt x="1477359" y="158578"/>
                    <a:pt x="1481187" y="141626"/>
                    <a:pt x="1489389" y="126314"/>
                  </a:cubicBezTo>
                  <a:cubicBezTo>
                    <a:pt x="1497592" y="111005"/>
                    <a:pt x="1508527" y="98975"/>
                    <a:pt x="1522743" y="89679"/>
                  </a:cubicBezTo>
                  <a:cubicBezTo>
                    <a:pt x="1536962" y="80384"/>
                    <a:pt x="1554460" y="76009"/>
                    <a:pt x="1574144" y="76009"/>
                  </a:cubicBezTo>
                  <a:close/>
                  <a:moveTo>
                    <a:pt x="1143806" y="76009"/>
                  </a:moveTo>
                  <a:cubicBezTo>
                    <a:pt x="1160211" y="76009"/>
                    <a:pt x="1173881" y="79291"/>
                    <a:pt x="1185908" y="85305"/>
                  </a:cubicBezTo>
                  <a:cubicBezTo>
                    <a:pt x="1194657" y="90226"/>
                    <a:pt x="1202860" y="96242"/>
                    <a:pt x="1208876" y="103896"/>
                  </a:cubicBezTo>
                  <a:cubicBezTo>
                    <a:pt x="1210516" y="106084"/>
                    <a:pt x="1214344" y="104991"/>
                    <a:pt x="1214344" y="101710"/>
                  </a:cubicBezTo>
                  <a:lnTo>
                    <a:pt x="1214344" y="82023"/>
                  </a:lnTo>
                  <a:cubicBezTo>
                    <a:pt x="1214344" y="80384"/>
                    <a:pt x="1215437" y="78744"/>
                    <a:pt x="1217625" y="78744"/>
                  </a:cubicBezTo>
                  <a:lnTo>
                    <a:pt x="1241137" y="78744"/>
                  </a:lnTo>
                  <a:cubicBezTo>
                    <a:pt x="1242776" y="78744"/>
                    <a:pt x="1244419" y="79837"/>
                    <a:pt x="1244419" y="82023"/>
                  </a:cubicBezTo>
                  <a:lnTo>
                    <a:pt x="1244419" y="272314"/>
                  </a:lnTo>
                  <a:cubicBezTo>
                    <a:pt x="1244419" y="273954"/>
                    <a:pt x="1243326" y="275596"/>
                    <a:pt x="1241137" y="275596"/>
                  </a:cubicBezTo>
                  <a:lnTo>
                    <a:pt x="1217625" y="275596"/>
                  </a:lnTo>
                  <a:cubicBezTo>
                    <a:pt x="1215983" y="275596"/>
                    <a:pt x="1214344" y="274500"/>
                    <a:pt x="1214344" y="272314"/>
                  </a:cubicBezTo>
                  <a:lnTo>
                    <a:pt x="1214344" y="252628"/>
                  </a:lnTo>
                  <a:cubicBezTo>
                    <a:pt x="1214344" y="249896"/>
                    <a:pt x="1211062" y="248800"/>
                    <a:pt x="1208876" y="250442"/>
                  </a:cubicBezTo>
                  <a:cubicBezTo>
                    <a:pt x="1202313" y="258098"/>
                    <a:pt x="1194657" y="264112"/>
                    <a:pt x="1185908" y="269033"/>
                  </a:cubicBezTo>
                  <a:cubicBezTo>
                    <a:pt x="1173881" y="276142"/>
                    <a:pt x="1160211" y="279421"/>
                    <a:pt x="1143806" y="279421"/>
                  </a:cubicBezTo>
                  <a:cubicBezTo>
                    <a:pt x="1124666" y="279421"/>
                    <a:pt x="1107717" y="275047"/>
                    <a:pt x="1093498" y="265751"/>
                  </a:cubicBezTo>
                  <a:cubicBezTo>
                    <a:pt x="1079282" y="256456"/>
                    <a:pt x="1068347" y="244425"/>
                    <a:pt x="1060144" y="229116"/>
                  </a:cubicBezTo>
                  <a:cubicBezTo>
                    <a:pt x="1052488" y="213804"/>
                    <a:pt x="1048114" y="196855"/>
                    <a:pt x="1048114" y="177715"/>
                  </a:cubicBezTo>
                  <a:cubicBezTo>
                    <a:pt x="1048114" y="158578"/>
                    <a:pt x="1051942" y="141626"/>
                    <a:pt x="1060144" y="126314"/>
                  </a:cubicBezTo>
                  <a:cubicBezTo>
                    <a:pt x="1067798" y="111005"/>
                    <a:pt x="1079282" y="98975"/>
                    <a:pt x="1093498" y="89679"/>
                  </a:cubicBezTo>
                  <a:cubicBezTo>
                    <a:pt x="1107717" y="80384"/>
                    <a:pt x="1124666" y="76009"/>
                    <a:pt x="1143806" y="76009"/>
                  </a:cubicBezTo>
                  <a:close/>
                  <a:moveTo>
                    <a:pt x="702530" y="76009"/>
                  </a:moveTo>
                  <a:cubicBezTo>
                    <a:pt x="722763" y="76009"/>
                    <a:pt x="740260" y="80384"/>
                    <a:pt x="754477" y="89679"/>
                  </a:cubicBezTo>
                  <a:cubicBezTo>
                    <a:pt x="769240" y="98975"/>
                    <a:pt x="780177" y="111005"/>
                    <a:pt x="787833" y="126314"/>
                  </a:cubicBezTo>
                  <a:cubicBezTo>
                    <a:pt x="795486" y="141626"/>
                    <a:pt x="799861" y="158578"/>
                    <a:pt x="799861" y="177715"/>
                  </a:cubicBezTo>
                  <a:lnTo>
                    <a:pt x="799861" y="186464"/>
                  </a:lnTo>
                  <a:cubicBezTo>
                    <a:pt x="799861" y="188106"/>
                    <a:pt x="798768" y="189746"/>
                    <a:pt x="796582" y="189746"/>
                  </a:cubicBezTo>
                  <a:lnTo>
                    <a:pt x="639101" y="189746"/>
                  </a:lnTo>
                  <a:cubicBezTo>
                    <a:pt x="637459" y="189746"/>
                    <a:pt x="635820" y="191385"/>
                    <a:pt x="635820" y="193574"/>
                  </a:cubicBezTo>
                  <a:cubicBezTo>
                    <a:pt x="637459" y="203962"/>
                    <a:pt x="641287" y="213258"/>
                    <a:pt x="646208" y="221460"/>
                  </a:cubicBezTo>
                  <a:cubicBezTo>
                    <a:pt x="652225" y="231302"/>
                    <a:pt x="659881" y="238411"/>
                    <a:pt x="670269" y="244425"/>
                  </a:cubicBezTo>
                  <a:cubicBezTo>
                    <a:pt x="680111" y="249896"/>
                    <a:pt x="691595" y="252628"/>
                    <a:pt x="704718" y="252628"/>
                  </a:cubicBezTo>
                  <a:cubicBezTo>
                    <a:pt x="718388" y="252628"/>
                    <a:pt x="730419" y="249349"/>
                    <a:pt x="739714" y="243332"/>
                  </a:cubicBezTo>
                  <a:cubicBezTo>
                    <a:pt x="748463" y="237319"/>
                    <a:pt x="755570" y="230209"/>
                    <a:pt x="761040" y="220914"/>
                  </a:cubicBezTo>
                  <a:cubicBezTo>
                    <a:pt x="761586" y="219821"/>
                    <a:pt x="762679" y="219274"/>
                    <a:pt x="763772" y="219274"/>
                  </a:cubicBezTo>
                  <a:lnTo>
                    <a:pt x="789473" y="219274"/>
                  </a:lnTo>
                  <a:cubicBezTo>
                    <a:pt x="791661" y="219274"/>
                    <a:pt x="793301" y="221460"/>
                    <a:pt x="792208" y="223649"/>
                  </a:cubicBezTo>
                  <a:cubicBezTo>
                    <a:pt x="785098" y="239504"/>
                    <a:pt x="775256" y="252081"/>
                    <a:pt x="761586" y="262472"/>
                  </a:cubicBezTo>
                  <a:cubicBezTo>
                    <a:pt x="747367" y="273407"/>
                    <a:pt x="728230" y="279421"/>
                    <a:pt x="704718" y="279421"/>
                  </a:cubicBezTo>
                  <a:cubicBezTo>
                    <a:pt x="685032" y="279421"/>
                    <a:pt x="667534" y="275047"/>
                    <a:pt x="652225" y="265751"/>
                  </a:cubicBezTo>
                  <a:cubicBezTo>
                    <a:pt x="637459" y="256456"/>
                    <a:pt x="625431" y="244425"/>
                    <a:pt x="617229" y="229116"/>
                  </a:cubicBezTo>
                  <a:cubicBezTo>
                    <a:pt x="609026" y="213804"/>
                    <a:pt x="604652" y="196855"/>
                    <a:pt x="604652" y="177715"/>
                  </a:cubicBezTo>
                  <a:cubicBezTo>
                    <a:pt x="604652" y="158578"/>
                    <a:pt x="608480" y="141626"/>
                    <a:pt x="616682" y="126314"/>
                  </a:cubicBezTo>
                  <a:cubicBezTo>
                    <a:pt x="624336" y="111005"/>
                    <a:pt x="635820" y="98975"/>
                    <a:pt x="650583" y="89679"/>
                  </a:cubicBezTo>
                  <a:cubicBezTo>
                    <a:pt x="665348" y="80384"/>
                    <a:pt x="682846" y="76009"/>
                    <a:pt x="702530" y="76009"/>
                  </a:cubicBezTo>
                  <a:close/>
                  <a:moveTo>
                    <a:pt x="483807" y="76009"/>
                  </a:moveTo>
                  <a:cubicBezTo>
                    <a:pt x="504040" y="76009"/>
                    <a:pt x="521537" y="80384"/>
                    <a:pt x="535754" y="89679"/>
                  </a:cubicBezTo>
                  <a:cubicBezTo>
                    <a:pt x="550519" y="98975"/>
                    <a:pt x="561454" y="111005"/>
                    <a:pt x="569110" y="126314"/>
                  </a:cubicBezTo>
                  <a:cubicBezTo>
                    <a:pt x="576766" y="141626"/>
                    <a:pt x="581138" y="158578"/>
                    <a:pt x="581138" y="177715"/>
                  </a:cubicBezTo>
                  <a:lnTo>
                    <a:pt x="581138" y="186464"/>
                  </a:lnTo>
                  <a:cubicBezTo>
                    <a:pt x="581138" y="188106"/>
                    <a:pt x="580045" y="189746"/>
                    <a:pt x="577859" y="189746"/>
                  </a:cubicBezTo>
                  <a:lnTo>
                    <a:pt x="420378" y="189746"/>
                  </a:lnTo>
                  <a:cubicBezTo>
                    <a:pt x="418736" y="189746"/>
                    <a:pt x="417097" y="191385"/>
                    <a:pt x="417097" y="193574"/>
                  </a:cubicBezTo>
                  <a:cubicBezTo>
                    <a:pt x="418736" y="203962"/>
                    <a:pt x="422564" y="213258"/>
                    <a:pt x="427485" y="221460"/>
                  </a:cubicBezTo>
                  <a:cubicBezTo>
                    <a:pt x="433502" y="231302"/>
                    <a:pt x="441158" y="238411"/>
                    <a:pt x="451546" y="244425"/>
                  </a:cubicBezTo>
                  <a:cubicBezTo>
                    <a:pt x="461388" y="249896"/>
                    <a:pt x="472872" y="252628"/>
                    <a:pt x="485995" y="252628"/>
                  </a:cubicBezTo>
                  <a:cubicBezTo>
                    <a:pt x="499665" y="252628"/>
                    <a:pt x="511696" y="249349"/>
                    <a:pt x="520991" y="243332"/>
                  </a:cubicBezTo>
                  <a:cubicBezTo>
                    <a:pt x="529740" y="237319"/>
                    <a:pt x="536847" y="230209"/>
                    <a:pt x="542317" y="220914"/>
                  </a:cubicBezTo>
                  <a:cubicBezTo>
                    <a:pt x="542863" y="219821"/>
                    <a:pt x="543956" y="219274"/>
                    <a:pt x="545049" y="219274"/>
                  </a:cubicBezTo>
                  <a:lnTo>
                    <a:pt x="570750" y="219274"/>
                  </a:lnTo>
                  <a:cubicBezTo>
                    <a:pt x="572938" y="219274"/>
                    <a:pt x="574578" y="221460"/>
                    <a:pt x="573485" y="223649"/>
                  </a:cubicBezTo>
                  <a:cubicBezTo>
                    <a:pt x="566375" y="239504"/>
                    <a:pt x="556533" y="252081"/>
                    <a:pt x="542863" y="262472"/>
                  </a:cubicBezTo>
                  <a:cubicBezTo>
                    <a:pt x="528098" y="273407"/>
                    <a:pt x="508961" y="279421"/>
                    <a:pt x="485995" y="279421"/>
                  </a:cubicBezTo>
                  <a:cubicBezTo>
                    <a:pt x="466309" y="279421"/>
                    <a:pt x="448811" y="275047"/>
                    <a:pt x="433502" y="265751"/>
                  </a:cubicBezTo>
                  <a:cubicBezTo>
                    <a:pt x="418736" y="256456"/>
                    <a:pt x="406708" y="244425"/>
                    <a:pt x="398506" y="229116"/>
                  </a:cubicBezTo>
                  <a:cubicBezTo>
                    <a:pt x="390303" y="213804"/>
                    <a:pt x="385929" y="196855"/>
                    <a:pt x="385929" y="177715"/>
                  </a:cubicBezTo>
                  <a:cubicBezTo>
                    <a:pt x="385929" y="158578"/>
                    <a:pt x="389757" y="141626"/>
                    <a:pt x="397959" y="126314"/>
                  </a:cubicBezTo>
                  <a:cubicBezTo>
                    <a:pt x="405613" y="111005"/>
                    <a:pt x="417097" y="98975"/>
                    <a:pt x="431860" y="89679"/>
                  </a:cubicBezTo>
                  <a:cubicBezTo>
                    <a:pt x="446625" y="80384"/>
                    <a:pt x="464123" y="76009"/>
                    <a:pt x="483807" y="76009"/>
                  </a:cubicBezTo>
                  <a:close/>
                  <a:moveTo>
                    <a:pt x="274927" y="76009"/>
                  </a:moveTo>
                  <a:cubicBezTo>
                    <a:pt x="298439" y="76009"/>
                    <a:pt x="318125" y="82023"/>
                    <a:pt x="334530" y="94054"/>
                  </a:cubicBezTo>
                  <a:cubicBezTo>
                    <a:pt x="349840" y="104991"/>
                    <a:pt x="360231" y="119754"/>
                    <a:pt x="366245" y="136706"/>
                  </a:cubicBezTo>
                  <a:cubicBezTo>
                    <a:pt x="366791" y="138891"/>
                    <a:pt x="365152" y="140534"/>
                    <a:pt x="363510" y="140534"/>
                  </a:cubicBezTo>
                  <a:lnTo>
                    <a:pt x="337809" y="140534"/>
                  </a:lnTo>
                  <a:cubicBezTo>
                    <a:pt x="336716" y="140534"/>
                    <a:pt x="335623" y="139987"/>
                    <a:pt x="335077" y="138891"/>
                  </a:cubicBezTo>
                  <a:cubicBezTo>
                    <a:pt x="330702" y="128503"/>
                    <a:pt x="323593" y="119754"/>
                    <a:pt x="314297" y="113191"/>
                  </a:cubicBezTo>
                  <a:cubicBezTo>
                    <a:pt x="304455" y="106084"/>
                    <a:pt x="292425" y="102803"/>
                    <a:pt x="278755" y="102803"/>
                  </a:cubicBezTo>
                  <a:cubicBezTo>
                    <a:pt x="264539" y="102803"/>
                    <a:pt x="251962" y="106084"/>
                    <a:pt x="241024" y="113191"/>
                  </a:cubicBezTo>
                  <a:cubicBezTo>
                    <a:pt x="230089" y="119754"/>
                    <a:pt x="221887" y="129049"/>
                    <a:pt x="216419" y="140534"/>
                  </a:cubicBezTo>
                  <a:cubicBezTo>
                    <a:pt x="210403" y="152015"/>
                    <a:pt x="207670" y="164045"/>
                    <a:pt x="207670" y="177715"/>
                  </a:cubicBezTo>
                  <a:cubicBezTo>
                    <a:pt x="207670" y="190839"/>
                    <a:pt x="210403" y="203416"/>
                    <a:pt x="216419" y="214900"/>
                  </a:cubicBezTo>
                  <a:cubicBezTo>
                    <a:pt x="222433" y="226381"/>
                    <a:pt x="230636" y="235676"/>
                    <a:pt x="241024" y="242240"/>
                  </a:cubicBezTo>
                  <a:cubicBezTo>
                    <a:pt x="251962" y="248800"/>
                    <a:pt x="264539" y="252628"/>
                    <a:pt x="278755" y="252628"/>
                  </a:cubicBezTo>
                  <a:cubicBezTo>
                    <a:pt x="292425" y="252628"/>
                    <a:pt x="304455" y="249349"/>
                    <a:pt x="314297" y="242240"/>
                  </a:cubicBezTo>
                  <a:cubicBezTo>
                    <a:pt x="323593" y="235676"/>
                    <a:pt x="330702" y="226927"/>
                    <a:pt x="335077" y="216539"/>
                  </a:cubicBezTo>
                  <a:cubicBezTo>
                    <a:pt x="335623" y="215446"/>
                    <a:pt x="336716" y="214900"/>
                    <a:pt x="337809" y="214900"/>
                  </a:cubicBezTo>
                  <a:lnTo>
                    <a:pt x="363510" y="214900"/>
                  </a:lnTo>
                  <a:cubicBezTo>
                    <a:pt x="365698" y="214900"/>
                    <a:pt x="367338" y="217086"/>
                    <a:pt x="366245" y="218728"/>
                  </a:cubicBezTo>
                  <a:cubicBezTo>
                    <a:pt x="360231" y="236226"/>
                    <a:pt x="349293" y="250442"/>
                    <a:pt x="334530" y="261377"/>
                  </a:cubicBezTo>
                  <a:cubicBezTo>
                    <a:pt x="318125" y="273407"/>
                    <a:pt x="298439" y="279421"/>
                    <a:pt x="274927" y="279421"/>
                  </a:cubicBezTo>
                  <a:cubicBezTo>
                    <a:pt x="255243" y="279421"/>
                    <a:pt x="238292" y="275047"/>
                    <a:pt x="223526" y="265751"/>
                  </a:cubicBezTo>
                  <a:cubicBezTo>
                    <a:pt x="209310" y="256456"/>
                    <a:pt x="197826" y="244425"/>
                    <a:pt x="190172" y="229116"/>
                  </a:cubicBezTo>
                  <a:cubicBezTo>
                    <a:pt x="181970" y="213804"/>
                    <a:pt x="178142" y="196855"/>
                    <a:pt x="178142" y="177715"/>
                  </a:cubicBezTo>
                  <a:cubicBezTo>
                    <a:pt x="178142" y="158578"/>
                    <a:pt x="181970" y="141626"/>
                    <a:pt x="190172" y="126314"/>
                  </a:cubicBezTo>
                  <a:cubicBezTo>
                    <a:pt x="198375" y="111005"/>
                    <a:pt x="209310" y="98975"/>
                    <a:pt x="223526" y="89679"/>
                  </a:cubicBezTo>
                  <a:cubicBezTo>
                    <a:pt x="237745" y="80384"/>
                    <a:pt x="255243" y="76009"/>
                    <a:pt x="274927" y="76009"/>
                  </a:cubicBezTo>
                  <a:close/>
                  <a:moveTo>
                    <a:pt x="993434" y="0"/>
                  </a:moveTo>
                  <a:lnTo>
                    <a:pt x="1016946" y="0"/>
                  </a:lnTo>
                  <a:cubicBezTo>
                    <a:pt x="1018585" y="0"/>
                    <a:pt x="1020228" y="1093"/>
                    <a:pt x="1020228" y="3281"/>
                  </a:cubicBezTo>
                  <a:lnTo>
                    <a:pt x="1020228" y="272310"/>
                  </a:lnTo>
                  <a:cubicBezTo>
                    <a:pt x="1020228" y="273950"/>
                    <a:pt x="1019135" y="275592"/>
                    <a:pt x="1016946" y="275592"/>
                  </a:cubicBezTo>
                  <a:lnTo>
                    <a:pt x="993434" y="275592"/>
                  </a:lnTo>
                  <a:cubicBezTo>
                    <a:pt x="991792" y="275592"/>
                    <a:pt x="990153" y="274499"/>
                    <a:pt x="990153" y="272310"/>
                  </a:cubicBezTo>
                  <a:lnTo>
                    <a:pt x="990153" y="252627"/>
                  </a:lnTo>
                  <a:cubicBezTo>
                    <a:pt x="990153" y="249892"/>
                    <a:pt x="986871" y="248799"/>
                    <a:pt x="984685" y="250438"/>
                  </a:cubicBezTo>
                  <a:cubicBezTo>
                    <a:pt x="978122" y="258094"/>
                    <a:pt x="970466" y="264108"/>
                    <a:pt x="961717" y="269029"/>
                  </a:cubicBezTo>
                  <a:cubicBezTo>
                    <a:pt x="949690" y="276138"/>
                    <a:pt x="936020" y="279420"/>
                    <a:pt x="919615" y="279420"/>
                  </a:cubicBezTo>
                  <a:cubicBezTo>
                    <a:pt x="900475" y="279420"/>
                    <a:pt x="883526" y="275045"/>
                    <a:pt x="869307" y="265750"/>
                  </a:cubicBezTo>
                  <a:cubicBezTo>
                    <a:pt x="855091" y="256452"/>
                    <a:pt x="844156" y="244424"/>
                    <a:pt x="835953" y="229112"/>
                  </a:cubicBezTo>
                  <a:cubicBezTo>
                    <a:pt x="828297" y="213803"/>
                    <a:pt x="823923" y="196851"/>
                    <a:pt x="823923" y="177714"/>
                  </a:cubicBezTo>
                  <a:cubicBezTo>
                    <a:pt x="823923" y="158574"/>
                    <a:pt x="827751" y="141623"/>
                    <a:pt x="835953" y="126313"/>
                  </a:cubicBezTo>
                  <a:cubicBezTo>
                    <a:pt x="843607" y="111001"/>
                    <a:pt x="855091" y="98974"/>
                    <a:pt x="869307" y="89676"/>
                  </a:cubicBezTo>
                  <a:cubicBezTo>
                    <a:pt x="883526" y="80380"/>
                    <a:pt x="900475" y="76005"/>
                    <a:pt x="919615" y="76005"/>
                  </a:cubicBezTo>
                  <a:cubicBezTo>
                    <a:pt x="936020" y="76005"/>
                    <a:pt x="949690" y="79287"/>
                    <a:pt x="961717" y="85301"/>
                  </a:cubicBezTo>
                  <a:cubicBezTo>
                    <a:pt x="970466" y="90225"/>
                    <a:pt x="978669" y="96239"/>
                    <a:pt x="984685" y="103895"/>
                  </a:cubicBezTo>
                  <a:cubicBezTo>
                    <a:pt x="986325" y="106081"/>
                    <a:pt x="990153" y="104988"/>
                    <a:pt x="990153" y="101706"/>
                  </a:cubicBezTo>
                  <a:lnTo>
                    <a:pt x="990153" y="3281"/>
                  </a:lnTo>
                  <a:cubicBezTo>
                    <a:pt x="990153" y="1639"/>
                    <a:pt x="991246" y="0"/>
                    <a:pt x="993434" y="0"/>
                  </a:cubicBezTo>
                  <a:close/>
                </a:path>
              </a:pathLst>
            </a:custGeom>
            <a:grpFill/>
            <a:ln w="2028" cap="flat">
              <a:noFill/>
              <a:prstDash val="solid"/>
              <a:miter/>
            </a:ln>
          </p:spPr>
          <p:txBody>
            <a:bodyPr rtlCol="0" anchor="ctr"/>
            <a:lstStyle/>
            <a:p>
              <a:endParaRPr lang="en-IN"/>
            </a:p>
          </p:txBody>
        </p:sp>
        <p:grpSp>
          <p:nvGrpSpPr>
            <p:cNvPr id="5" name="Group 4">
              <a:extLst>
                <a:ext uri="{FF2B5EF4-FFF2-40B4-BE49-F238E27FC236}">
                  <a16:creationId xmlns:a16="http://schemas.microsoft.com/office/drawing/2014/main" id="{D0361433-131A-89A5-8C00-3DD3E9389E87}"/>
                </a:ext>
              </a:extLst>
            </p:cNvPr>
            <p:cNvGrpSpPr/>
            <p:nvPr userDrawn="1"/>
          </p:nvGrpSpPr>
          <p:grpSpPr>
            <a:xfrm>
              <a:off x="559496" y="6073205"/>
              <a:ext cx="488724" cy="393700"/>
              <a:chOff x="904620" y="6320655"/>
              <a:chExt cx="181548" cy="146249"/>
            </a:xfrm>
            <a:grpFill/>
          </p:grpSpPr>
          <p:sp>
            <p:nvSpPr>
              <p:cNvPr id="6" name="Freeform: Shape 5">
                <a:extLst>
                  <a:ext uri="{FF2B5EF4-FFF2-40B4-BE49-F238E27FC236}">
                    <a16:creationId xmlns:a16="http://schemas.microsoft.com/office/drawing/2014/main" id="{27306B3F-E8B1-D401-AFEC-D245D0C41137}"/>
                  </a:ext>
                </a:extLst>
              </p:cNvPr>
              <p:cNvSpPr/>
              <p:nvPr/>
            </p:nvSpPr>
            <p:spPr>
              <a:xfrm>
                <a:off x="904620" y="6320655"/>
                <a:ext cx="181548" cy="146249"/>
              </a:xfrm>
              <a:custGeom>
                <a:avLst/>
                <a:gdLst>
                  <a:gd name="connsiteX0" fmla="*/ 174078 w 181548"/>
                  <a:gd name="connsiteY0" fmla="*/ 117609 h 146249"/>
                  <a:gd name="connsiteX1" fmla="*/ 169406 w 181548"/>
                  <a:gd name="connsiteY1" fmla="*/ 116594 h 146249"/>
                  <a:gd name="connsiteX2" fmla="*/ 140156 w 181548"/>
                  <a:gd name="connsiteY2" fmla="*/ 126750 h 146249"/>
                  <a:gd name="connsiteX3" fmla="*/ 140156 w 181548"/>
                  <a:gd name="connsiteY3" fmla="*/ 126750 h 146249"/>
                  <a:gd name="connsiteX4" fmla="*/ 138734 w 181548"/>
                  <a:gd name="connsiteY4" fmla="*/ 126750 h 146249"/>
                  <a:gd name="connsiteX5" fmla="*/ 137922 w 181548"/>
                  <a:gd name="connsiteY5" fmla="*/ 126750 h 146249"/>
                  <a:gd name="connsiteX6" fmla="*/ 84500 w 181548"/>
                  <a:gd name="connsiteY6" fmla="*/ 73328 h 146249"/>
                  <a:gd name="connsiteX7" fmla="*/ 137922 w 181548"/>
                  <a:gd name="connsiteY7" fmla="*/ 19906 h 146249"/>
                  <a:gd name="connsiteX8" fmla="*/ 138734 w 181548"/>
                  <a:gd name="connsiteY8" fmla="*/ 19906 h 146249"/>
                  <a:gd name="connsiteX9" fmla="*/ 140156 w 181548"/>
                  <a:gd name="connsiteY9" fmla="*/ 19906 h 146249"/>
                  <a:gd name="connsiteX10" fmla="*/ 140359 w 181548"/>
                  <a:gd name="connsiteY10" fmla="*/ 19906 h 146249"/>
                  <a:gd name="connsiteX11" fmla="*/ 169406 w 181548"/>
                  <a:gd name="connsiteY11" fmla="*/ 30062 h 146249"/>
                  <a:gd name="connsiteX12" fmla="*/ 174078 w 181548"/>
                  <a:gd name="connsiteY12" fmla="*/ 29047 h 146249"/>
                  <a:gd name="connsiteX13" fmla="*/ 180984 w 181548"/>
                  <a:gd name="connsiteY13" fmla="*/ 17266 h 146249"/>
                  <a:gd name="connsiteX14" fmla="*/ 180172 w 181548"/>
                  <a:gd name="connsiteY14" fmla="*/ 13000 h 146249"/>
                  <a:gd name="connsiteX15" fmla="*/ 138734 w 181548"/>
                  <a:gd name="connsiteY15" fmla="*/ 0 h 146249"/>
                  <a:gd name="connsiteX16" fmla="*/ 138734 w 181548"/>
                  <a:gd name="connsiteY16" fmla="*/ 0 h 146249"/>
                  <a:gd name="connsiteX17" fmla="*/ 138734 w 181548"/>
                  <a:gd name="connsiteY17" fmla="*/ 0 h 146249"/>
                  <a:gd name="connsiteX18" fmla="*/ 95265 w 181548"/>
                  <a:gd name="connsiteY18" fmla="*/ 14422 h 146249"/>
                  <a:gd name="connsiteX19" fmla="*/ 94453 w 181548"/>
                  <a:gd name="connsiteY19" fmla="*/ 15031 h 146249"/>
                  <a:gd name="connsiteX20" fmla="*/ 61953 w 181548"/>
                  <a:gd name="connsiteY20" fmla="*/ 57078 h 146249"/>
                  <a:gd name="connsiteX21" fmla="*/ 58703 w 181548"/>
                  <a:gd name="connsiteY21" fmla="*/ 57281 h 146249"/>
                  <a:gd name="connsiteX22" fmla="*/ 25187 w 181548"/>
                  <a:gd name="connsiteY22" fmla="*/ 4469 h 146249"/>
                  <a:gd name="connsiteX23" fmla="*/ 22953 w 181548"/>
                  <a:gd name="connsiteY23" fmla="*/ 3250 h 146249"/>
                  <a:gd name="connsiteX24" fmla="*/ 2641 w 181548"/>
                  <a:gd name="connsiteY24" fmla="*/ 3250 h 146249"/>
                  <a:gd name="connsiteX25" fmla="*/ 0 w 181548"/>
                  <a:gd name="connsiteY25" fmla="*/ 6094 h 146249"/>
                  <a:gd name="connsiteX26" fmla="*/ 406 w 181548"/>
                  <a:gd name="connsiteY26" fmla="*/ 7516 h 146249"/>
                  <a:gd name="connsiteX27" fmla="*/ 44281 w 181548"/>
                  <a:gd name="connsiteY27" fmla="*/ 72109 h 146249"/>
                  <a:gd name="connsiteX28" fmla="*/ 44687 w 181548"/>
                  <a:gd name="connsiteY28" fmla="*/ 73125 h 146249"/>
                  <a:gd name="connsiteX29" fmla="*/ 44281 w 181548"/>
                  <a:gd name="connsiteY29" fmla="*/ 74141 h 146249"/>
                  <a:gd name="connsiteX30" fmla="*/ 406 w 181548"/>
                  <a:gd name="connsiteY30" fmla="*/ 138734 h 146249"/>
                  <a:gd name="connsiteX31" fmla="*/ 0 w 181548"/>
                  <a:gd name="connsiteY31" fmla="*/ 140156 h 146249"/>
                  <a:gd name="connsiteX32" fmla="*/ 2641 w 181548"/>
                  <a:gd name="connsiteY32" fmla="*/ 143000 h 146249"/>
                  <a:gd name="connsiteX33" fmla="*/ 22953 w 181548"/>
                  <a:gd name="connsiteY33" fmla="*/ 143000 h 146249"/>
                  <a:gd name="connsiteX34" fmla="*/ 25187 w 181548"/>
                  <a:gd name="connsiteY34" fmla="*/ 141781 h 146249"/>
                  <a:gd name="connsiteX35" fmla="*/ 58703 w 181548"/>
                  <a:gd name="connsiteY35" fmla="*/ 88969 h 146249"/>
                  <a:gd name="connsiteX36" fmla="*/ 61953 w 181548"/>
                  <a:gd name="connsiteY36" fmla="*/ 89172 h 146249"/>
                  <a:gd name="connsiteX37" fmla="*/ 94453 w 181548"/>
                  <a:gd name="connsiteY37" fmla="*/ 131219 h 146249"/>
                  <a:gd name="connsiteX38" fmla="*/ 95265 w 181548"/>
                  <a:gd name="connsiteY38" fmla="*/ 131828 h 146249"/>
                  <a:gd name="connsiteX39" fmla="*/ 138734 w 181548"/>
                  <a:gd name="connsiteY39" fmla="*/ 146250 h 146249"/>
                  <a:gd name="connsiteX40" fmla="*/ 138734 w 181548"/>
                  <a:gd name="connsiteY40" fmla="*/ 146250 h 146249"/>
                  <a:gd name="connsiteX41" fmla="*/ 138734 w 181548"/>
                  <a:gd name="connsiteY41" fmla="*/ 146250 h 146249"/>
                  <a:gd name="connsiteX42" fmla="*/ 180172 w 181548"/>
                  <a:gd name="connsiteY42" fmla="*/ 133250 h 146249"/>
                  <a:gd name="connsiteX43" fmla="*/ 180984 w 181548"/>
                  <a:gd name="connsiteY43" fmla="*/ 128984 h 146249"/>
                  <a:gd name="connsiteX44" fmla="*/ 174078 w 181548"/>
                  <a:gd name="connsiteY44" fmla="*/ 117609 h 146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81548" h="146249">
                    <a:moveTo>
                      <a:pt x="174078" y="117609"/>
                    </a:moveTo>
                    <a:cubicBezTo>
                      <a:pt x="173062" y="115984"/>
                      <a:pt x="170828" y="115578"/>
                      <a:pt x="169406" y="116594"/>
                    </a:cubicBezTo>
                    <a:cubicBezTo>
                      <a:pt x="161078" y="122687"/>
                      <a:pt x="151125" y="126344"/>
                      <a:pt x="140156" y="126750"/>
                    </a:cubicBezTo>
                    <a:cubicBezTo>
                      <a:pt x="140156" y="126750"/>
                      <a:pt x="140156" y="126750"/>
                      <a:pt x="140156" y="126750"/>
                    </a:cubicBezTo>
                    <a:cubicBezTo>
                      <a:pt x="139750" y="126750"/>
                      <a:pt x="139140" y="126750"/>
                      <a:pt x="138734" y="126750"/>
                    </a:cubicBezTo>
                    <a:cubicBezTo>
                      <a:pt x="138531" y="126750"/>
                      <a:pt x="138125" y="126750"/>
                      <a:pt x="137922" y="126750"/>
                    </a:cubicBezTo>
                    <a:cubicBezTo>
                      <a:pt x="108469" y="126750"/>
                      <a:pt x="84500" y="102781"/>
                      <a:pt x="84500" y="73328"/>
                    </a:cubicBezTo>
                    <a:cubicBezTo>
                      <a:pt x="84500" y="43875"/>
                      <a:pt x="108469" y="19906"/>
                      <a:pt x="137922" y="19906"/>
                    </a:cubicBezTo>
                    <a:cubicBezTo>
                      <a:pt x="138125" y="19906"/>
                      <a:pt x="138531" y="19906"/>
                      <a:pt x="138734" y="19906"/>
                    </a:cubicBezTo>
                    <a:cubicBezTo>
                      <a:pt x="139140" y="19906"/>
                      <a:pt x="139750" y="19906"/>
                      <a:pt x="140156" y="19906"/>
                    </a:cubicBezTo>
                    <a:cubicBezTo>
                      <a:pt x="140156" y="19906"/>
                      <a:pt x="140156" y="19906"/>
                      <a:pt x="140359" y="19906"/>
                    </a:cubicBezTo>
                    <a:cubicBezTo>
                      <a:pt x="151125" y="20312"/>
                      <a:pt x="161281" y="24172"/>
                      <a:pt x="169406" y="30062"/>
                    </a:cubicBezTo>
                    <a:cubicBezTo>
                      <a:pt x="171031" y="31281"/>
                      <a:pt x="173062" y="30875"/>
                      <a:pt x="174078" y="29047"/>
                    </a:cubicBezTo>
                    <a:lnTo>
                      <a:pt x="180984" y="17266"/>
                    </a:lnTo>
                    <a:cubicBezTo>
                      <a:pt x="181797" y="15844"/>
                      <a:pt x="181390" y="14016"/>
                      <a:pt x="180172" y="13000"/>
                    </a:cubicBezTo>
                    <a:cubicBezTo>
                      <a:pt x="174484" y="9141"/>
                      <a:pt x="159453" y="0"/>
                      <a:pt x="138734" y="0"/>
                    </a:cubicBezTo>
                    <a:cubicBezTo>
                      <a:pt x="138734" y="0"/>
                      <a:pt x="138734" y="0"/>
                      <a:pt x="138734" y="0"/>
                    </a:cubicBezTo>
                    <a:cubicBezTo>
                      <a:pt x="138734" y="0"/>
                      <a:pt x="138734" y="0"/>
                      <a:pt x="138734" y="0"/>
                    </a:cubicBezTo>
                    <a:cubicBezTo>
                      <a:pt x="112328" y="0"/>
                      <a:pt x="95265" y="14422"/>
                      <a:pt x="95265" y="14422"/>
                    </a:cubicBezTo>
                    <a:cubicBezTo>
                      <a:pt x="95265" y="14422"/>
                      <a:pt x="95062" y="14625"/>
                      <a:pt x="94453" y="15031"/>
                    </a:cubicBezTo>
                    <a:cubicBezTo>
                      <a:pt x="91000" y="17469"/>
                      <a:pt x="76781" y="29250"/>
                      <a:pt x="61953" y="57078"/>
                    </a:cubicBezTo>
                    <a:cubicBezTo>
                      <a:pt x="61141" y="58297"/>
                      <a:pt x="59516" y="58297"/>
                      <a:pt x="58703" y="57281"/>
                    </a:cubicBezTo>
                    <a:lnTo>
                      <a:pt x="25187" y="4469"/>
                    </a:lnTo>
                    <a:cubicBezTo>
                      <a:pt x="24781" y="3656"/>
                      <a:pt x="23969" y="3250"/>
                      <a:pt x="22953" y="3250"/>
                    </a:cubicBezTo>
                    <a:lnTo>
                      <a:pt x="2641" y="3250"/>
                    </a:lnTo>
                    <a:cubicBezTo>
                      <a:pt x="1016" y="3250"/>
                      <a:pt x="0" y="4672"/>
                      <a:pt x="0" y="6094"/>
                    </a:cubicBezTo>
                    <a:cubicBezTo>
                      <a:pt x="0" y="6500"/>
                      <a:pt x="203" y="7109"/>
                      <a:pt x="406" y="7516"/>
                    </a:cubicBezTo>
                    <a:lnTo>
                      <a:pt x="44281" y="72109"/>
                    </a:lnTo>
                    <a:cubicBezTo>
                      <a:pt x="44484" y="72516"/>
                      <a:pt x="44687" y="72719"/>
                      <a:pt x="44687" y="73125"/>
                    </a:cubicBezTo>
                    <a:cubicBezTo>
                      <a:pt x="44687" y="73531"/>
                      <a:pt x="44484" y="73937"/>
                      <a:pt x="44281" y="74141"/>
                    </a:cubicBezTo>
                    <a:lnTo>
                      <a:pt x="406" y="138734"/>
                    </a:lnTo>
                    <a:cubicBezTo>
                      <a:pt x="203" y="139140"/>
                      <a:pt x="0" y="139547"/>
                      <a:pt x="0" y="140156"/>
                    </a:cubicBezTo>
                    <a:cubicBezTo>
                      <a:pt x="0" y="141578"/>
                      <a:pt x="1016" y="143000"/>
                      <a:pt x="2641" y="143000"/>
                    </a:cubicBezTo>
                    <a:lnTo>
                      <a:pt x="22953" y="143000"/>
                    </a:lnTo>
                    <a:cubicBezTo>
                      <a:pt x="23766" y="143000"/>
                      <a:pt x="24578" y="142594"/>
                      <a:pt x="25187" y="141781"/>
                    </a:cubicBezTo>
                    <a:lnTo>
                      <a:pt x="58703" y="88969"/>
                    </a:lnTo>
                    <a:cubicBezTo>
                      <a:pt x="59516" y="87750"/>
                      <a:pt x="61344" y="87953"/>
                      <a:pt x="61953" y="89172"/>
                    </a:cubicBezTo>
                    <a:cubicBezTo>
                      <a:pt x="76578" y="117000"/>
                      <a:pt x="91000" y="128781"/>
                      <a:pt x="94453" y="131219"/>
                    </a:cubicBezTo>
                    <a:cubicBezTo>
                      <a:pt x="94859" y="131625"/>
                      <a:pt x="95265" y="131828"/>
                      <a:pt x="95265" y="131828"/>
                    </a:cubicBezTo>
                    <a:cubicBezTo>
                      <a:pt x="95265" y="131828"/>
                      <a:pt x="112328" y="146250"/>
                      <a:pt x="138734" y="146250"/>
                    </a:cubicBezTo>
                    <a:cubicBezTo>
                      <a:pt x="138734" y="146250"/>
                      <a:pt x="138734" y="146250"/>
                      <a:pt x="138734" y="146250"/>
                    </a:cubicBezTo>
                    <a:cubicBezTo>
                      <a:pt x="138734" y="146250"/>
                      <a:pt x="138734" y="146250"/>
                      <a:pt x="138734" y="146250"/>
                    </a:cubicBezTo>
                    <a:cubicBezTo>
                      <a:pt x="159453" y="146250"/>
                      <a:pt x="174687" y="137109"/>
                      <a:pt x="180172" y="133250"/>
                    </a:cubicBezTo>
                    <a:cubicBezTo>
                      <a:pt x="181593" y="132234"/>
                      <a:pt x="182000" y="130406"/>
                      <a:pt x="180984" y="128984"/>
                    </a:cubicBezTo>
                    <a:lnTo>
                      <a:pt x="174078" y="117609"/>
                    </a:lnTo>
                    <a:close/>
                  </a:path>
                </a:pathLst>
              </a:custGeom>
              <a:grpFill/>
              <a:ln w="2028"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C111B21A-E67A-F959-4667-E79348600846}"/>
                  </a:ext>
                </a:extLst>
              </p:cNvPr>
              <p:cNvSpPr/>
              <p:nvPr/>
            </p:nvSpPr>
            <p:spPr>
              <a:xfrm>
                <a:off x="1010245" y="6362499"/>
                <a:ext cx="63781" cy="63781"/>
              </a:xfrm>
              <a:custGeom>
                <a:avLst/>
                <a:gdLst>
                  <a:gd name="connsiteX0" fmla="*/ 63781 w 63781"/>
                  <a:gd name="connsiteY0" fmla="*/ 31891 h 63781"/>
                  <a:gd name="connsiteX1" fmla="*/ 31891 w 63781"/>
                  <a:gd name="connsiteY1" fmla="*/ 63781 h 63781"/>
                  <a:gd name="connsiteX2" fmla="*/ 0 w 63781"/>
                  <a:gd name="connsiteY2" fmla="*/ 31891 h 63781"/>
                  <a:gd name="connsiteX3" fmla="*/ 31891 w 63781"/>
                  <a:gd name="connsiteY3" fmla="*/ 0 h 63781"/>
                  <a:gd name="connsiteX4" fmla="*/ 63781 w 63781"/>
                  <a:gd name="connsiteY4" fmla="*/ 31891 h 637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781" h="63781">
                    <a:moveTo>
                      <a:pt x="63781" y="31891"/>
                    </a:moveTo>
                    <a:cubicBezTo>
                      <a:pt x="63781" y="49503"/>
                      <a:pt x="49503" y="63781"/>
                      <a:pt x="31891" y="63781"/>
                    </a:cubicBezTo>
                    <a:cubicBezTo>
                      <a:pt x="14278" y="63781"/>
                      <a:pt x="0" y="49503"/>
                      <a:pt x="0" y="31891"/>
                    </a:cubicBezTo>
                    <a:cubicBezTo>
                      <a:pt x="0" y="14278"/>
                      <a:pt x="14278" y="0"/>
                      <a:pt x="31891" y="0"/>
                    </a:cubicBezTo>
                    <a:cubicBezTo>
                      <a:pt x="49503" y="0"/>
                      <a:pt x="63781" y="14278"/>
                      <a:pt x="63781" y="31891"/>
                    </a:cubicBezTo>
                    <a:close/>
                  </a:path>
                </a:pathLst>
              </a:custGeom>
              <a:solidFill>
                <a:schemeClr val="accent1"/>
              </a:solidFill>
              <a:ln w="2028"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752849909"/>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07" Type="http://schemas.openxmlformats.org/officeDocument/2006/relationships/theme" Target="../theme/theme1.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78B562-B3CE-1AA8-4499-3F27E61AEF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2415CB-FA51-DB7A-6A20-E530CDC4C1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794252D-135F-BCAF-FB1A-8D01DE47EB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Avenir Next LT Pro" panose="020B0504020202020204" pitchFamily="34" charset="77"/>
              </a:defRPr>
            </a:lvl1pPr>
          </a:lstStyle>
          <a:p>
            <a:fld id="{8D6C7483-F446-4505-8CC0-57A9F4525D10}" type="datetimeFigureOut">
              <a:rPr lang="en-IN" smtClean="0"/>
              <a:t>21-05-2025</a:t>
            </a:fld>
            <a:endParaRPr lang="en-IN"/>
          </a:p>
        </p:txBody>
      </p:sp>
      <p:sp>
        <p:nvSpPr>
          <p:cNvPr id="5" name="Footer Placeholder 4">
            <a:extLst>
              <a:ext uri="{FF2B5EF4-FFF2-40B4-BE49-F238E27FC236}">
                <a16:creationId xmlns:a16="http://schemas.microsoft.com/office/drawing/2014/main" id="{FF49F677-1A59-9D1F-A64E-A57F7847CD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Avenir Next LT Pro" panose="020B0504020202020204" pitchFamily="34" charset="77"/>
              </a:defRPr>
            </a:lvl1pPr>
          </a:lstStyle>
          <a:p>
            <a:endParaRPr lang="en-IN"/>
          </a:p>
        </p:txBody>
      </p:sp>
      <p:sp>
        <p:nvSpPr>
          <p:cNvPr id="6" name="Slide Number Placeholder 5">
            <a:extLst>
              <a:ext uri="{FF2B5EF4-FFF2-40B4-BE49-F238E27FC236}">
                <a16:creationId xmlns:a16="http://schemas.microsoft.com/office/drawing/2014/main" id="{ED8D9EC4-14DB-202C-59BB-D74491059E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Avenir Next LT Pro" panose="020B0504020202020204" pitchFamily="34" charset="77"/>
              </a:defRPr>
            </a:lvl1pPr>
          </a:lstStyle>
          <a:p>
            <a:fld id="{8823BAD5-96F2-4958-9D5D-E33E52889E48}" type="slidenum">
              <a:rPr lang="en-IN" smtClean="0"/>
              <a:t>‹#›</a:t>
            </a:fld>
            <a:endParaRPr lang="en-IN"/>
          </a:p>
        </p:txBody>
      </p:sp>
    </p:spTree>
    <p:extLst>
      <p:ext uri="{BB962C8B-B14F-4D97-AF65-F5344CB8AC3E}">
        <p14:creationId xmlns:p14="http://schemas.microsoft.com/office/powerpoint/2010/main" val="5505423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Lst>
  <p:txStyles>
    <p:titleStyle>
      <a:lvl1pPr algn="ctr" defTabSz="914400" rtl="0" eaLnBrk="1" latinLnBrk="0" hangingPunct="1">
        <a:lnSpc>
          <a:spcPct val="90000"/>
        </a:lnSpc>
        <a:spcBef>
          <a:spcPct val="0"/>
        </a:spcBef>
        <a:buNone/>
        <a:defRPr sz="2400" b="1" i="0" kern="1200">
          <a:solidFill>
            <a:schemeClr val="tx1"/>
          </a:solidFill>
          <a:latin typeface="Avenir Next LT Pro" panose="020B0504020202020204" pitchFamily="34" charset="77"/>
          <a:ea typeface="+mj-ea"/>
          <a:cs typeface="+mj-cs"/>
        </a:defRPr>
      </a:lvl1pPr>
    </p:titleStyle>
    <p:bodyStyle>
      <a:lvl1pPr marL="182880" indent="-182880" algn="l" defTabSz="914400" rtl="0" eaLnBrk="1" latinLnBrk="0" hangingPunct="1">
        <a:lnSpc>
          <a:spcPct val="120000"/>
        </a:lnSpc>
        <a:spcBef>
          <a:spcPts val="0"/>
        </a:spcBef>
        <a:buFont typeface="Arial" panose="020B0604020202020204" pitchFamily="34" charset="0"/>
        <a:buChar char="•"/>
        <a:defRPr sz="28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24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20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18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18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slideLayout" Target="../slideLayouts/slideLayout14.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14.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15.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14.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14.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14.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slideLayout" Target="../slideLayouts/slideLayout14.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slideLayout" Target="../slideLayouts/slideLayout24.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slideLayout" Target="../slideLayouts/slideLayout14.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01.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slideLayout" Target="../slideLayouts/slideLayout14.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03.xml"/><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AA2F6B-974E-3895-DE5E-4E512236BC8C}"/>
              </a:ext>
            </a:extLst>
          </p:cNvPr>
          <p:cNvSpPr>
            <a:spLocks noGrp="1"/>
          </p:cNvSpPr>
          <p:nvPr>
            <p:ph type="body" sz="quarter" idx="10"/>
          </p:nvPr>
        </p:nvSpPr>
        <p:spPr>
          <a:xfrm>
            <a:off x="0" y="1981201"/>
            <a:ext cx="5390498" cy="2618942"/>
          </a:xfrm>
        </p:spPr>
        <p:txBody>
          <a:bodyPr/>
          <a:lstStyle/>
          <a:p>
            <a:pPr algn="ctr"/>
            <a:r>
              <a:rPr lang="en-US" dirty="0"/>
              <a:t>Limits </a:t>
            </a:r>
          </a:p>
          <a:p>
            <a:pPr algn="ctr"/>
            <a:r>
              <a:rPr lang="en-US" dirty="0"/>
              <a:t>&amp; </a:t>
            </a:r>
          </a:p>
          <a:p>
            <a:pPr algn="ctr"/>
            <a:r>
              <a:rPr lang="en-US" dirty="0"/>
              <a:t>Deductibles</a:t>
            </a:r>
            <a:endParaRPr lang="en-IN" dirty="0"/>
          </a:p>
        </p:txBody>
      </p:sp>
    </p:spTree>
    <p:extLst>
      <p:ext uri="{BB962C8B-B14F-4D97-AF65-F5344CB8AC3E}">
        <p14:creationId xmlns:p14="http://schemas.microsoft.com/office/powerpoint/2010/main" val="2399864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E4010-8D21-8631-81A1-0FB86949A907}"/>
              </a:ext>
            </a:extLst>
          </p:cNvPr>
          <p:cNvSpPr>
            <a:spLocks noGrp="1"/>
          </p:cNvSpPr>
          <p:nvPr>
            <p:ph type="title"/>
          </p:nvPr>
        </p:nvSpPr>
        <p:spPr/>
        <p:txBody>
          <a:bodyPr/>
          <a:lstStyle/>
          <a:p>
            <a:r>
              <a:rPr lang="en-US" dirty="0"/>
              <a:t>What will we learn?</a:t>
            </a:r>
            <a:endParaRPr lang="en-IN" dirty="0"/>
          </a:p>
        </p:txBody>
      </p:sp>
      <p:pic>
        <p:nvPicPr>
          <p:cNvPr id="4" name="Picture 3" descr="A black and white graph&#10;&#10;Description automatically generated with low confidence">
            <a:extLst>
              <a:ext uri="{FF2B5EF4-FFF2-40B4-BE49-F238E27FC236}">
                <a16:creationId xmlns:a16="http://schemas.microsoft.com/office/drawing/2014/main" id="{F5728A6A-0D74-6625-7924-BB10A6C9E1A7}"/>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0304" y="1729447"/>
            <a:ext cx="4157312" cy="4157312"/>
          </a:xfrm>
          <a:prstGeom prst="rect">
            <a:avLst/>
          </a:prstGeom>
          <a:ln>
            <a:noFill/>
          </a:ln>
        </p:spPr>
      </p:pic>
      <p:sp>
        <p:nvSpPr>
          <p:cNvPr id="5" name="Rectangle: Rounded Corners 4">
            <a:extLst>
              <a:ext uri="{FF2B5EF4-FFF2-40B4-BE49-F238E27FC236}">
                <a16:creationId xmlns:a16="http://schemas.microsoft.com/office/drawing/2014/main" id="{D94AA108-856D-1E85-8AD6-7BE3039DAE45}"/>
              </a:ext>
            </a:extLst>
          </p:cNvPr>
          <p:cNvSpPr/>
          <p:nvPr/>
        </p:nvSpPr>
        <p:spPr>
          <a:xfrm>
            <a:off x="5230796" y="1285591"/>
            <a:ext cx="6591166" cy="4987273"/>
          </a:xfrm>
          <a:prstGeom prst="roundRect">
            <a:avLst>
              <a:gd name="adj" fmla="val 402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5C0053DA-F195-B340-7FC5-9B8665414C6C}"/>
              </a:ext>
            </a:extLst>
          </p:cNvPr>
          <p:cNvSpPr txBox="1"/>
          <p:nvPr/>
        </p:nvSpPr>
        <p:spPr>
          <a:xfrm>
            <a:off x="5329187" y="1784971"/>
            <a:ext cx="6366819" cy="2677656"/>
          </a:xfrm>
          <a:prstGeom prst="rect">
            <a:avLst/>
          </a:prstGeom>
          <a:noFill/>
        </p:spPr>
        <p:txBody>
          <a:bodyPr wrap="square" rtlCol="0">
            <a:spAutoFit/>
          </a:bodyPr>
          <a:lstStyle/>
          <a:p>
            <a:pPr marL="285750" indent="-285750">
              <a:buFont typeface="Arial" panose="020B0604020202020204" pitchFamily="34" charset="0"/>
              <a:buChar char="•"/>
            </a:pPr>
            <a:r>
              <a:rPr lang="en-US" sz="1400" b="1" dirty="0"/>
              <a:t>Insurance Policy Limits Overview</a:t>
            </a:r>
          </a:p>
          <a:p>
            <a:r>
              <a:rPr lang="en-US" sz="1400" b="1" dirty="0"/>
              <a:t>          </a:t>
            </a:r>
            <a:r>
              <a:rPr lang="en-US" sz="1400" dirty="0"/>
              <a:t>a. What are insurance policy limits?</a:t>
            </a:r>
          </a:p>
          <a:p>
            <a:r>
              <a:rPr lang="en-US" sz="1400" dirty="0"/>
              <a:t>          b. Why there are limits</a:t>
            </a:r>
          </a:p>
          <a:p>
            <a:endParaRPr lang="en-US" sz="1400" dirty="0"/>
          </a:p>
          <a:p>
            <a:pPr marL="285750" indent="-285750">
              <a:buFont typeface="Arial" panose="020B0604020202020204" pitchFamily="34" charset="0"/>
              <a:buChar char="•"/>
            </a:pPr>
            <a:r>
              <a:rPr lang="en-US" sz="1400" b="1" dirty="0"/>
              <a:t>Different types of Limits</a:t>
            </a:r>
          </a:p>
          <a:p>
            <a:r>
              <a:rPr lang="en-US" sz="1400" b="1" dirty="0"/>
              <a:t>           </a:t>
            </a:r>
            <a:r>
              <a:rPr lang="en-US" sz="1400" dirty="0"/>
              <a:t>a. Liability Policy Limits: Aggregate Limits &amp; Per Occurrence Limits</a:t>
            </a:r>
          </a:p>
          <a:p>
            <a:r>
              <a:rPr lang="en-US" sz="1400" dirty="0"/>
              <a:t>           b. Liability Policy Limits: Legal Expenses Inside Limits &amp; Outside Limits</a:t>
            </a:r>
          </a:p>
          <a:p>
            <a:r>
              <a:rPr lang="en-US" sz="1400" dirty="0"/>
              <a:t>           </a:t>
            </a:r>
          </a:p>
          <a:p>
            <a:pPr marL="285750" indent="-285750">
              <a:buFont typeface="Arial" panose="020B0604020202020204" pitchFamily="34" charset="0"/>
              <a:buChar char="•"/>
            </a:pPr>
            <a:r>
              <a:rPr lang="en-US" sz="1400" b="1" dirty="0"/>
              <a:t>Deductibles &amp; SIR Overview</a:t>
            </a:r>
          </a:p>
          <a:p>
            <a:r>
              <a:rPr lang="en-US" sz="1400" dirty="0"/>
              <a:t>           a. What are Deductibles</a:t>
            </a:r>
          </a:p>
          <a:p>
            <a:r>
              <a:rPr lang="en-US" sz="1400" dirty="0"/>
              <a:t>           b. What is SIR</a:t>
            </a:r>
          </a:p>
          <a:p>
            <a:r>
              <a:rPr lang="en-US" sz="1400" dirty="0"/>
              <a:t>           c. What is the difference between a Deductible &amp; SIR	</a:t>
            </a:r>
          </a:p>
        </p:txBody>
      </p:sp>
    </p:spTree>
    <p:custDataLst>
      <p:tags r:id="rId1"/>
    </p:custDataLst>
    <p:extLst>
      <p:ext uri="{BB962C8B-B14F-4D97-AF65-F5344CB8AC3E}">
        <p14:creationId xmlns:p14="http://schemas.microsoft.com/office/powerpoint/2010/main" val="3022420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1000"/>
                                        <p:tgtEl>
                                          <p:spTgt spid="8">
                                            <p:txEl>
                                              <p:pRg st="2" end="2"/>
                                            </p:txEl>
                                          </p:spTgt>
                                        </p:tgtEl>
                                      </p:cBhvr>
                                    </p:animEffect>
                                    <p:anim calcmode="lin" valueType="num">
                                      <p:cBhvr>
                                        <p:cTn id="22"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xEl>
                                              <p:pRg st="4" end="4"/>
                                            </p:txEl>
                                          </p:spTgt>
                                        </p:tgtEl>
                                        <p:attrNameLst>
                                          <p:attrName>style.visibility</p:attrName>
                                        </p:attrNameLst>
                                      </p:cBhvr>
                                      <p:to>
                                        <p:strVal val="visible"/>
                                      </p:to>
                                    </p:set>
                                    <p:animEffect transition="in" filter="fade">
                                      <p:cBhvr>
                                        <p:cTn id="28" dur="1000"/>
                                        <p:tgtEl>
                                          <p:spTgt spid="8">
                                            <p:txEl>
                                              <p:pRg st="4" end="4"/>
                                            </p:txEl>
                                          </p:spTgt>
                                        </p:tgtEl>
                                      </p:cBhvr>
                                    </p:animEffect>
                                    <p:anim calcmode="lin" valueType="num">
                                      <p:cBhvr>
                                        <p:cTn id="29"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xEl>
                                              <p:pRg st="5" end="5"/>
                                            </p:txEl>
                                          </p:spTgt>
                                        </p:tgtEl>
                                        <p:attrNameLst>
                                          <p:attrName>style.visibility</p:attrName>
                                        </p:attrNameLst>
                                      </p:cBhvr>
                                      <p:to>
                                        <p:strVal val="visible"/>
                                      </p:to>
                                    </p:set>
                                    <p:animEffect transition="in" filter="fade">
                                      <p:cBhvr>
                                        <p:cTn id="35" dur="1000"/>
                                        <p:tgtEl>
                                          <p:spTgt spid="8">
                                            <p:txEl>
                                              <p:pRg st="5" end="5"/>
                                            </p:txEl>
                                          </p:spTgt>
                                        </p:tgtEl>
                                      </p:cBhvr>
                                    </p:animEffect>
                                    <p:anim calcmode="lin" valueType="num">
                                      <p:cBhvr>
                                        <p:cTn id="36"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xEl>
                                              <p:pRg st="6" end="6"/>
                                            </p:txEl>
                                          </p:spTgt>
                                        </p:tgtEl>
                                        <p:attrNameLst>
                                          <p:attrName>style.visibility</p:attrName>
                                        </p:attrNameLst>
                                      </p:cBhvr>
                                      <p:to>
                                        <p:strVal val="visible"/>
                                      </p:to>
                                    </p:set>
                                    <p:animEffect transition="in" filter="fade">
                                      <p:cBhvr>
                                        <p:cTn id="42" dur="1000"/>
                                        <p:tgtEl>
                                          <p:spTgt spid="8">
                                            <p:txEl>
                                              <p:pRg st="6" end="6"/>
                                            </p:txEl>
                                          </p:spTgt>
                                        </p:tgtEl>
                                      </p:cBhvr>
                                    </p:animEffect>
                                    <p:anim calcmode="lin" valueType="num">
                                      <p:cBhvr>
                                        <p:cTn id="43"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8">
                                            <p:txEl>
                                              <p:pRg st="7" end="7"/>
                                            </p:txEl>
                                          </p:spTgt>
                                        </p:tgtEl>
                                        <p:attrNameLst>
                                          <p:attrName>style.visibility</p:attrName>
                                        </p:attrNameLst>
                                      </p:cBhvr>
                                      <p:to>
                                        <p:strVal val="visible"/>
                                      </p:to>
                                    </p:set>
                                    <p:animEffect transition="in" filter="fade">
                                      <p:cBhvr>
                                        <p:cTn id="49" dur="1000"/>
                                        <p:tgtEl>
                                          <p:spTgt spid="8">
                                            <p:txEl>
                                              <p:pRg st="7" end="7"/>
                                            </p:txEl>
                                          </p:spTgt>
                                        </p:tgtEl>
                                      </p:cBhvr>
                                    </p:animEffect>
                                    <p:anim calcmode="lin" valueType="num">
                                      <p:cBhvr>
                                        <p:cTn id="50"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8">
                                            <p:txEl>
                                              <p:pRg st="8" end="8"/>
                                            </p:txEl>
                                          </p:spTgt>
                                        </p:tgtEl>
                                        <p:attrNameLst>
                                          <p:attrName>style.visibility</p:attrName>
                                        </p:attrNameLst>
                                      </p:cBhvr>
                                      <p:to>
                                        <p:strVal val="visible"/>
                                      </p:to>
                                    </p:set>
                                    <p:animEffect transition="in" filter="fade">
                                      <p:cBhvr>
                                        <p:cTn id="56" dur="1000"/>
                                        <p:tgtEl>
                                          <p:spTgt spid="8">
                                            <p:txEl>
                                              <p:pRg st="8" end="8"/>
                                            </p:txEl>
                                          </p:spTgt>
                                        </p:tgtEl>
                                      </p:cBhvr>
                                    </p:animEffect>
                                    <p:anim calcmode="lin" valueType="num">
                                      <p:cBhvr>
                                        <p:cTn id="57"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8">
                                            <p:txEl>
                                              <p:pRg st="9" end="9"/>
                                            </p:txEl>
                                          </p:spTgt>
                                        </p:tgtEl>
                                        <p:attrNameLst>
                                          <p:attrName>style.visibility</p:attrName>
                                        </p:attrNameLst>
                                      </p:cBhvr>
                                      <p:to>
                                        <p:strVal val="visible"/>
                                      </p:to>
                                    </p:set>
                                    <p:animEffect transition="in" filter="fade">
                                      <p:cBhvr>
                                        <p:cTn id="63" dur="1000"/>
                                        <p:tgtEl>
                                          <p:spTgt spid="8">
                                            <p:txEl>
                                              <p:pRg st="9" end="9"/>
                                            </p:txEl>
                                          </p:spTgt>
                                        </p:tgtEl>
                                      </p:cBhvr>
                                    </p:animEffect>
                                    <p:anim calcmode="lin" valueType="num">
                                      <p:cBhvr>
                                        <p:cTn id="64"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8">
                                            <p:txEl>
                                              <p:pRg st="10" end="10"/>
                                            </p:txEl>
                                          </p:spTgt>
                                        </p:tgtEl>
                                        <p:attrNameLst>
                                          <p:attrName>style.visibility</p:attrName>
                                        </p:attrNameLst>
                                      </p:cBhvr>
                                      <p:to>
                                        <p:strVal val="visible"/>
                                      </p:to>
                                    </p:set>
                                    <p:animEffect transition="in" filter="fade">
                                      <p:cBhvr>
                                        <p:cTn id="70" dur="1000"/>
                                        <p:tgtEl>
                                          <p:spTgt spid="8">
                                            <p:txEl>
                                              <p:pRg st="10" end="10"/>
                                            </p:txEl>
                                          </p:spTgt>
                                        </p:tgtEl>
                                      </p:cBhvr>
                                    </p:animEffect>
                                    <p:anim calcmode="lin" valueType="num">
                                      <p:cBhvr>
                                        <p:cTn id="71"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72" dur="1000" fill="hold"/>
                                        <p:tgtEl>
                                          <p:spTgt spid="8">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8">
                                            <p:txEl>
                                              <p:pRg st="11" end="11"/>
                                            </p:txEl>
                                          </p:spTgt>
                                        </p:tgtEl>
                                        <p:attrNameLst>
                                          <p:attrName>style.visibility</p:attrName>
                                        </p:attrNameLst>
                                      </p:cBhvr>
                                      <p:to>
                                        <p:strVal val="visible"/>
                                      </p:to>
                                    </p:set>
                                    <p:animEffect transition="in" filter="fade">
                                      <p:cBhvr>
                                        <p:cTn id="77" dur="1000"/>
                                        <p:tgtEl>
                                          <p:spTgt spid="8">
                                            <p:txEl>
                                              <p:pRg st="11" end="11"/>
                                            </p:txEl>
                                          </p:spTgt>
                                        </p:tgtEl>
                                      </p:cBhvr>
                                    </p:animEffect>
                                    <p:anim calcmode="lin" valueType="num">
                                      <p:cBhvr>
                                        <p:cTn id="78" dur="1000" fill="hold"/>
                                        <p:tgtEl>
                                          <p:spTgt spid="8">
                                            <p:txEl>
                                              <p:pRg st="11" end="11"/>
                                            </p:txEl>
                                          </p:spTgt>
                                        </p:tgtEl>
                                        <p:attrNameLst>
                                          <p:attrName>ppt_x</p:attrName>
                                        </p:attrNameLst>
                                      </p:cBhvr>
                                      <p:tavLst>
                                        <p:tav tm="0">
                                          <p:val>
                                            <p:strVal val="#ppt_x"/>
                                          </p:val>
                                        </p:tav>
                                        <p:tav tm="100000">
                                          <p:val>
                                            <p:strVal val="#ppt_x"/>
                                          </p:val>
                                        </p:tav>
                                      </p:tavLst>
                                    </p:anim>
                                    <p:anim calcmode="lin" valueType="num">
                                      <p:cBhvr>
                                        <p:cTn id="79" dur="1000" fill="hold"/>
                                        <p:tgtEl>
                                          <p:spTgt spid="8">
                                            <p:txEl>
                                              <p:pRg st="11" end="11"/>
                                            </p:txEl>
                                          </p:spTgt>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5"/>
                                        </p:tgtEl>
                                        <p:attrNameLst>
                                          <p:attrName>style.visibility</p:attrName>
                                        </p:attrNameLst>
                                      </p:cBhvr>
                                      <p:to>
                                        <p:strVal val="visible"/>
                                      </p:to>
                                    </p:set>
                                    <p:animEffect transition="in" filter="fade">
                                      <p:cBhvr>
                                        <p:cTn id="82" dur="1000"/>
                                        <p:tgtEl>
                                          <p:spTgt spid="5"/>
                                        </p:tgtEl>
                                      </p:cBhvr>
                                    </p:animEffect>
                                    <p:anim calcmode="lin" valueType="num">
                                      <p:cBhvr>
                                        <p:cTn id="83" dur="1000" fill="hold"/>
                                        <p:tgtEl>
                                          <p:spTgt spid="5"/>
                                        </p:tgtEl>
                                        <p:attrNameLst>
                                          <p:attrName>ppt_x</p:attrName>
                                        </p:attrNameLst>
                                      </p:cBhvr>
                                      <p:tavLst>
                                        <p:tav tm="0">
                                          <p:val>
                                            <p:strVal val="#ppt_x"/>
                                          </p:val>
                                        </p:tav>
                                        <p:tav tm="100000">
                                          <p:val>
                                            <p:strVal val="#ppt_x"/>
                                          </p:val>
                                        </p:tav>
                                      </p:tavLst>
                                    </p:anim>
                                    <p:anim calcmode="lin" valueType="num">
                                      <p:cBhvr>
                                        <p:cTn id="8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F5CB671-AC8B-D9F6-7A03-F6B6F244C87C}"/>
              </a:ext>
            </a:extLst>
          </p:cNvPr>
          <p:cNvSpPr>
            <a:spLocks noGrp="1"/>
          </p:cNvSpPr>
          <p:nvPr>
            <p:ph type="body" sz="quarter" idx="10"/>
          </p:nvPr>
        </p:nvSpPr>
        <p:spPr/>
        <p:txBody>
          <a:bodyPr/>
          <a:lstStyle/>
          <a:p>
            <a:r>
              <a:rPr lang="en-US" sz="5400" b="1" dirty="0"/>
              <a:t>Insurance Policy Limits Overview</a:t>
            </a:r>
          </a:p>
          <a:p>
            <a:endParaRPr lang="en-IN" dirty="0"/>
          </a:p>
        </p:txBody>
      </p:sp>
    </p:spTree>
    <p:custDataLst>
      <p:tags r:id="rId1"/>
    </p:custDataLst>
    <p:extLst>
      <p:ext uri="{BB962C8B-B14F-4D97-AF65-F5344CB8AC3E}">
        <p14:creationId xmlns:p14="http://schemas.microsoft.com/office/powerpoint/2010/main" val="3063781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62B27-B9F1-AA34-E559-0200352BA898}"/>
              </a:ext>
            </a:extLst>
          </p:cNvPr>
          <p:cNvSpPr>
            <a:spLocks noGrp="1"/>
          </p:cNvSpPr>
          <p:nvPr>
            <p:ph type="title"/>
          </p:nvPr>
        </p:nvSpPr>
        <p:spPr/>
        <p:txBody>
          <a:bodyPr/>
          <a:lstStyle/>
          <a:p>
            <a:r>
              <a:rPr lang="en-US" sz="2400" dirty="0"/>
              <a:t>What are Insurance </a:t>
            </a:r>
            <a:r>
              <a:rPr lang="en-US" dirty="0"/>
              <a:t>P</a:t>
            </a:r>
            <a:r>
              <a:rPr lang="en-US" sz="2400" dirty="0"/>
              <a:t>olicy Limits?</a:t>
            </a:r>
            <a:endParaRPr lang="en-IN" dirty="0"/>
          </a:p>
        </p:txBody>
      </p:sp>
      <p:pic>
        <p:nvPicPr>
          <p:cNvPr id="4" name="Picture 3" descr="A picture containing metalware, coil spring&#10;&#10;Description automatically generated">
            <a:extLst>
              <a:ext uri="{FF2B5EF4-FFF2-40B4-BE49-F238E27FC236}">
                <a16:creationId xmlns:a16="http://schemas.microsoft.com/office/drawing/2014/main" id="{119E2BC4-5A17-F7D9-FC6A-398B7DE01F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809" y="1706102"/>
            <a:ext cx="3445795" cy="3445795"/>
          </a:xfrm>
          <a:prstGeom prst="rect">
            <a:avLst/>
          </a:prstGeom>
        </p:spPr>
      </p:pic>
      <p:sp>
        <p:nvSpPr>
          <p:cNvPr id="5" name="TextBox 4">
            <a:extLst>
              <a:ext uri="{FF2B5EF4-FFF2-40B4-BE49-F238E27FC236}">
                <a16:creationId xmlns:a16="http://schemas.microsoft.com/office/drawing/2014/main" id="{FC71A759-D1D1-040A-A0F2-B94FD9BDC704}"/>
              </a:ext>
            </a:extLst>
          </p:cNvPr>
          <p:cNvSpPr txBox="1"/>
          <p:nvPr/>
        </p:nvSpPr>
        <p:spPr>
          <a:xfrm>
            <a:off x="4106779" y="1604287"/>
            <a:ext cx="7719412" cy="3970318"/>
          </a:xfrm>
          <a:prstGeom prst="rect">
            <a:avLst/>
          </a:prstGeom>
          <a:noFill/>
        </p:spPr>
        <p:txBody>
          <a:bodyPr wrap="square" rtlCol="0">
            <a:spAutoFit/>
          </a:bodyPr>
          <a:lstStyle/>
          <a:p>
            <a:pPr marL="285750" indent="-285750">
              <a:buFont typeface="Arial" panose="020B0604020202020204" pitchFamily="34" charset="0"/>
              <a:buChar char="•"/>
            </a:pPr>
            <a:r>
              <a:rPr lang="en-US" sz="1400" dirty="0"/>
              <a:t>A policy limit refers to the maximum monetary amount that an insurance company will pay out in relation to covered damages or losses under an insurance policy</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It refers to the maximum amount of money for which an insurance company is responsible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Insurance policy limits are contractually agreed upon at the time an insurance policy is created</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IN" sz="1400" dirty="0"/>
              <a:t>An insurance policy may have different types of limits</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US" sz="1400" dirty="0"/>
              <a:t>The amount of coverage an insured need to maintain depends on a variety of factors unique to each type of coverage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An insured may be legally required to carry a minimum policy limit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An insurance agent or broker can help an insured to decide the appropriate limits they need to maintain</a:t>
            </a:r>
            <a:endParaRPr lang="en-IN" sz="1400" dirty="0"/>
          </a:p>
        </p:txBody>
      </p:sp>
      <p:sp>
        <p:nvSpPr>
          <p:cNvPr id="6" name="Rectangle: Rounded Corners 5">
            <a:extLst>
              <a:ext uri="{FF2B5EF4-FFF2-40B4-BE49-F238E27FC236}">
                <a16:creationId xmlns:a16="http://schemas.microsoft.com/office/drawing/2014/main" id="{D7AD67D6-402A-DCA0-5EFC-36D95C9DCDF7}"/>
              </a:ext>
            </a:extLst>
          </p:cNvPr>
          <p:cNvSpPr/>
          <p:nvPr/>
        </p:nvSpPr>
        <p:spPr>
          <a:xfrm>
            <a:off x="972152" y="5861785"/>
            <a:ext cx="10424160" cy="577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“Higher the limits, higher the premiums”</a:t>
            </a:r>
            <a:endParaRPr lang="en-IN" b="1" dirty="0"/>
          </a:p>
        </p:txBody>
      </p:sp>
    </p:spTree>
    <p:custDataLst>
      <p:tags r:id="rId1"/>
    </p:custDataLst>
    <p:extLst>
      <p:ext uri="{BB962C8B-B14F-4D97-AF65-F5344CB8AC3E}">
        <p14:creationId xmlns:p14="http://schemas.microsoft.com/office/powerpoint/2010/main" val="1076565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Effect transition="in" filter="fade">
                                      <p:cBhvr>
                                        <p:cTn id="14" dur="1000"/>
                                        <p:tgtEl>
                                          <p:spTgt spid="5">
                                            <p:txEl>
                                              <p:pRg st="2" end="2"/>
                                            </p:txEl>
                                          </p:spTgt>
                                        </p:tgtEl>
                                      </p:cBhvr>
                                    </p:animEffect>
                                    <p:anim calcmode="lin" valueType="num">
                                      <p:cBhvr>
                                        <p:cTn id="1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1000"/>
                                        <p:tgtEl>
                                          <p:spTgt spid="5">
                                            <p:txEl>
                                              <p:pRg st="4" end="4"/>
                                            </p:txEl>
                                          </p:spTgt>
                                        </p:tgtEl>
                                      </p:cBhvr>
                                    </p:animEffect>
                                    <p:anim calcmode="lin" valueType="num">
                                      <p:cBhvr>
                                        <p:cTn id="22"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animEffect transition="in" filter="fade">
                                      <p:cBhvr>
                                        <p:cTn id="28" dur="1000"/>
                                        <p:tgtEl>
                                          <p:spTgt spid="5">
                                            <p:txEl>
                                              <p:pRg st="6" end="6"/>
                                            </p:txEl>
                                          </p:spTgt>
                                        </p:tgtEl>
                                      </p:cBhvr>
                                    </p:animEffect>
                                    <p:anim calcmode="lin" valueType="num">
                                      <p:cBhvr>
                                        <p:cTn id="29"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fade">
                                      <p:cBhvr>
                                        <p:cTn id="35" dur="1000"/>
                                        <p:tgtEl>
                                          <p:spTgt spid="5">
                                            <p:txEl>
                                              <p:pRg st="8" end="8"/>
                                            </p:txEl>
                                          </p:spTgt>
                                        </p:tgtEl>
                                      </p:cBhvr>
                                    </p:animEffect>
                                    <p:anim calcmode="lin" valueType="num">
                                      <p:cBhvr>
                                        <p:cTn id="36"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
                                            <p:txEl>
                                              <p:pRg st="10" end="10"/>
                                            </p:txEl>
                                          </p:spTgt>
                                        </p:tgtEl>
                                        <p:attrNameLst>
                                          <p:attrName>style.visibility</p:attrName>
                                        </p:attrNameLst>
                                      </p:cBhvr>
                                      <p:to>
                                        <p:strVal val="visible"/>
                                      </p:to>
                                    </p:set>
                                    <p:animEffect transition="in" filter="fade">
                                      <p:cBhvr>
                                        <p:cTn id="42" dur="1000"/>
                                        <p:tgtEl>
                                          <p:spTgt spid="5">
                                            <p:txEl>
                                              <p:pRg st="10" end="10"/>
                                            </p:txEl>
                                          </p:spTgt>
                                        </p:tgtEl>
                                      </p:cBhvr>
                                    </p:animEffect>
                                    <p:anim calcmode="lin" valueType="num">
                                      <p:cBhvr>
                                        <p:cTn id="43" dur="1000" fill="hold"/>
                                        <p:tgtEl>
                                          <p:spTgt spid="5">
                                            <p:txEl>
                                              <p:pRg st="10" end="10"/>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
                                            <p:txEl>
                                              <p:pRg st="12" end="12"/>
                                            </p:txEl>
                                          </p:spTgt>
                                        </p:tgtEl>
                                        <p:attrNameLst>
                                          <p:attrName>style.visibility</p:attrName>
                                        </p:attrNameLst>
                                      </p:cBhvr>
                                      <p:to>
                                        <p:strVal val="visible"/>
                                      </p:to>
                                    </p:set>
                                    <p:animEffect transition="in" filter="fade">
                                      <p:cBhvr>
                                        <p:cTn id="49" dur="1000"/>
                                        <p:tgtEl>
                                          <p:spTgt spid="5">
                                            <p:txEl>
                                              <p:pRg st="12" end="12"/>
                                            </p:txEl>
                                          </p:spTgt>
                                        </p:tgtEl>
                                      </p:cBhvr>
                                    </p:animEffect>
                                    <p:anim calcmode="lin" valueType="num">
                                      <p:cBhvr>
                                        <p:cTn id="50" dur="1000" fill="hold"/>
                                        <p:tgtEl>
                                          <p:spTgt spid="5">
                                            <p:txEl>
                                              <p:pRg st="12" end="12"/>
                                            </p:txEl>
                                          </p:spTgt>
                                        </p:tgtEl>
                                        <p:attrNameLst>
                                          <p:attrName>ppt_x</p:attrName>
                                        </p:attrNameLst>
                                      </p:cBhvr>
                                      <p:tavLst>
                                        <p:tav tm="0">
                                          <p:val>
                                            <p:strVal val="#ppt_x"/>
                                          </p:val>
                                        </p:tav>
                                        <p:tav tm="100000">
                                          <p:val>
                                            <p:strVal val="#ppt_x"/>
                                          </p:val>
                                        </p:tav>
                                      </p:tavLst>
                                    </p:anim>
                                    <p:anim calcmode="lin" valueType="num">
                                      <p:cBhvr>
                                        <p:cTn id="51" dur="1000" fill="hold"/>
                                        <p:tgtEl>
                                          <p:spTgt spid="5">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6"/>
                                        </p:tgtEl>
                                        <p:attrNameLst>
                                          <p:attrName>style.visibility</p:attrName>
                                        </p:attrNameLst>
                                      </p:cBhvr>
                                      <p:to>
                                        <p:strVal val="visible"/>
                                      </p:to>
                                    </p:set>
                                    <p:anim calcmode="lin" valueType="num">
                                      <p:cBhvr>
                                        <p:cTn id="56" dur="500" fill="hold"/>
                                        <p:tgtEl>
                                          <p:spTgt spid="6"/>
                                        </p:tgtEl>
                                        <p:attrNameLst>
                                          <p:attrName>ppt_w</p:attrName>
                                        </p:attrNameLst>
                                      </p:cBhvr>
                                      <p:tavLst>
                                        <p:tav tm="0">
                                          <p:val>
                                            <p:fltVal val="0"/>
                                          </p:val>
                                        </p:tav>
                                        <p:tav tm="100000">
                                          <p:val>
                                            <p:strVal val="#ppt_w"/>
                                          </p:val>
                                        </p:tav>
                                      </p:tavLst>
                                    </p:anim>
                                    <p:anim calcmode="lin" valueType="num">
                                      <p:cBhvr>
                                        <p:cTn id="57" dur="500" fill="hold"/>
                                        <p:tgtEl>
                                          <p:spTgt spid="6"/>
                                        </p:tgtEl>
                                        <p:attrNameLst>
                                          <p:attrName>ppt_h</p:attrName>
                                        </p:attrNameLst>
                                      </p:cBhvr>
                                      <p:tavLst>
                                        <p:tav tm="0">
                                          <p:val>
                                            <p:fltVal val="0"/>
                                          </p:val>
                                        </p:tav>
                                        <p:tav tm="100000">
                                          <p:val>
                                            <p:strVal val="#ppt_h"/>
                                          </p:val>
                                        </p:tav>
                                      </p:tavLst>
                                    </p:anim>
                                    <p:animEffect transition="in" filter="fade">
                                      <p:cBhvr>
                                        <p:cTn id="5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0B748-4FCE-63A5-AE8E-FBB6914FC78D}"/>
              </a:ext>
            </a:extLst>
          </p:cNvPr>
          <p:cNvSpPr>
            <a:spLocks noGrp="1"/>
          </p:cNvSpPr>
          <p:nvPr>
            <p:ph type="title"/>
          </p:nvPr>
        </p:nvSpPr>
        <p:spPr/>
        <p:txBody>
          <a:bodyPr/>
          <a:lstStyle/>
          <a:p>
            <a:r>
              <a:rPr lang="en-US" dirty="0"/>
              <a:t>Why Insurance Policies have limits </a:t>
            </a:r>
            <a:endParaRPr lang="en-IN" dirty="0"/>
          </a:p>
        </p:txBody>
      </p:sp>
      <p:pic>
        <p:nvPicPr>
          <p:cNvPr id="5" name="Picture 4" descr="A picture containing symbol, logo, white, graphics&#10;&#10;Description automatically generated">
            <a:extLst>
              <a:ext uri="{FF2B5EF4-FFF2-40B4-BE49-F238E27FC236}">
                <a16:creationId xmlns:a16="http://schemas.microsoft.com/office/drawing/2014/main" id="{17FF6964-2D18-D6B6-5C6E-880A9DB3588A}"/>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93031" y="2047774"/>
            <a:ext cx="3745831" cy="3745831"/>
          </a:xfrm>
          <a:prstGeom prst="rect">
            <a:avLst/>
          </a:prstGeom>
        </p:spPr>
      </p:pic>
      <p:sp>
        <p:nvSpPr>
          <p:cNvPr id="6" name="TextBox 5">
            <a:extLst>
              <a:ext uri="{FF2B5EF4-FFF2-40B4-BE49-F238E27FC236}">
                <a16:creationId xmlns:a16="http://schemas.microsoft.com/office/drawing/2014/main" id="{0ED48E7E-EC93-E55E-D30A-FC521C24E834}"/>
              </a:ext>
            </a:extLst>
          </p:cNvPr>
          <p:cNvSpPr txBox="1"/>
          <p:nvPr/>
        </p:nvSpPr>
        <p:spPr>
          <a:xfrm>
            <a:off x="4726004" y="1659285"/>
            <a:ext cx="6930189" cy="3539430"/>
          </a:xfrm>
          <a:prstGeom prst="rect">
            <a:avLst/>
          </a:prstGeom>
          <a:noFill/>
        </p:spPr>
        <p:txBody>
          <a:bodyPr wrap="square" rtlCol="0">
            <a:spAutoFit/>
          </a:bodyPr>
          <a:lstStyle/>
          <a:p>
            <a:pPr marL="285750" indent="-285750">
              <a:buFont typeface="Arial" panose="020B0604020202020204" pitchFamily="34" charset="0"/>
              <a:buChar char="•"/>
            </a:pPr>
            <a:r>
              <a:rPr lang="en-US" sz="1400" dirty="0"/>
              <a:t>One of the characteristics of insurable risks is that the risk that needs to be pooled must be measurable in terms of Amount, Time, Causes of loss &amp; Location</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Insurance companies promise an insured to a indemnify till a specific limit which is defined by an insurance policy limit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Limits are defined for each segment of coverages of P&amp;C insurance, which is further segregates into sub-limits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In case of package policies like Personal/Commercial Auto insurance, Homeowners, CGL policies etc. limits for various segments of coverages whether it is property or liability is defined</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A limit helps insurance company to define the maximum amount they are liable to pay to the insured/claimant in event of a loss</a:t>
            </a:r>
          </a:p>
        </p:txBody>
      </p:sp>
    </p:spTree>
    <p:custDataLst>
      <p:tags r:id="rId1"/>
    </p:custDataLst>
    <p:extLst>
      <p:ext uri="{BB962C8B-B14F-4D97-AF65-F5344CB8AC3E}">
        <p14:creationId xmlns:p14="http://schemas.microsoft.com/office/powerpoint/2010/main" val="2655907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1000"/>
                                        <p:tgtEl>
                                          <p:spTgt spid="6">
                                            <p:txEl>
                                              <p:pRg st="0" end="0"/>
                                            </p:txEl>
                                          </p:spTgt>
                                        </p:tgtEl>
                                      </p:cBhvr>
                                    </p:animEffect>
                                    <p:anim calcmode="lin" valueType="num">
                                      <p:cBhvr>
                                        <p:cTn id="15"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4" end="4"/>
                                            </p:txEl>
                                          </p:spTgt>
                                        </p:tgtEl>
                                        <p:attrNameLst>
                                          <p:attrName>style.visibility</p:attrName>
                                        </p:attrNameLst>
                                      </p:cBhvr>
                                      <p:to>
                                        <p:strVal val="visible"/>
                                      </p:to>
                                    </p:set>
                                    <p:animEffect transition="in" filter="fade">
                                      <p:cBhvr>
                                        <p:cTn id="28" dur="1000"/>
                                        <p:tgtEl>
                                          <p:spTgt spid="6">
                                            <p:txEl>
                                              <p:pRg st="4" end="4"/>
                                            </p:txEl>
                                          </p:spTgt>
                                        </p:tgtEl>
                                      </p:cBhvr>
                                    </p:animEffect>
                                    <p:anim calcmode="lin" valueType="num">
                                      <p:cBhvr>
                                        <p:cTn id="29"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Effect transition="in" filter="fade">
                                      <p:cBhvr>
                                        <p:cTn id="35" dur="1000"/>
                                        <p:tgtEl>
                                          <p:spTgt spid="6">
                                            <p:txEl>
                                              <p:pRg st="6" end="6"/>
                                            </p:txEl>
                                          </p:spTgt>
                                        </p:tgtEl>
                                      </p:cBhvr>
                                    </p:animEffect>
                                    <p:anim calcmode="lin" valueType="num">
                                      <p:cBhvr>
                                        <p:cTn id="36"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xEl>
                                              <p:pRg st="8" end="8"/>
                                            </p:txEl>
                                          </p:spTgt>
                                        </p:tgtEl>
                                        <p:attrNameLst>
                                          <p:attrName>style.visibility</p:attrName>
                                        </p:attrNameLst>
                                      </p:cBhvr>
                                      <p:to>
                                        <p:strVal val="visible"/>
                                      </p:to>
                                    </p:set>
                                    <p:animEffect transition="in" filter="fade">
                                      <p:cBhvr>
                                        <p:cTn id="42" dur="1000"/>
                                        <p:tgtEl>
                                          <p:spTgt spid="6">
                                            <p:txEl>
                                              <p:pRg st="8" end="8"/>
                                            </p:txEl>
                                          </p:spTgt>
                                        </p:tgtEl>
                                      </p:cBhvr>
                                    </p:animEffect>
                                    <p:anim calcmode="lin" valueType="num">
                                      <p:cBhvr>
                                        <p:cTn id="43"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0A0DB62-650E-E319-3852-7B4C262B9A42}"/>
              </a:ext>
            </a:extLst>
          </p:cNvPr>
          <p:cNvSpPr>
            <a:spLocks noGrp="1"/>
          </p:cNvSpPr>
          <p:nvPr>
            <p:ph type="body" sz="quarter" idx="10"/>
          </p:nvPr>
        </p:nvSpPr>
        <p:spPr/>
        <p:txBody>
          <a:bodyPr/>
          <a:lstStyle/>
          <a:p>
            <a:r>
              <a:rPr lang="en-US" sz="5400" b="1" dirty="0"/>
              <a:t>Different types of Limits</a:t>
            </a:r>
          </a:p>
          <a:p>
            <a:endParaRPr lang="en-IN" dirty="0"/>
          </a:p>
        </p:txBody>
      </p:sp>
    </p:spTree>
    <p:custDataLst>
      <p:tags r:id="rId1"/>
    </p:custDataLst>
    <p:extLst>
      <p:ext uri="{BB962C8B-B14F-4D97-AF65-F5344CB8AC3E}">
        <p14:creationId xmlns:p14="http://schemas.microsoft.com/office/powerpoint/2010/main" val="2425504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59014-7000-7C73-5BC2-44F745C69151}"/>
              </a:ext>
            </a:extLst>
          </p:cNvPr>
          <p:cNvSpPr>
            <a:spLocks noGrp="1"/>
          </p:cNvSpPr>
          <p:nvPr>
            <p:ph type="title"/>
          </p:nvPr>
        </p:nvSpPr>
        <p:spPr/>
        <p:txBody>
          <a:bodyPr/>
          <a:lstStyle/>
          <a:p>
            <a:r>
              <a:rPr lang="en-IN" dirty="0"/>
              <a:t>Liability Policy Limits: Aggregate Limits &amp; Per Occurrence Limits</a:t>
            </a:r>
          </a:p>
        </p:txBody>
      </p:sp>
      <p:grpSp>
        <p:nvGrpSpPr>
          <p:cNvPr id="10" name="Group 9">
            <a:extLst>
              <a:ext uri="{FF2B5EF4-FFF2-40B4-BE49-F238E27FC236}">
                <a16:creationId xmlns:a16="http://schemas.microsoft.com/office/drawing/2014/main" id="{13355BBF-993B-B0A6-AFFA-BCE463BBFFC4}"/>
              </a:ext>
            </a:extLst>
          </p:cNvPr>
          <p:cNvGrpSpPr/>
          <p:nvPr/>
        </p:nvGrpSpPr>
        <p:grpSpPr>
          <a:xfrm>
            <a:off x="511413" y="2762452"/>
            <a:ext cx="3760509" cy="2175310"/>
            <a:chOff x="433137" y="3647976"/>
            <a:chExt cx="3760509" cy="2175310"/>
          </a:xfrm>
        </p:grpSpPr>
        <p:pic>
          <p:nvPicPr>
            <p:cNvPr id="4" name="Picture 3" descr="A couple of jars with white labels&#10;&#10;Description automatically generated with low confidence">
              <a:extLst>
                <a:ext uri="{FF2B5EF4-FFF2-40B4-BE49-F238E27FC236}">
                  <a16:creationId xmlns:a16="http://schemas.microsoft.com/office/drawing/2014/main" id="{C8827AE3-D757-77F8-933A-7DCAB70B5B77}"/>
                </a:ext>
              </a:extLst>
            </p:cNvPr>
            <p:cNvPicPr>
              <a:picLocks noChangeAspect="1"/>
            </p:cNvPicPr>
            <p:nvPr/>
          </p:nvPicPr>
          <p:blipFill rotWithShape="1">
            <a:blip r:embed="rId3">
              <a:extLst>
                <a:ext uri="{28A0092B-C50C-407E-A947-70E740481C1C}">
                  <a14:useLocalDpi xmlns:a14="http://schemas.microsoft.com/office/drawing/2010/main" val="0"/>
                </a:ext>
              </a:extLst>
            </a:blip>
            <a:srcRect l="19473" t="23579" r="19723" b="23649"/>
            <a:stretch/>
          </p:blipFill>
          <p:spPr>
            <a:xfrm>
              <a:off x="433137" y="3647976"/>
              <a:ext cx="3760509" cy="2175310"/>
            </a:xfrm>
            <a:prstGeom prst="rect">
              <a:avLst/>
            </a:prstGeom>
          </p:spPr>
        </p:pic>
        <p:sp>
          <p:nvSpPr>
            <p:cNvPr id="8" name="TextBox 7">
              <a:extLst>
                <a:ext uri="{FF2B5EF4-FFF2-40B4-BE49-F238E27FC236}">
                  <a16:creationId xmlns:a16="http://schemas.microsoft.com/office/drawing/2014/main" id="{1BD070A1-7553-220C-7131-80293E72E91B}"/>
                </a:ext>
              </a:extLst>
            </p:cNvPr>
            <p:cNvSpPr txBox="1"/>
            <p:nvPr/>
          </p:nvSpPr>
          <p:spPr>
            <a:xfrm>
              <a:off x="625641" y="4870384"/>
              <a:ext cx="1337911" cy="461665"/>
            </a:xfrm>
            <a:prstGeom prst="rect">
              <a:avLst/>
            </a:prstGeom>
            <a:noFill/>
          </p:spPr>
          <p:txBody>
            <a:bodyPr wrap="square" rtlCol="0">
              <a:spAutoFit/>
            </a:bodyPr>
            <a:lstStyle/>
            <a:p>
              <a:pPr algn="ctr"/>
              <a:r>
                <a:rPr lang="en-US" sz="1200" b="1" dirty="0"/>
                <a:t>Per Occurrence Limit</a:t>
              </a:r>
              <a:endParaRPr lang="en-IN" sz="1200" b="1" dirty="0"/>
            </a:p>
          </p:txBody>
        </p:sp>
        <p:sp>
          <p:nvSpPr>
            <p:cNvPr id="9" name="TextBox 8">
              <a:extLst>
                <a:ext uri="{FF2B5EF4-FFF2-40B4-BE49-F238E27FC236}">
                  <a16:creationId xmlns:a16="http://schemas.microsoft.com/office/drawing/2014/main" id="{F40ECD15-9942-B3EE-EE53-E65A5DDB6EA4}"/>
                </a:ext>
              </a:extLst>
            </p:cNvPr>
            <p:cNvSpPr txBox="1"/>
            <p:nvPr/>
          </p:nvSpPr>
          <p:spPr>
            <a:xfrm>
              <a:off x="2529839" y="4562548"/>
              <a:ext cx="1337911" cy="584775"/>
            </a:xfrm>
            <a:prstGeom prst="rect">
              <a:avLst/>
            </a:prstGeom>
            <a:noFill/>
          </p:spPr>
          <p:txBody>
            <a:bodyPr wrap="square" rtlCol="0">
              <a:spAutoFit/>
            </a:bodyPr>
            <a:lstStyle/>
            <a:p>
              <a:pPr algn="ctr"/>
              <a:r>
                <a:rPr lang="en-US" sz="1600" b="1" dirty="0"/>
                <a:t>Aggregate</a:t>
              </a:r>
            </a:p>
            <a:p>
              <a:pPr algn="ctr"/>
              <a:r>
                <a:rPr lang="en-US" sz="1600" b="1" dirty="0"/>
                <a:t>Limit</a:t>
              </a:r>
              <a:endParaRPr lang="en-IN" sz="1600" b="1" dirty="0"/>
            </a:p>
          </p:txBody>
        </p:sp>
      </p:grpSp>
      <p:sp>
        <p:nvSpPr>
          <p:cNvPr id="11" name="TextBox 10">
            <a:extLst>
              <a:ext uri="{FF2B5EF4-FFF2-40B4-BE49-F238E27FC236}">
                <a16:creationId xmlns:a16="http://schemas.microsoft.com/office/drawing/2014/main" id="{9D628AF3-9D26-B4D4-9A94-B3D713986EF9}"/>
              </a:ext>
            </a:extLst>
          </p:cNvPr>
          <p:cNvSpPr txBox="1"/>
          <p:nvPr/>
        </p:nvSpPr>
        <p:spPr>
          <a:xfrm>
            <a:off x="4677877" y="2230474"/>
            <a:ext cx="7288464" cy="2893100"/>
          </a:xfrm>
          <a:prstGeom prst="rect">
            <a:avLst/>
          </a:prstGeom>
          <a:noFill/>
        </p:spPr>
        <p:txBody>
          <a:bodyPr wrap="square" rtlCol="0">
            <a:spAutoFit/>
          </a:bodyPr>
          <a:lstStyle/>
          <a:p>
            <a:pPr marL="285750" indent="-285750">
              <a:buFont typeface="Arial" panose="020B0604020202020204" pitchFamily="34" charset="0"/>
              <a:buChar char="•"/>
            </a:pPr>
            <a:r>
              <a:rPr lang="en-US" sz="1400" b="1" dirty="0"/>
              <a:t>Per Occurrence Limit : </a:t>
            </a:r>
            <a:r>
              <a:rPr lang="en-US" sz="1400" b="0" i="0" dirty="0">
                <a:solidFill>
                  <a:srgbClr val="2B2A3A"/>
                </a:solidFill>
                <a:effectLst/>
                <a:latin typeface="Open Sans" pitchFamily="2" charset="0"/>
              </a:rPr>
              <a:t>A per-occurrence limit is the maximum amount your insurance company will pay for a single claim</a:t>
            </a:r>
          </a:p>
          <a:p>
            <a:endParaRPr lang="en-US" sz="1400" b="1" dirty="0"/>
          </a:p>
          <a:p>
            <a:pPr marL="285750" indent="-285750">
              <a:buFont typeface="Arial" panose="020B0604020202020204" pitchFamily="34" charset="0"/>
              <a:buChar char="•"/>
            </a:pPr>
            <a:r>
              <a:rPr lang="en-US" sz="1400" dirty="0"/>
              <a:t>A Per-Occurrence limit allows an insured to determine the right amount of insurance that the business needs in order to limit risk</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Per-occurrence limits pay claims for any one incident that happens at the business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They help to provide flexibility in tailoring the right amount of protection for insured’s business’s risk exposures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They help insurers limit their total liabilities and claims expenses so they can remain financially strong</a:t>
            </a:r>
          </a:p>
        </p:txBody>
      </p:sp>
    </p:spTree>
    <p:custDataLst>
      <p:tags r:id="rId1"/>
    </p:custDataLst>
    <p:extLst>
      <p:ext uri="{BB962C8B-B14F-4D97-AF65-F5344CB8AC3E}">
        <p14:creationId xmlns:p14="http://schemas.microsoft.com/office/powerpoint/2010/main" val="729149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xEl>
                                              <p:pRg st="0" end="0"/>
                                            </p:txEl>
                                          </p:spTgt>
                                        </p:tgtEl>
                                        <p:attrNameLst>
                                          <p:attrName>style.visibility</p:attrName>
                                        </p:attrNameLst>
                                      </p:cBhvr>
                                      <p:to>
                                        <p:strVal val="visible"/>
                                      </p:to>
                                    </p:set>
                                    <p:animEffect transition="in" filter="fade">
                                      <p:cBhvr>
                                        <p:cTn id="14" dur="1000"/>
                                        <p:tgtEl>
                                          <p:spTgt spid="11">
                                            <p:txEl>
                                              <p:pRg st="0" end="0"/>
                                            </p:txEl>
                                          </p:spTgt>
                                        </p:tgtEl>
                                      </p:cBhvr>
                                    </p:animEffect>
                                    <p:anim calcmode="lin" valueType="num">
                                      <p:cBhvr>
                                        <p:cTn id="15"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xEl>
                                              <p:pRg st="2" end="2"/>
                                            </p:txEl>
                                          </p:spTgt>
                                        </p:tgtEl>
                                        <p:attrNameLst>
                                          <p:attrName>style.visibility</p:attrName>
                                        </p:attrNameLst>
                                      </p:cBhvr>
                                      <p:to>
                                        <p:strVal val="visible"/>
                                      </p:to>
                                    </p:set>
                                    <p:animEffect transition="in" filter="fade">
                                      <p:cBhvr>
                                        <p:cTn id="21" dur="1000"/>
                                        <p:tgtEl>
                                          <p:spTgt spid="11">
                                            <p:txEl>
                                              <p:pRg st="2" end="2"/>
                                            </p:txEl>
                                          </p:spTgt>
                                        </p:tgtEl>
                                      </p:cBhvr>
                                    </p:animEffect>
                                    <p:anim calcmode="lin" valueType="num">
                                      <p:cBhvr>
                                        <p:cTn id="22"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xEl>
                                              <p:pRg st="4" end="4"/>
                                            </p:txEl>
                                          </p:spTgt>
                                        </p:tgtEl>
                                        <p:attrNameLst>
                                          <p:attrName>style.visibility</p:attrName>
                                        </p:attrNameLst>
                                      </p:cBhvr>
                                      <p:to>
                                        <p:strVal val="visible"/>
                                      </p:to>
                                    </p:set>
                                    <p:animEffect transition="in" filter="fade">
                                      <p:cBhvr>
                                        <p:cTn id="28" dur="1000"/>
                                        <p:tgtEl>
                                          <p:spTgt spid="11">
                                            <p:txEl>
                                              <p:pRg st="4" end="4"/>
                                            </p:txEl>
                                          </p:spTgt>
                                        </p:tgtEl>
                                      </p:cBhvr>
                                    </p:animEffect>
                                    <p:anim calcmode="lin" valueType="num">
                                      <p:cBhvr>
                                        <p:cTn id="29"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1">
                                            <p:txEl>
                                              <p:pRg st="6" end="6"/>
                                            </p:txEl>
                                          </p:spTgt>
                                        </p:tgtEl>
                                        <p:attrNameLst>
                                          <p:attrName>style.visibility</p:attrName>
                                        </p:attrNameLst>
                                      </p:cBhvr>
                                      <p:to>
                                        <p:strVal val="visible"/>
                                      </p:to>
                                    </p:set>
                                    <p:animEffect transition="in" filter="fade">
                                      <p:cBhvr>
                                        <p:cTn id="35" dur="1000"/>
                                        <p:tgtEl>
                                          <p:spTgt spid="11">
                                            <p:txEl>
                                              <p:pRg st="6" end="6"/>
                                            </p:txEl>
                                          </p:spTgt>
                                        </p:tgtEl>
                                      </p:cBhvr>
                                    </p:animEffect>
                                    <p:anim calcmode="lin" valueType="num">
                                      <p:cBhvr>
                                        <p:cTn id="36" dur="100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1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xEl>
                                              <p:pRg st="8" end="8"/>
                                            </p:txEl>
                                          </p:spTgt>
                                        </p:tgtEl>
                                        <p:attrNameLst>
                                          <p:attrName>style.visibility</p:attrName>
                                        </p:attrNameLst>
                                      </p:cBhvr>
                                      <p:to>
                                        <p:strVal val="visible"/>
                                      </p:to>
                                    </p:set>
                                    <p:animEffect transition="in" filter="fade">
                                      <p:cBhvr>
                                        <p:cTn id="42" dur="1000"/>
                                        <p:tgtEl>
                                          <p:spTgt spid="11">
                                            <p:txEl>
                                              <p:pRg st="8" end="8"/>
                                            </p:txEl>
                                          </p:spTgt>
                                        </p:tgtEl>
                                      </p:cBhvr>
                                    </p:animEffect>
                                    <p:anim calcmode="lin" valueType="num">
                                      <p:cBhvr>
                                        <p:cTn id="43" dur="1000" fill="hold"/>
                                        <p:tgtEl>
                                          <p:spTgt spid="11">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11">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B1DA9-961D-6A9C-81DD-BAC4FFF7F41E}"/>
              </a:ext>
            </a:extLst>
          </p:cNvPr>
          <p:cNvSpPr>
            <a:spLocks noGrp="1"/>
          </p:cNvSpPr>
          <p:nvPr>
            <p:ph type="title"/>
          </p:nvPr>
        </p:nvSpPr>
        <p:spPr/>
        <p:txBody>
          <a:bodyPr/>
          <a:lstStyle/>
          <a:p>
            <a:r>
              <a:rPr lang="en-IN" dirty="0"/>
              <a:t>Liability Policy Limits: Aggregate Limits &amp; Per Occurrence Limits</a:t>
            </a:r>
          </a:p>
        </p:txBody>
      </p:sp>
      <p:sp>
        <p:nvSpPr>
          <p:cNvPr id="5" name="TextBox 4">
            <a:extLst>
              <a:ext uri="{FF2B5EF4-FFF2-40B4-BE49-F238E27FC236}">
                <a16:creationId xmlns:a16="http://schemas.microsoft.com/office/drawing/2014/main" id="{B80C93AC-F9F1-8EA5-88FE-00D9C1C182A7}"/>
              </a:ext>
            </a:extLst>
          </p:cNvPr>
          <p:cNvSpPr txBox="1"/>
          <p:nvPr/>
        </p:nvSpPr>
        <p:spPr>
          <a:xfrm>
            <a:off x="4392123" y="1677278"/>
            <a:ext cx="7288464" cy="3754874"/>
          </a:xfrm>
          <a:prstGeom prst="rect">
            <a:avLst/>
          </a:prstGeom>
          <a:noFill/>
        </p:spPr>
        <p:txBody>
          <a:bodyPr wrap="square" rtlCol="0">
            <a:spAutoFit/>
          </a:bodyPr>
          <a:lstStyle/>
          <a:p>
            <a:pPr marL="285750" indent="-285750">
              <a:buFont typeface="Arial" panose="020B0604020202020204" pitchFamily="34" charset="0"/>
              <a:buChar char="•"/>
            </a:pPr>
            <a:r>
              <a:rPr lang="en-US" sz="1400" b="1" dirty="0"/>
              <a:t>Aggregate Limit : </a:t>
            </a:r>
            <a:r>
              <a:rPr lang="en-US" sz="1400" b="0" i="0" dirty="0">
                <a:solidFill>
                  <a:srgbClr val="2B2A3A"/>
                </a:solidFill>
                <a:effectLst/>
                <a:latin typeface="Open Sans" pitchFamily="2" charset="0"/>
              </a:rPr>
              <a:t>The maximum amount of money your insurer will pay for all the claims you file during the policy period, typically one year, is known as your aggregate limit.</a:t>
            </a:r>
            <a:r>
              <a:rPr lang="en-US" sz="1400" b="1" dirty="0"/>
              <a:t> </a:t>
            </a:r>
          </a:p>
          <a:p>
            <a:pPr marL="285750" indent="-285750">
              <a:buFont typeface="Arial" panose="020B0604020202020204" pitchFamily="34" charset="0"/>
              <a:buChar char="•"/>
            </a:pPr>
            <a:endParaRPr lang="en-US" sz="1400" b="1" dirty="0"/>
          </a:p>
          <a:p>
            <a:pPr marL="285750" indent="-285750">
              <a:buFont typeface="Arial" panose="020B0604020202020204" pitchFamily="34" charset="0"/>
              <a:buChar char="•"/>
            </a:pPr>
            <a:r>
              <a:rPr lang="en-US" sz="1400" dirty="0"/>
              <a:t>Insureds who take various liability coverages (like CGL, Professional Liability Policies) help to meet their coverage needs as they give them the ability to customize their insurance to reflect their risk exposure and budget</a:t>
            </a:r>
          </a:p>
          <a:p>
            <a:pPr marL="742950" lvl="1" indent="-285750">
              <a:buFont typeface="Arial" panose="020B0604020202020204" pitchFamily="34" charset="0"/>
              <a:buChar char="•"/>
            </a:pPr>
            <a:endParaRPr lang="en-US" sz="1400" dirty="0"/>
          </a:p>
          <a:p>
            <a:pPr marL="742950" lvl="1" indent="-285750">
              <a:buFont typeface="Arial" panose="020B0604020202020204" pitchFamily="34" charset="0"/>
              <a:buChar char="•"/>
            </a:pPr>
            <a:r>
              <a:rPr lang="en-US" sz="1400" dirty="0"/>
              <a:t>A customer facing modest risk with a limited budget can purchase a policy with lower limits which will keep them safe while lowering their premiums</a:t>
            </a:r>
          </a:p>
          <a:p>
            <a:pPr marL="742950" lvl="1" indent="-285750">
              <a:buFont typeface="Arial" panose="020B0604020202020204" pitchFamily="34" charset="0"/>
              <a:buChar char="•"/>
            </a:pPr>
            <a:endParaRPr lang="en-US" sz="1400" dirty="0"/>
          </a:p>
          <a:p>
            <a:pPr marL="742950" lvl="1" indent="-285750">
              <a:buFont typeface="Arial" panose="020B0604020202020204" pitchFamily="34" charset="0"/>
              <a:buChar char="•"/>
            </a:pPr>
            <a:r>
              <a:rPr lang="en-US" sz="1400" dirty="0"/>
              <a:t>A customer facing substantial risk and a sufficient budget can increase their limits to provide most protection for a higher premium</a:t>
            </a:r>
          </a:p>
          <a:p>
            <a:pPr marL="742950" lvl="1" indent="-285750">
              <a:buFont typeface="Arial" panose="020B0604020202020204" pitchFamily="34" charset="0"/>
              <a:buChar char="•"/>
            </a:pPr>
            <a:endParaRPr lang="en-US" sz="1400" dirty="0"/>
          </a:p>
          <a:p>
            <a:pPr marL="285750" lvl="1" indent="-285750">
              <a:buFont typeface="Arial" panose="020B0604020202020204" pitchFamily="34" charset="0"/>
              <a:buChar char="•"/>
            </a:pPr>
            <a:r>
              <a:rPr lang="en-US" sz="1400" dirty="0"/>
              <a:t>Insurance companies use aggregate limits to reduce their exposure to catastrophic customer losses. This allows them to keep their premiums affordable while making sure their finances remain strong</a:t>
            </a:r>
          </a:p>
        </p:txBody>
      </p:sp>
      <p:pic>
        <p:nvPicPr>
          <p:cNvPr id="7" name="Picture 6" descr="A picture containing clipart, sketch, graphics, symbol&#10;&#10;Description automatically generated">
            <a:extLst>
              <a:ext uri="{FF2B5EF4-FFF2-40B4-BE49-F238E27FC236}">
                <a16:creationId xmlns:a16="http://schemas.microsoft.com/office/drawing/2014/main" id="{04001AEA-57D8-AF65-6190-B95827546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435" y="1566039"/>
            <a:ext cx="3593102" cy="3593102"/>
          </a:xfrm>
          <a:prstGeom prst="rect">
            <a:avLst/>
          </a:prstGeom>
        </p:spPr>
      </p:pic>
    </p:spTree>
    <p:custDataLst>
      <p:tags r:id="rId1"/>
    </p:custDataLst>
    <p:extLst>
      <p:ext uri="{BB962C8B-B14F-4D97-AF65-F5344CB8AC3E}">
        <p14:creationId xmlns:p14="http://schemas.microsoft.com/office/powerpoint/2010/main" val="1926216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animEffect transition="in" filter="fade">
                                      <p:cBhvr>
                                        <p:cTn id="26" dur="1000"/>
                                        <p:tgtEl>
                                          <p:spTgt spid="5">
                                            <p:txEl>
                                              <p:pRg st="4" end="4"/>
                                            </p:txEl>
                                          </p:spTgt>
                                        </p:tgtEl>
                                      </p:cBhvr>
                                    </p:animEffect>
                                    <p:anim calcmode="lin" valueType="num">
                                      <p:cBhvr>
                                        <p:cTn id="27"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fade">
                                      <p:cBhvr>
                                        <p:cTn id="31" dur="1000"/>
                                        <p:tgtEl>
                                          <p:spTgt spid="5">
                                            <p:txEl>
                                              <p:pRg st="6" end="6"/>
                                            </p:txEl>
                                          </p:spTgt>
                                        </p:tgtEl>
                                      </p:cBhvr>
                                    </p:animEffect>
                                    <p:anim calcmode="lin" valueType="num">
                                      <p:cBhvr>
                                        <p:cTn id="32"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5">
                                            <p:txEl>
                                              <p:pRg st="8" end="8"/>
                                            </p:txEl>
                                          </p:spTgt>
                                        </p:tgtEl>
                                        <p:attrNameLst>
                                          <p:attrName>style.visibility</p:attrName>
                                        </p:attrNameLst>
                                      </p:cBhvr>
                                      <p:to>
                                        <p:strVal val="visible"/>
                                      </p:to>
                                    </p:set>
                                    <p:animEffect transition="in" filter="fade">
                                      <p:cBhvr>
                                        <p:cTn id="36" dur="1000"/>
                                        <p:tgtEl>
                                          <p:spTgt spid="5">
                                            <p:txEl>
                                              <p:pRg st="8" end="8"/>
                                            </p:txEl>
                                          </p:spTgt>
                                        </p:tgtEl>
                                      </p:cBhvr>
                                    </p:animEffect>
                                    <p:anim calcmode="lin" valueType="num">
                                      <p:cBhvr>
                                        <p:cTn id="37" dur="1000" fill="hold"/>
                                        <p:tgtEl>
                                          <p:spTgt spid="5">
                                            <p:txEl>
                                              <p:pRg st="8" end="8"/>
                                            </p:txEl>
                                          </p:spTgt>
                                        </p:tgtEl>
                                        <p:attrNameLst>
                                          <p:attrName>ppt_x</p:attrName>
                                        </p:attrNameLst>
                                      </p:cBhvr>
                                      <p:tavLst>
                                        <p:tav tm="0">
                                          <p:val>
                                            <p:strVal val="#ppt_x"/>
                                          </p:val>
                                        </p:tav>
                                        <p:tav tm="100000">
                                          <p:val>
                                            <p:strVal val="#ppt_x"/>
                                          </p:val>
                                        </p:tav>
                                      </p:tavLst>
                                    </p:anim>
                                    <p:anim calcmode="lin" valueType="num">
                                      <p:cBhvr>
                                        <p:cTn id="38" dur="1000" fill="hold"/>
                                        <p:tgtEl>
                                          <p:spTgt spid="5">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DD77F-657B-EB65-EF6C-9E03DE52AC06}"/>
              </a:ext>
            </a:extLst>
          </p:cNvPr>
          <p:cNvSpPr>
            <a:spLocks noGrp="1"/>
          </p:cNvSpPr>
          <p:nvPr>
            <p:ph type="title"/>
          </p:nvPr>
        </p:nvSpPr>
        <p:spPr/>
        <p:txBody>
          <a:bodyPr/>
          <a:lstStyle/>
          <a:p>
            <a:r>
              <a:rPr lang="en-IN" dirty="0"/>
              <a:t>Aggregate Limits &amp; Per Occurrence Limits Case Study</a:t>
            </a:r>
          </a:p>
        </p:txBody>
      </p:sp>
      <p:pic>
        <p:nvPicPr>
          <p:cNvPr id="4" name="Picture 3" descr="A person holding a coin and standing on a pie chart&#10;&#10;Description automatically generated with low confidence">
            <a:extLst>
              <a:ext uri="{FF2B5EF4-FFF2-40B4-BE49-F238E27FC236}">
                <a16:creationId xmlns:a16="http://schemas.microsoft.com/office/drawing/2014/main" id="{E518F719-0EEC-1784-7506-0866BF8C3076}"/>
              </a:ext>
            </a:extLst>
          </p:cNvPr>
          <p:cNvPicPr>
            <a:picLocks noChangeAspect="1"/>
          </p:cNvPicPr>
          <p:nvPr/>
        </p:nvPicPr>
        <p:blipFill rotWithShape="1">
          <a:blip r:embed="rId3">
            <a:extLst>
              <a:ext uri="{28A0092B-C50C-407E-A947-70E740481C1C}">
                <a14:useLocalDpi xmlns:a14="http://schemas.microsoft.com/office/drawing/2010/main" val="0"/>
              </a:ext>
            </a:extLst>
          </a:blip>
          <a:srcRect l="7848" t="9684" r="8222" b="11158"/>
          <a:stretch/>
        </p:blipFill>
        <p:spPr>
          <a:xfrm>
            <a:off x="7806088" y="2107932"/>
            <a:ext cx="3755627" cy="3542097"/>
          </a:xfrm>
          <a:prstGeom prst="rect">
            <a:avLst/>
          </a:prstGeom>
        </p:spPr>
      </p:pic>
      <p:sp>
        <p:nvSpPr>
          <p:cNvPr id="5" name="TextBox 4">
            <a:extLst>
              <a:ext uri="{FF2B5EF4-FFF2-40B4-BE49-F238E27FC236}">
                <a16:creationId xmlns:a16="http://schemas.microsoft.com/office/drawing/2014/main" id="{70E82346-2CC1-2259-5820-965C55B1D26F}"/>
              </a:ext>
            </a:extLst>
          </p:cNvPr>
          <p:cNvSpPr txBox="1"/>
          <p:nvPr/>
        </p:nvSpPr>
        <p:spPr>
          <a:xfrm>
            <a:off x="404262" y="1953929"/>
            <a:ext cx="6930190" cy="3108543"/>
          </a:xfrm>
          <a:prstGeom prst="rect">
            <a:avLst/>
          </a:prstGeom>
          <a:noFill/>
        </p:spPr>
        <p:txBody>
          <a:bodyPr wrap="square" rtlCol="0">
            <a:spAutoFit/>
          </a:bodyPr>
          <a:lstStyle/>
          <a:p>
            <a:r>
              <a:rPr lang="en-US" sz="1400" dirty="0"/>
              <a:t>Alliance Safety Products Inc. is a safety equipment manufacturing company. Alliance carries a Product liability Insurance with an Aggregate limit of $ 2,000,000 and a Per occurrence limit of $ 1,000,000. </a:t>
            </a:r>
          </a:p>
          <a:p>
            <a:endParaRPr lang="en-US" sz="1400" dirty="0"/>
          </a:p>
          <a:p>
            <a:r>
              <a:rPr lang="en-US" sz="1400" dirty="0"/>
              <a:t>Alliance get sued on two occasions during a policy period due to malfunctioning of  Safety Equipment manufactured by them. During each instance Alliance was sued for $ 1,000,000.</a:t>
            </a:r>
          </a:p>
          <a:p>
            <a:endParaRPr lang="en-US" sz="1400" dirty="0"/>
          </a:p>
          <a:p>
            <a:r>
              <a:rPr lang="en-US" sz="1400" dirty="0"/>
              <a:t>Insurance Policy of Alliance compensates the victim during each instance</a:t>
            </a:r>
          </a:p>
          <a:p>
            <a:endParaRPr lang="en-US" sz="1400" dirty="0"/>
          </a:p>
          <a:p>
            <a:r>
              <a:rPr lang="en-US" sz="1400" dirty="0"/>
              <a:t>Unfortunately, during the same year, a third lawsuit hits Alliance for a third instance of malfunctioning. At this point in time Alliance has maxed out its maximum aggregate limits provided by its insurer. Hence Alliance will have to reimburse this claim on their own and there will be no support from insurer. </a:t>
            </a:r>
            <a:endParaRPr lang="en-IN" sz="1400" dirty="0"/>
          </a:p>
        </p:txBody>
      </p:sp>
    </p:spTree>
    <p:custDataLst>
      <p:tags r:id="rId1"/>
    </p:custDataLst>
    <p:extLst>
      <p:ext uri="{BB962C8B-B14F-4D97-AF65-F5344CB8AC3E}">
        <p14:creationId xmlns:p14="http://schemas.microsoft.com/office/powerpoint/2010/main" val="3488904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A35EF-66D5-EA25-B3E9-3E7D9B7F960F}"/>
              </a:ext>
            </a:extLst>
          </p:cNvPr>
          <p:cNvSpPr>
            <a:spLocks noGrp="1"/>
          </p:cNvSpPr>
          <p:nvPr>
            <p:ph type="title"/>
          </p:nvPr>
        </p:nvSpPr>
        <p:spPr/>
        <p:txBody>
          <a:bodyPr/>
          <a:lstStyle/>
          <a:p>
            <a:r>
              <a:rPr lang="en-US" dirty="0"/>
              <a:t>Liability Policy Limits: Legal Expenses Inside Limits &amp; Outside Limits</a:t>
            </a:r>
            <a:endParaRPr lang="en-IN" dirty="0"/>
          </a:p>
        </p:txBody>
      </p:sp>
      <p:sp>
        <p:nvSpPr>
          <p:cNvPr id="3" name="Rectangle: Rounded Corners 2">
            <a:extLst>
              <a:ext uri="{FF2B5EF4-FFF2-40B4-BE49-F238E27FC236}">
                <a16:creationId xmlns:a16="http://schemas.microsoft.com/office/drawing/2014/main" id="{BAD2F0A1-B0B1-9BC1-61EF-5FDED3695947}"/>
              </a:ext>
            </a:extLst>
          </p:cNvPr>
          <p:cNvSpPr/>
          <p:nvPr/>
        </p:nvSpPr>
        <p:spPr>
          <a:xfrm>
            <a:off x="274855" y="1272478"/>
            <a:ext cx="11642290" cy="565948"/>
          </a:xfrm>
          <a:prstGeom prst="roundRect">
            <a:avLst/>
          </a:prstGeom>
          <a:solidFill>
            <a:schemeClr val="bg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t>A liability insurance policy promises an insured to defend the insured in case the claim is covered by the liability policy</a:t>
            </a:r>
            <a:endParaRPr lang="en-IN" sz="1600" b="1" dirty="0"/>
          </a:p>
        </p:txBody>
      </p:sp>
      <p:sp>
        <p:nvSpPr>
          <p:cNvPr id="4" name="TextBox 3">
            <a:extLst>
              <a:ext uri="{FF2B5EF4-FFF2-40B4-BE49-F238E27FC236}">
                <a16:creationId xmlns:a16="http://schemas.microsoft.com/office/drawing/2014/main" id="{D1F2DDFE-DFCA-1334-DEE4-680169E5130E}"/>
              </a:ext>
            </a:extLst>
          </p:cNvPr>
          <p:cNvSpPr txBox="1"/>
          <p:nvPr/>
        </p:nvSpPr>
        <p:spPr>
          <a:xfrm>
            <a:off x="4677877" y="2394104"/>
            <a:ext cx="7288464" cy="3754874"/>
          </a:xfrm>
          <a:prstGeom prst="rect">
            <a:avLst/>
          </a:prstGeom>
          <a:noFill/>
        </p:spPr>
        <p:txBody>
          <a:bodyPr wrap="square" rtlCol="0">
            <a:spAutoFit/>
          </a:bodyPr>
          <a:lstStyle/>
          <a:p>
            <a:pPr marL="285750" indent="-285750">
              <a:buFont typeface="Arial" panose="020B0604020202020204" pitchFamily="34" charset="0"/>
              <a:buChar char="•"/>
            </a:pPr>
            <a:r>
              <a:rPr lang="en-US" sz="1400" dirty="0"/>
              <a:t>Legal costs can quickly exhaust your policy limit leaving the insured to pay out of pocket for claims and settlement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When purchasing or reviewing any of the liability policies, professional, general or product, insureds &amp; producers determine whether the policy includes coverage for legal defense outside the limits or inside the limits of liability</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Depending on whether the defense costs are outside or inside limit will help insureds determine the number of available funds within a policy and in turn, affect their defense strategy, and financial outcome when a claim is made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Defense costs are typically made up of the following:</a:t>
            </a:r>
          </a:p>
          <a:p>
            <a:pPr marL="742950" lvl="1" indent="-285750">
              <a:buFont typeface="Arial" panose="020B0604020202020204" pitchFamily="34" charset="0"/>
              <a:buChar char="•"/>
            </a:pPr>
            <a:r>
              <a:rPr lang="en-US" sz="1400" dirty="0"/>
              <a:t>Lawyer fees</a:t>
            </a:r>
          </a:p>
          <a:p>
            <a:pPr marL="742950" lvl="1" indent="-285750">
              <a:buFont typeface="Arial" panose="020B0604020202020204" pitchFamily="34" charset="0"/>
              <a:buChar char="•"/>
            </a:pPr>
            <a:r>
              <a:rPr lang="en-US" sz="1400" dirty="0"/>
              <a:t>Court costs</a:t>
            </a:r>
          </a:p>
          <a:p>
            <a:pPr marL="742950" lvl="1" indent="-285750">
              <a:buFont typeface="Arial" panose="020B0604020202020204" pitchFamily="34" charset="0"/>
              <a:buChar char="•"/>
            </a:pPr>
            <a:r>
              <a:rPr lang="en-US" sz="1400" dirty="0"/>
              <a:t>Costs of filing legal papers</a:t>
            </a:r>
          </a:p>
          <a:p>
            <a:pPr marL="742950" lvl="1" indent="-285750">
              <a:buFont typeface="Arial" panose="020B0604020202020204" pitchFamily="34" charset="0"/>
              <a:buChar char="•"/>
            </a:pPr>
            <a:r>
              <a:rPr lang="en-US" sz="1400" dirty="0"/>
              <a:t>Costs of expert witnesses</a:t>
            </a:r>
          </a:p>
          <a:p>
            <a:pPr marL="742950" lvl="1" indent="-285750">
              <a:buFont typeface="Arial" panose="020B0604020202020204" pitchFamily="34" charset="0"/>
              <a:buChar char="•"/>
            </a:pPr>
            <a:r>
              <a:rPr lang="en-US" sz="1400" dirty="0"/>
              <a:t>Costs associated with an investigation</a:t>
            </a:r>
          </a:p>
        </p:txBody>
      </p:sp>
      <p:pic>
        <p:nvPicPr>
          <p:cNvPr id="6" name="Picture 5" descr="A group of people in a courtroom&#10;&#10;Description automatically generated with low confidence">
            <a:extLst>
              <a:ext uri="{FF2B5EF4-FFF2-40B4-BE49-F238E27FC236}">
                <a16:creationId xmlns:a16="http://schemas.microsoft.com/office/drawing/2014/main" id="{A1023BBD-33C5-3FD9-FFD9-12F198F8E902}"/>
              </a:ext>
            </a:extLst>
          </p:cNvPr>
          <p:cNvPicPr>
            <a:picLocks noChangeAspect="1"/>
          </p:cNvPicPr>
          <p:nvPr/>
        </p:nvPicPr>
        <p:blipFill rotWithShape="1">
          <a:blip r:embed="rId3">
            <a:extLst>
              <a:ext uri="{28A0092B-C50C-407E-A947-70E740481C1C}">
                <a14:useLocalDpi xmlns:a14="http://schemas.microsoft.com/office/drawing/2010/main" val="0"/>
              </a:ext>
            </a:extLst>
          </a:blip>
          <a:srcRect t="4989" b="5419"/>
          <a:stretch/>
        </p:blipFill>
        <p:spPr>
          <a:xfrm>
            <a:off x="274855" y="2465552"/>
            <a:ext cx="4125469" cy="2893100"/>
          </a:xfrm>
          <a:prstGeom prst="rect">
            <a:avLst/>
          </a:prstGeom>
        </p:spPr>
      </p:pic>
    </p:spTree>
    <p:custDataLst>
      <p:tags r:id="rId1"/>
    </p:custDataLst>
    <p:extLst>
      <p:ext uri="{BB962C8B-B14F-4D97-AF65-F5344CB8AC3E}">
        <p14:creationId xmlns:p14="http://schemas.microsoft.com/office/powerpoint/2010/main" val="14255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1000"/>
                                        <p:tgtEl>
                                          <p:spTgt spid="4">
                                            <p:txEl>
                                              <p:pRg st="4" end="4"/>
                                            </p:txEl>
                                          </p:spTgt>
                                        </p:tgtEl>
                                      </p:cBhvr>
                                    </p:animEffect>
                                    <p:anim calcmode="lin" valueType="num">
                                      <p:cBhvr>
                                        <p:cTn id="2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animEffect transition="in" filter="fade">
                                      <p:cBhvr>
                                        <p:cTn id="35" dur="1000"/>
                                        <p:tgtEl>
                                          <p:spTgt spid="4">
                                            <p:txEl>
                                              <p:pRg st="6" end="6"/>
                                            </p:txEl>
                                          </p:spTgt>
                                        </p:tgtEl>
                                      </p:cBhvr>
                                    </p:animEffect>
                                    <p:anim calcmode="lin" valueType="num">
                                      <p:cBhvr>
                                        <p:cTn id="36"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6" end="6"/>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4">
                                            <p:txEl>
                                              <p:pRg st="7" end="7"/>
                                            </p:txEl>
                                          </p:spTgt>
                                        </p:tgtEl>
                                        <p:attrNameLst>
                                          <p:attrName>style.visibility</p:attrName>
                                        </p:attrNameLst>
                                      </p:cBhvr>
                                      <p:to>
                                        <p:strVal val="visible"/>
                                      </p:to>
                                    </p:set>
                                    <p:animEffect transition="in" filter="fade">
                                      <p:cBhvr>
                                        <p:cTn id="40" dur="1000"/>
                                        <p:tgtEl>
                                          <p:spTgt spid="4">
                                            <p:txEl>
                                              <p:pRg st="7" end="7"/>
                                            </p:txEl>
                                          </p:spTgt>
                                        </p:tgtEl>
                                      </p:cBhvr>
                                    </p:animEffect>
                                    <p:anim calcmode="lin" valueType="num">
                                      <p:cBhvr>
                                        <p:cTn id="41"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4">
                                            <p:txEl>
                                              <p:pRg st="7" end="7"/>
                                            </p:tx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4">
                                            <p:txEl>
                                              <p:pRg st="8" end="8"/>
                                            </p:txEl>
                                          </p:spTgt>
                                        </p:tgtEl>
                                        <p:attrNameLst>
                                          <p:attrName>style.visibility</p:attrName>
                                        </p:attrNameLst>
                                      </p:cBhvr>
                                      <p:to>
                                        <p:strVal val="visible"/>
                                      </p:to>
                                    </p:set>
                                    <p:animEffect transition="in" filter="fade">
                                      <p:cBhvr>
                                        <p:cTn id="45" dur="1000"/>
                                        <p:tgtEl>
                                          <p:spTgt spid="4">
                                            <p:txEl>
                                              <p:pRg st="8" end="8"/>
                                            </p:txEl>
                                          </p:spTgt>
                                        </p:tgtEl>
                                      </p:cBhvr>
                                    </p:animEffect>
                                    <p:anim calcmode="lin" valueType="num">
                                      <p:cBhvr>
                                        <p:cTn id="46"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47" dur="1000" fill="hold"/>
                                        <p:tgtEl>
                                          <p:spTgt spid="4">
                                            <p:txEl>
                                              <p:pRg st="8" end="8"/>
                                            </p:txEl>
                                          </p:spTgt>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4">
                                            <p:txEl>
                                              <p:pRg st="9" end="9"/>
                                            </p:txEl>
                                          </p:spTgt>
                                        </p:tgtEl>
                                        <p:attrNameLst>
                                          <p:attrName>style.visibility</p:attrName>
                                        </p:attrNameLst>
                                      </p:cBhvr>
                                      <p:to>
                                        <p:strVal val="visible"/>
                                      </p:to>
                                    </p:set>
                                    <p:animEffect transition="in" filter="fade">
                                      <p:cBhvr>
                                        <p:cTn id="50" dur="1000"/>
                                        <p:tgtEl>
                                          <p:spTgt spid="4">
                                            <p:txEl>
                                              <p:pRg st="9" end="9"/>
                                            </p:txEl>
                                          </p:spTgt>
                                        </p:tgtEl>
                                      </p:cBhvr>
                                    </p:animEffect>
                                    <p:anim calcmode="lin" valueType="num">
                                      <p:cBhvr>
                                        <p:cTn id="51"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2" dur="1000" fill="hold"/>
                                        <p:tgtEl>
                                          <p:spTgt spid="4">
                                            <p:txEl>
                                              <p:pRg st="9" end="9"/>
                                            </p:txEl>
                                          </p:spTgt>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animEffect transition="in" filter="fade">
                                      <p:cBhvr>
                                        <p:cTn id="55" dur="1000"/>
                                        <p:tgtEl>
                                          <p:spTgt spid="4">
                                            <p:txEl>
                                              <p:pRg st="10" end="10"/>
                                            </p:txEl>
                                          </p:spTgt>
                                        </p:tgtEl>
                                      </p:cBhvr>
                                    </p:animEffect>
                                    <p:anim calcmode="lin" valueType="num">
                                      <p:cBhvr>
                                        <p:cTn id="56"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57"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4">
                                            <p:txEl>
                                              <p:pRg st="11" end="11"/>
                                            </p:txEl>
                                          </p:spTgt>
                                        </p:tgtEl>
                                        <p:attrNameLst>
                                          <p:attrName>style.visibility</p:attrName>
                                        </p:attrNameLst>
                                      </p:cBhvr>
                                      <p:to>
                                        <p:strVal val="visible"/>
                                      </p:to>
                                    </p:set>
                                    <p:animEffect transition="in" filter="fade">
                                      <p:cBhvr>
                                        <p:cTn id="60" dur="1000"/>
                                        <p:tgtEl>
                                          <p:spTgt spid="4">
                                            <p:txEl>
                                              <p:pRg st="11" end="11"/>
                                            </p:txEl>
                                          </p:spTgt>
                                        </p:tgtEl>
                                      </p:cBhvr>
                                    </p:animEffect>
                                    <p:anim calcmode="lin" valueType="num">
                                      <p:cBhvr>
                                        <p:cTn id="61"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62"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E644-2192-EA71-5ED0-0B8F0041D759}"/>
              </a:ext>
            </a:extLst>
          </p:cNvPr>
          <p:cNvSpPr>
            <a:spLocks noGrp="1"/>
          </p:cNvSpPr>
          <p:nvPr>
            <p:ph type="title"/>
          </p:nvPr>
        </p:nvSpPr>
        <p:spPr/>
        <p:txBody>
          <a:bodyPr/>
          <a:lstStyle/>
          <a:p>
            <a:r>
              <a:rPr lang="en-US" dirty="0"/>
              <a:t>Liability Policy Limits: Legal Expenses Inside Limits &amp; Outside Limits</a:t>
            </a:r>
            <a:endParaRPr lang="en-IN" dirty="0"/>
          </a:p>
        </p:txBody>
      </p:sp>
      <p:sp>
        <p:nvSpPr>
          <p:cNvPr id="8" name="Text Placeholder 7">
            <a:extLst>
              <a:ext uri="{FF2B5EF4-FFF2-40B4-BE49-F238E27FC236}">
                <a16:creationId xmlns:a16="http://schemas.microsoft.com/office/drawing/2014/main" id="{72A4F7E5-1E0A-D075-AAFB-797E3531D54D}"/>
              </a:ext>
            </a:extLst>
          </p:cNvPr>
          <p:cNvSpPr>
            <a:spLocks noGrp="1"/>
          </p:cNvSpPr>
          <p:nvPr>
            <p:ph type="body" sz="quarter" idx="30"/>
          </p:nvPr>
        </p:nvSpPr>
        <p:spPr>
          <a:xfrm>
            <a:off x="4009716" y="1945285"/>
            <a:ext cx="2345441" cy="3659903"/>
          </a:xfrm>
        </p:spPr>
        <p:txBody>
          <a:bodyPr/>
          <a:lstStyle/>
          <a:p>
            <a:r>
              <a:rPr lang="en-US" sz="1200" dirty="0"/>
              <a:t>Means that all defense costs (attorney’s fees, court costs, investigation and filing legal papers) are deducted first from the policy limit, which cuts into the overall limit of dollars available to pay for monetary damages awarded by a ruling</a:t>
            </a:r>
          </a:p>
          <a:p>
            <a:endParaRPr lang="en-US" sz="1200" dirty="0"/>
          </a:p>
          <a:p>
            <a:r>
              <a:rPr lang="en-US" sz="1200" dirty="0"/>
              <a:t>Sometimes referred as CEIL (Claim Expenses Inside Limits)</a:t>
            </a:r>
          </a:p>
          <a:p>
            <a:endParaRPr lang="en-US" sz="1200" dirty="0"/>
          </a:p>
          <a:p>
            <a:r>
              <a:rPr lang="en-US" sz="1200" dirty="0"/>
              <a:t>Examples: Professional Malpractice Liability, D&amp;O</a:t>
            </a:r>
            <a:endParaRPr lang="en-IN" sz="1200" dirty="0"/>
          </a:p>
        </p:txBody>
      </p:sp>
      <p:sp>
        <p:nvSpPr>
          <p:cNvPr id="9" name="Text Placeholder 8">
            <a:extLst>
              <a:ext uri="{FF2B5EF4-FFF2-40B4-BE49-F238E27FC236}">
                <a16:creationId xmlns:a16="http://schemas.microsoft.com/office/drawing/2014/main" id="{720D5906-80FC-9A5A-9E9C-2174F57D6408}"/>
              </a:ext>
            </a:extLst>
          </p:cNvPr>
          <p:cNvSpPr>
            <a:spLocks noGrp="1"/>
          </p:cNvSpPr>
          <p:nvPr>
            <p:ph type="body" sz="quarter" idx="31"/>
          </p:nvPr>
        </p:nvSpPr>
        <p:spPr>
          <a:xfrm>
            <a:off x="6574536" y="1945285"/>
            <a:ext cx="5168371" cy="1620875"/>
          </a:xfrm>
        </p:spPr>
        <p:txBody>
          <a:bodyPr/>
          <a:lstStyle/>
          <a:p>
            <a:r>
              <a:rPr lang="en-US" sz="1200" dirty="0"/>
              <a:t>There are separate limits available for legal defense costs and court-awarded damages. So, the defense costs outside the limits don’t erode insured’s policy limits available to pay settlements resulting from a suit.</a:t>
            </a:r>
          </a:p>
          <a:p>
            <a:endParaRPr lang="en-US" sz="1200" dirty="0"/>
          </a:p>
          <a:p>
            <a:r>
              <a:rPr lang="en-US" sz="1200" dirty="0"/>
              <a:t>Sometimes referred as CEOL (Claim Expenses Outside Limits)</a:t>
            </a:r>
          </a:p>
        </p:txBody>
      </p:sp>
      <p:sp>
        <p:nvSpPr>
          <p:cNvPr id="12" name="Text Placeholder 11">
            <a:extLst>
              <a:ext uri="{FF2B5EF4-FFF2-40B4-BE49-F238E27FC236}">
                <a16:creationId xmlns:a16="http://schemas.microsoft.com/office/drawing/2014/main" id="{F5C41F56-1E05-1B54-708E-8789B0DC0C7A}"/>
              </a:ext>
            </a:extLst>
          </p:cNvPr>
          <p:cNvSpPr>
            <a:spLocks noGrp="1"/>
          </p:cNvSpPr>
          <p:nvPr>
            <p:ph type="body" sz="quarter" idx="34"/>
          </p:nvPr>
        </p:nvSpPr>
        <p:spPr>
          <a:xfrm>
            <a:off x="4009716" y="1252812"/>
            <a:ext cx="2345441" cy="505086"/>
          </a:xfrm>
        </p:spPr>
        <p:txBody>
          <a:bodyPr/>
          <a:lstStyle/>
          <a:p>
            <a:r>
              <a:rPr lang="en-US" sz="1400" dirty="0"/>
              <a:t>Legal Expenses Inside Limits</a:t>
            </a:r>
            <a:endParaRPr lang="en-IN" sz="1400" dirty="0"/>
          </a:p>
        </p:txBody>
      </p:sp>
      <p:sp>
        <p:nvSpPr>
          <p:cNvPr id="13" name="Text Placeholder 12">
            <a:extLst>
              <a:ext uri="{FF2B5EF4-FFF2-40B4-BE49-F238E27FC236}">
                <a16:creationId xmlns:a16="http://schemas.microsoft.com/office/drawing/2014/main" id="{AB7EFE04-821B-D89C-6167-E126BACF1D8C}"/>
              </a:ext>
            </a:extLst>
          </p:cNvPr>
          <p:cNvSpPr>
            <a:spLocks noGrp="1"/>
          </p:cNvSpPr>
          <p:nvPr>
            <p:ph type="body" sz="quarter" idx="35"/>
          </p:nvPr>
        </p:nvSpPr>
        <p:spPr>
          <a:xfrm>
            <a:off x="6574536" y="1252812"/>
            <a:ext cx="5168371" cy="505086"/>
          </a:xfrm>
        </p:spPr>
        <p:txBody>
          <a:bodyPr/>
          <a:lstStyle/>
          <a:p>
            <a:r>
              <a:rPr lang="en-US" sz="1400" dirty="0"/>
              <a:t>Legal Expenses Outside Limits</a:t>
            </a:r>
            <a:endParaRPr lang="en-IN" sz="1400" dirty="0"/>
          </a:p>
        </p:txBody>
      </p:sp>
      <p:pic>
        <p:nvPicPr>
          <p:cNvPr id="18" name="Picture 17" descr="A stack of money with gold coins falling&#10;&#10;Description automatically generated with low confidence">
            <a:extLst>
              <a:ext uri="{FF2B5EF4-FFF2-40B4-BE49-F238E27FC236}">
                <a16:creationId xmlns:a16="http://schemas.microsoft.com/office/drawing/2014/main" id="{5AF07E29-F2A2-C66F-9A78-C49EB3B810AD}"/>
              </a:ext>
            </a:extLst>
          </p:cNvPr>
          <p:cNvPicPr>
            <a:picLocks noChangeAspect="1"/>
          </p:cNvPicPr>
          <p:nvPr/>
        </p:nvPicPr>
        <p:blipFill rotWithShape="1">
          <a:blip r:embed="rId3">
            <a:extLst>
              <a:ext uri="{28A0092B-C50C-407E-A947-70E740481C1C}">
                <a14:useLocalDpi xmlns:a14="http://schemas.microsoft.com/office/drawing/2010/main" val="0"/>
              </a:ext>
            </a:extLst>
          </a:blip>
          <a:srcRect l="10178" t="9066" b="8534"/>
          <a:stretch/>
        </p:blipFill>
        <p:spPr>
          <a:xfrm>
            <a:off x="309942" y="2489471"/>
            <a:ext cx="3124858" cy="2866644"/>
          </a:xfrm>
          <a:prstGeom prst="rect">
            <a:avLst/>
          </a:prstGeom>
        </p:spPr>
      </p:pic>
    </p:spTree>
    <p:custDataLst>
      <p:tags r:id="rId1"/>
    </p:custDataLst>
    <p:extLst>
      <p:ext uri="{BB962C8B-B14F-4D97-AF65-F5344CB8AC3E}">
        <p14:creationId xmlns:p14="http://schemas.microsoft.com/office/powerpoint/2010/main" val="1170114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6F029-86A8-27C9-A51A-4BCC3A478A5F}"/>
              </a:ext>
            </a:extLst>
          </p:cNvPr>
          <p:cNvSpPr>
            <a:spLocks noGrp="1"/>
          </p:cNvSpPr>
          <p:nvPr>
            <p:ph type="title"/>
          </p:nvPr>
        </p:nvSpPr>
        <p:spPr/>
        <p:txBody>
          <a:bodyPr/>
          <a:lstStyle/>
          <a:p>
            <a:r>
              <a:rPr lang="en-US" dirty="0"/>
              <a:t>Legal Expenses Inside Limits &amp; Outside Limits: Illustration</a:t>
            </a:r>
            <a:endParaRPr lang="en-IN" dirty="0"/>
          </a:p>
        </p:txBody>
      </p:sp>
      <p:graphicFrame>
        <p:nvGraphicFramePr>
          <p:cNvPr id="4" name="Table 4">
            <a:extLst>
              <a:ext uri="{FF2B5EF4-FFF2-40B4-BE49-F238E27FC236}">
                <a16:creationId xmlns:a16="http://schemas.microsoft.com/office/drawing/2014/main" id="{937332F0-8D1E-5F59-C056-19E556F61F35}"/>
              </a:ext>
            </a:extLst>
          </p:cNvPr>
          <p:cNvGraphicFramePr>
            <a:graphicFrameLocks noGrp="1"/>
          </p:cNvGraphicFramePr>
          <p:nvPr>
            <p:extLst>
              <p:ext uri="{D42A27DB-BD31-4B8C-83A1-F6EECF244321}">
                <p14:modId xmlns:p14="http://schemas.microsoft.com/office/powerpoint/2010/main" val="4129337402"/>
              </p:ext>
            </p:extLst>
          </p:nvPr>
        </p:nvGraphicFramePr>
        <p:xfrm>
          <a:off x="2535300" y="1887240"/>
          <a:ext cx="7121399" cy="3600000"/>
        </p:xfrm>
        <a:graphic>
          <a:graphicData uri="http://schemas.openxmlformats.org/drawingml/2006/table">
            <a:tbl>
              <a:tblPr firstRow="1" bandRow="1">
                <a:tableStyleId>{5C22544A-7EE6-4342-B048-85BDC9FD1C3A}</a:tableStyleId>
              </a:tblPr>
              <a:tblGrid>
                <a:gridCol w="2964470">
                  <a:extLst>
                    <a:ext uri="{9D8B030D-6E8A-4147-A177-3AD203B41FA5}">
                      <a16:colId xmlns:a16="http://schemas.microsoft.com/office/drawing/2014/main" val="1933730814"/>
                    </a:ext>
                  </a:extLst>
                </a:gridCol>
                <a:gridCol w="1865764">
                  <a:extLst>
                    <a:ext uri="{9D8B030D-6E8A-4147-A177-3AD203B41FA5}">
                      <a16:colId xmlns:a16="http://schemas.microsoft.com/office/drawing/2014/main" val="3530800760"/>
                    </a:ext>
                  </a:extLst>
                </a:gridCol>
                <a:gridCol w="2291165">
                  <a:extLst>
                    <a:ext uri="{9D8B030D-6E8A-4147-A177-3AD203B41FA5}">
                      <a16:colId xmlns:a16="http://schemas.microsoft.com/office/drawing/2014/main" val="3587672348"/>
                    </a:ext>
                  </a:extLst>
                </a:gridCol>
              </a:tblGrid>
              <a:tr h="521085">
                <a:tc>
                  <a:txBody>
                    <a:bodyPr/>
                    <a:lstStyle/>
                    <a:p>
                      <a:pPr algn="l"/>
                      <a:endParaRPr lang="en-IN" sz="1400" b="1" dirty="0"/>
                    </a:p>
                  </a:txBody>
                  <a:tcPr anchor="ctr"/>
                </a:tc>
                <a:tc>
                  <a:txBody>
                    <a:bodyPr/>
                    <a:lstStyle/>
                    <a:p>
                      <a:pPr algn="l"/>
                      <a:r>
                        <a:rPr lang="en-US" sz="1400" b="1" dirty="0"/>
                        <a:t>Inside Limits</a:t>
                      </a:r>
                      <a:endParaRPr lang="en-IN" sz="1400" b="1" dirty="0"/>
                    </a:p>
                  </a:txBody>
                  <a:tcPr anchor="ctr"/>
                </a:tc>
                <a:tc>
                  <a:txBody>
                    <a:bodyPr/>
                    <a:lstStyle/>
                    <a:p>
                      <a:pPr algn="l"/>
                      <a:r>
                        <a:rPr lang="en-US" sz="1400" b="1" dirty="0"/>
                        <a:t>Outside Limits</a:t>
                      </a:r>
                      <a:endParaRPr lang="en-IN" sz="1400" b="1" dirty="0"/>
                    </a:p>
                  </a:txBody>
                  <a:tcPr anchor="ctr"/>
                </a:tc>
                <a:extLst>
                  <a:ext uri="{0D108BD9-81ED-4DB2-BD59-A6C34878D82A}">
                    <a16:rowId xmlns:a16="http://schemas.microsoft.com/office/drawing/2014/main" val="2831653929"/>
                  </a:ext>
                </a:extLst>
              </a:tr>
              <a:tr h="521085">
                <a:tc>
                  <a:txBody>
                    <a:bodyPr/>
                    <a:lstStyle/>
                    <a:p>
                      <a:pPr algn="l"/>
                      <a:r>
                        <a:rPr lang="en-US" sz="1400" b="0" dirty="0"/>
                        <a:t>Liability Limit</a:t>
                      </a:r>
                    </a:p>
                  </a:txBody>
                  <a:tcPr anchor="ctr"/>
                </a:tc>
                <a:tc>
                  <a:txBody>
                    <a:bodyPr/>
                    <a:lstStyle/>
                    <a:p>
                      <a:pPr algn="l"/>
                      <a:r>
                        <a:rPr lang="en-US" sz="1400" b="0" dirty="0"/>
                        <a:t>$1,000,000</a:t>
                      </a:r>
                      <a:endParaRPr lang="en-IN" sz="1400" b="0" dirty="0"/>
                    </a:p>
                  </a:txBody>
                  <a:tcPr anchor="ctr"/>
                </a:tc>
                <a:tc>
                  <a:txBody>
                    <a:bodyPr/>
                    <a:lstStyle/>
                    <a:p>
                      <a:pPr algn="l"/>
                      <a:r>
                        <a:rPr lang="en-US" sz="1400" b="0" dirty="0"/>
                        <a:t>$1,000,000</a:t>
                      </a:r>
                      <a:endParaRPr lang="en-IN" sz="1400" b="0" dirty="0"/>
                    </a:p>
                  </a:txBody>
                  <a:tcPr anchor="ctr"/>
                </a:tc>
                <a:extLst>
                  <a:ext uri="{0D108BD9-81ED-4DB2-BD59-A6C34878D82A}">
                    <a16:rowId xmlns:a16="http://schemas.microsoft.com/office/drawing/2014/main" val="3250258686"/>
                  </a:ext>
                </a:extLst>
              </a:tr>
              <a:tr h="728088">
                <a:tc>
                  <a:txBody>
                    <a:bodyPr/>
                    <a:lstStyle/>
                    <a:p>
                      <a:pPr algn="l"/>
                      <a:r>
                        <a:rPr lang="en-US" sz="1400" b="0" dirty="0"/>
                        <a:t>Defense Costs </a:t>
                      </a:r>
                    </a:p>
                    <a:p>
                      <a:pPr algn="l"/>
                      <a:r>
                        <a:rPr lang="en-US" sz="1400" b="0" dirty="0"/>
                        <a:t>(attorney’s fees, court costs, etc.)</a:t>
                      </a:r>
                      <a:endParaRPr lang="en-IN" sz="1400" b="0" dirty="0"/>
                    </a:p>
                  </a:txBody>
                  <a:tcPr anchor="ctr"/>
                </a:tc>
                <a:tc>
                  <a:txBody>
                    <a:bodyPr/>
                    <a:lstStyle/>
                    <a:p>
                      <a:pPr algn="l"/>
                      <a:r>
                        <a:rPr lang="en-US" sz="1400" b="0" dirty="0"/>
                        <a:t>$200,000</a:t>
                      </a:r>
                      <a:endParaRPr lang="en-IN" sz="1400" b="0" dirty="0"/>
                    </a:p>
                  </a:txBody>
                  <a:tcPr anchor="ctr"/>
                </a:tc>
                <a:tc>
                  <a:txBody>
                    <a:bodyPr/>
                    <a:lstStyle/>
                    <a:p>
                      <a:pPr algn="l"/>
                      <a:r>
                        <a:rPr lang="en-US" sz="1400" b="0" dirty="0"/>
                        <a:t>$200,000</a:t>
                      </a:r>
                      <a:endParaRPr lang="en-IN" sz="1400" b="0" dirty="0"/>
                    </a:p>
                  </a:txBody>
                  <a:tcPr anchor="ctr"/>
                </a:tc>
                <a:extLst>
                  <a:ext uri="{0D108BD9-81ED-4DB2-BD59-A6C34878D82A}">
                    <a16:rowId xmlns:a16="http://schemas.microsoft.com/office/drawing/2014/main" val="1487112729"/>
                  </a:ext>
                </a:extLst>
              </a:tr>
              <a:tr h="728088">
                <a:tc>
                  <a:txBody>
                    <a:bodyPr/>
                    <a:lstStyle/>
                    <a:p>
                      <a:pPr algn="l"/>
                      <a:r>
                        <a:rPr lang="en-IN" sz="1400" b="0" dirty="0"/>
                        <a:t>Damages </a:t>
                      </a:r>
                    </a:p>
                    <a:p>
                      <a:pPr algn="l"/>
                      <a:r>
                        <a:rPr lang="en-IN" sz="1400" b="0" dirty="0"/>
                        <a:t>(claims, award, settlement)</a:t>
                      </a:r>
                    </a:p>
                  </a:txBody>
                  <a:tcPr anchor="ctr"/>
                </a:tc>
                <a:tc>
                  <a:txBody>
                    <a:bodyPr/>
                    <a:lstStyle/>
                    <a:p>
                      <a:pPr algn="l"/>
                      <a:r>
                        <a:rPr lang="en-US" sz="1400" b="0" dirty="0"/>
                        <a:t>$900,000</a:t>
                      </a:r>
                      <a:endParaRPr lang="en-IN" sz="1400" b="0" dirty="0"/>
                    </a:p>
                  </a:txBody>
                  <a:tcPr anchor="ctr"/>
                </a:tc>
                <a:tc>
                  <a:txBody>
                    <a:bodyPr/>
                    <a:lstStyle/>
                    <a:p>
                      <a:pPr algn="l"/>
                      <a:r>
                        <a:rPr lang="en-US" sz="1400" b="0" dirty="0"/>
                        <a:t>$900,000</a:t>
                      </a:r>
                      <a:endParaRPr lang="en-IN" sz="1400" b="0" dirty="0"/>
                    </a:p>
                  </a:txBody>
                  <a:tcPr anchor="ctr"/>
                </a:tc>
                <a:extLst>
                  <a:ext uri="{0D108BD9-81ED-4DB2-BD59-A6C34878D82A}">
                    <a16:rowId xmlns:a16="http://schemas.microsoft.com/office/drawing/2014/main" val="2037401003"/>
                  </a:ext>
                </a:extLst>
              </a:tr>
              <a:tr h="580569">
                <a:tc>
                  <a:txBody>
                    <a:bodyPr/>
                    <a:lstStyle/>
                    <a:p>
                      <a:pPr algn="l"/>
                      <a:r>
                        <a:rPr lang="en-IN" sz="1400" b="0" dirty="0"/>
                        <a:t>Total Costs</a:t>
                      </a:r>
                    </a:p>
                  </a:txBody>
                  <a:tcPr anchor="ctr"/>
                </a:tc>
                <a:tc>
                  <a:txBody>
                    <a:bodyPr/>
                    <a:lstStyle/>
                    <a:p>
                      <a:pPr algn="l"/>
                      <a:r>
                        <a:rPr lang="en-US" sz="1400" b="0" dirty="0"/>
                        <a:t>$1,100,000</a:t>
                      </a:r>
                      <a:endParaRPr lang="en-IN" sz="1400" b="0" dirty="0"/>
                    </a:p>
                  </a:txBody>
                  <a:tcPr anchor="ctr"/>
                </a:tc>
                <a:tc>
                  <a:txBody>
                    <a:bodyPr/>
                    <a:lstStyle/>
                    <a:p>
                      <a:pPr algn="l"/>
                      <a:r>
                        <a:rPr lang="en-US" sz="1400" b="0" dirty="0"/>
                        <a:t>$1,100,000</a:t>
                      </a:r>
                      <a:endParaRPr lang="en-IN" sz="1400" b="0" dirty="0"/>
                    </a:p>
                  </a:txBody>
                  <a:tcPr anchor="ctr"/>
                </a:tc>
                <a:extLst>
                  <a:ext uri="{0D108BD9-81ED-4DB2-BD59-A6C34878D82A}">
                    <a16:rowId xmlns:a16="http://schemas.microsoft.com/office/drawing/2014/main" val="2165485085"/>
                  </a:ext>
                </a:extLst>
              </a:tr>
              <a:tr h="521085">
                <a:tc>
                  <a:txBody>
                    <a:bodyPr/>
                    <a:lstStyle/>
                    <a:p>
                      <a:pPr algn="l"/>
                      <a:r>
                        <a:rPr lang="en-US" sz="1400" b="0" dirty="0"/>
                        <a:t>Insured’s obligation</a:t>
                      </a:r>
                      <a:endParaRPr lang="en-IN" sz="1400" b="0" dirty="0"/>
                    </a:p>
                  </a:txBody>
                  <a:tcPr anchor="ctr"/>
                </a:tc>
                <a:tc>
                  <a:txBody>
                    <a:bodyPr/>
                    <a:lstStyle/>
                    <a:p>
                      <a:pPr algn="l"/>
                      <a:r>
                        <a:rPr lang="en-US" sz="1400" b="0" dirty="0"/>
                        <a:t>$100,000</a:t>
                      </a:r>
                      <a:endParaRPr lang="en-IN" sz="1400" b="0" dirty="0"/>
                    </a:p>
                  </a:txBody>
                  <a:tcPr anchor="ctr"/>
                </a:tc>
                <a:tc>
                  <a:txBody>
                    <a:bodyPr/>
                    <a:lstStyle/>
                    <a:p>
                      <a:pPr algn="l"/>
                      <a:r>
                        <a:rPr lang="en-US" sz="1400" b="0"/>
                        <a:t>$0</a:t>
                      </a:r>
                      <a:endParaRPr lang="en-IN" sz="1400" b="0" dirty="0"/>
                    </a:p>
                  </a:txBody>
                  <a:tcPr anchor="ctr"/>
                </a:tc>
                <a:extLst>
                  <a:ext uri="{0D108BD9-81ED-4DB2-BD59-A6C34878D82A}">
                    <a16:rowId xmlns:a16="http://schemas.microsoft.com/office/drawing/2014/main" val="111318170"/>
                  </a:ext>
                </a:extLst>
              </a:tr>
            </a:tbl>
          </a:graphicData>
        </a:graphic>
      </p:graphicFrame>
    </p:spTree>
    <p:custDataLst>
      <p:tags r:id="rId1"/>
    </p:custDataLst>
    <p:extLst>
      <p:ext uri="{BB962C8B-B14F-4D97-AF65-F5344CB8AC3E}">
        <p14:creationId xmlns:p14="http://schemas.microsoft.com/office/powerpoint/2010/main" val="18750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96CD21A-F37E-ED41-FABF-0AE7BA696F16}"/>
              </a:ext>
            </a:extLst>
          </p:cNvPr>
          <p:cNvSpPr>
            <a:spLocks noGrp="1"/>
          </p:cNvSpPr>
          <p:nvPr>
            <p:ph type="body" sz="quarter" idx="10"/>
          </p:nvPr>
        </p:nvSpPr>
        <p:spPr/>
        <p:txBody>
          <a:bodyPr/>
          <a:lstStyle/>
          <a:p>
            <a:r>
              <a:rPr lang="en-US" sz="5400" b="1" dirty="0"/>
              <a:t>Deductibles &amp; SIR Overview</a:t>
            </a:r>
          </a:p>
          <a:p>
            <a:endParaRPr lang="en-IN" dirty="0"/>
          </a:p>
        </p:txBody>
      </p:sp>
    </p:spTree>
    <p:custDataLst>
      <p:tags r:id="rId1"/>
    </p:custDataLst>
    <p:extLst>
      <p:ext uri="{BB962C8B-B14F-4D97-AF65-F5344CB8AC3E}">
        <p14:creationId xmlns:p14="http://schemas.microsoft.com/office/powerpoint/2010/main" val="2272535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DE10C-E2E0-B760-88B9-756D6FAFC690}"/>
              </a:ext>
            </a:extLst>
          </p:cNvPr>
          <p:cNvSpPr>
            <a:spLocks noGrp="1"/>
          </p:cNvSpPr>
          <p:nvPr>
            <p:ph type="title"/>
          </p:nvPr>
        </p:nvSpPr>
        <p:spPr/>
        <p:txBody>
          <a:bodyPr/>
          <a:lstStyle/>
          <a:p>
            <a:r>
              <a:rPr lang="en-US" dirty="0"/>
              <a:t>Deductibles</a:t>
            </a:r>
            <a:endParaRPr lang="en-IN" dirty="0"/>
          </a:p>
        </p:txBody>
      </p:sp>
      <p:sp>
        <p:nvSpPr>
          <p:cNvPr id="3" name="TextBox 2">
            <a:extLst>
              <a:ext uri="{FF2B5EF4-FFF2-40B4-BE49-F238E27FC236}">
                <a16:creationId xmlns:a16="http://schemas.microsoft.com/office/drawing/2014/main" id="{0A2D41F0-AF6C-F3AD-3541-201D50368741}"/>
              </a:ext>
            </a:extLst>
          </p:cNvPr>
          <p:cNvSpPr txBox="1"/>
          <p:nvPr/>
        </p:nvSpPr>
        <p:spPr>
          <a:xfrm>
            <a:off x="339959" y="1874727"/>
            <a:ext cx="7150608" cy="3108543"/>
          </a:xfrm>
          <a:prstGeom prst="rect">
            <a:avLst/>
          </a:prstGeom>
          <a:noFill/>
        </p:spPr>
        <p:txBody>
          <a:bodyPr wrap="square" rtlCol="0">
            <a:spAutoFit/>
          </a:bodyPr>
          <a:lstStyle/>
          <a:p>
            <a:pPr marL="285750" indent="-285750">
              <a:buFont typeface="Arial" panose="020B0604020202020204" pitchFamily="34" charset="0"/>
              <a:buChar char="•"/>
            </a:pPr>
            <a:r>
              <a:rPr lang="en-US" sz="1400" dirty="0"/>
              <a:t>An insurance deductible is a specific amount an insured must spend before the insurance policy pays for some or all of the claims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Insurance companies use deductibles to ensure policyholders have skin in the game and will share the cost of any claims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The general rule is that policies with higher premiums come with lower deductibles while those with lower premiums tend to have higher deductibles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State insurance regulations strictly dictate the way deductibles are incorporated into the policy's language and how deductibles are implemented. These laws can vary from state to state</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Deductibles generally apply to property damage, not to the liability portion</a:t>
            </a:r>
          </a:p>
        </p:txBody>
      </p:sp>
      <p:pic>
        <p:nvPicPr>
          <p:cNvPr id="7" name="Picture 6" descr="A black and white image of a pair of scissors with a dollar sign&#10;&#10;Description automatically generated with medium confidence">
            <a:extLst>
              <a:ext uri="{FF2B5EF4-FFF2-40B4-BE49-F238E27FC236}">
                <a16:creationId xmlns:a16="http://schemas.microsoft.com/office/drawing/2014/main" id="{2AAD4DEB-AD0A-A363-6D47-677CDF9D179A}"/>
              </a:ext>
            </a:extLst>
          </p:cNvPr>
          <p:cNvPicPr>
            <a:picLocks noChangeAspect="1"/>
          </p:cNvPicPr>
          <p:nvPr/>
        </p:nvPicPr>
        <p:blipFill rotWithShape="1">
          <a:blip r:embed="rId3">
            <a:extLst>
              <a:ext uri="{28A0092B-C50C-407E-A947-70E740481C1C}">
                <a14:useLocalDpi xmlns:a14="http://schemas.microsoft.com/office/drawing/2010/main" val="0"/>
              </a:ext>
            </a:extLst>
          </a:blip>
          <a:srcRect l="20612" t="12043" r="23477" b="15786"/>
          <a:stretch/>
        </p:blipFill>
        <p:spPr>
          <a:xfrm>
            <a:off x="7889357" y="1150702"/>
            <a:ext cx="3530010" cy="4556595"/>
          </a:xfrm>
          <a:prstGeom prst="rect">
            <a:avLst/>
          </a:prstGeom>
        </p:spPr>
      </p:pic>
    </p:spTree>
    <p:custDataLst>
      <p:tags r:id="rId1"/>
    </p:custDataLst>
    <p:extLst>
      <p:ext uri="{BB962C8B-B14F-4D97-AF65-F5344CB8AC3E}">
        <p14:creationId xmlns:p14="http://schemas.microsoft.com/office/powerpoint/2010/main" val="87202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1000"/>
                                        <p:tgtEl>
                                          <p:spTgt spid="3">
                                            <p:txEl>
                                              <p:pRg st="6" end="6"/>
                                            </p:txEl>
                                          </p:spTgt>
                                        </p:tgtEl>
                                      </p:cBhvr>
                                    </p:animEffect>
                                    <p:anim calcmode="lin" valueType="num">
                                      <p:cBhvr>
                                        <p:cTn id="3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467C2-EEAF-2522-9A93-1226ACCDB274}"/>
              </a:ext>
            </a:extLst>
          </p:cNvPr>
          <p:cNvSpPr>
            <a:spLocks noGrp="1"/>
          </p:cNvSpPr>
          <p:nvPr>
            <p:ph type="title"/>
          </p:nvPr>
        </p:nvSpPr>
        <p:spPr/>
        <p:txBody>
          <a:bodyPr/>
          <a:lstStyle/>
          <a:p>
            <a:r>
              <a:rPr lang="en-US" dirty="0"/>
              <a:t>Why Deductibles?</a:t>
            </a:r>
            <a:endParaRPr lang="en-IN" dirty="0"/>
          </a:p>
        </p:txBody>
      </p:sp>
      <p:sp>
        <p:nvSpPr>
          <p:cNvPr id="3" name="Text Placeholder 2">
            <a:extLst>
              <a:ext uri="{FF2B5EF4-FFF2-40B4-BE49-F238E27FC236}">
                <a16:creationId xmlns:a16="http://schemas.microsoft.com/office/drawing/2014/main" id="{AB3D16A1-6F11-BCEA-C3D8-C1CCF6CC8223}"/>
              </a:ext>
            </a:extLst>
          </p:cNvPr>
          <p:cNvSpPr>
            <a:spLocks noGrp="1"/>
          </p:cNvSpPr>
          <p:nvPr>
            <p:ph type="body" sz="quarter" idx="53"/>
          </p:nvPr>
        </p:nvSpPr>
        <p:spPr>
          <a:xfrm>
            <a:off x="6425178" y="1262047"/>
            <a:ext cx="5541163" cy="2273278"/>
          </a:xfrm>
        </p:spPr>
        <p:txBody>
          <a:bodyPr/>
          <a:lstStyle/>
          <a:p>
            <a:pPr marL="0" indent="0">
              <a:buNone/>
            </a:pPr>
            <a:r>
              <a:rPr lang="en-US" sz="1800" b="1" dirty="0"/>
              <a:t>Help reduce Moral Hazard</a:t>
            </a:r>
          </a:p>
          <a:p>
            <a:pPr marL="0" indent="0">
              <a:buNone/>
            </a:pPr>
            <a:endParaRPr lang="en-US" sz="1400" b="1" dirty="0"/>
          </a:p>
          <a:p>
            <a:pPr marL="0" indent="0">
              <a:buNone/>
            </a:pPr>
            <a:r>
              <a:rPr lang="en-US" sz="1400" dirty="0"/>
              <a:t>Moral hazard is the behavioral risk that the policyholder will purposefully seek out insurance payouts. To prevent policyholders from not acting in good faith, insurance companies include a deductible. The deductible provides a financial incentive for the policyholder to act in good faith and not purposefully engage in risky behavior</a:t>
            </a:r>
          </a:p>
          <a:p>
            <a:pPr marL="0" indent="0">
              <a:buNone/>
            </a:pPr>
            <a:endParaRPr lang="en-IN" sz="1400" dirty="0"/>
          </a:p>
        </p:txBody>
      </p:sp>
      <p:sp>
        <p:nvSpPr>
          <p:cNvPr id="5" name="Text Placeholder 2">
            <a:extLst>
              <a:ext uri="{FF2B5EF4-FFF2-40B4-BE49-F238E27FC236}">
                <a16:creationId xmlns:a16="http://schemas.microsoft.com/office/drawing/2014/main" id="{425EF100-E277-F80C-E1C5-0AA6EA06A5A0}"/>
              </a:ext>
            </a:extLst>
          </p:cNvPr>
          <p:cNvSpPr txBox="1">
            <a:spLocks/>
          </p:cNvSpPr>
          <p:nvPr/>
        </p:nvSpPr>
        <p:spPr>
          <a:xfrm>
            <a:off x="6425177" y="3727484"/>
            <a:ext cx="5541163" cy="2273278"/>
          </a:xfrm>
          <a:prstGeom prst="rect">
            <a:avLst/>
          </a:prstGeom>
          <a:solidFill>
            <a:schemeClr val="bg1"/>
          </a:solidFill>
        </p:spPr>
        <p:txBody>
          <a:bodyPr vert="horz" lIns="72000" tIns="36000" rIns="36000" bIns="36000" rtlCol="0" anchor="t">
            <a:noAutofit/>
          </a:bodyPr>
          <a:lstStyle>
            <a:lvl1pPr marL="182880" indent="-182880" algn="l" defTabSz="914400" rtl="0" eaLnBrk="1" latinLnBrk="0" hangingPunct="1">
              <a:lnSpc>
                <a:spcPct val="120000"/>
              </a:lnSpc>
              <a:spcBef>
                <a:spcPts val="0"/>
              </a:spcBef>
              <a:buFont typeface="Arial" panose="020B0604020202020204" pitchFamily="34" charset="0"/>
              <a:buChar char="•"/>
              <a:defRPr sz="1000" kern="1200">
                <a:solidFill>
                  <a:schemeClr val="tx1"/>
                </a:solidFill>
                <a:latin typeface="Avenir Next LT Pro" panose="020B0504020202020204" pitchFamily="34" charset="77"/>
                <a:ea typeface="+mn-ea"/>
                <a:cs typeface="+mn-cs"/>
              </a:defRPr>
            </a:lvl1pPr>
            <a:lvl2pPr marL="365760" indent="-182880" algn="l" defTabSz="914400" rtl="0" eaLnBrk="1" latinLnBrk="0" hangingPunct="1">
              <a:lnSpc>
                <a:spcPct val="120000"/>
              </a:lnSpc>
              <a:spcBef>
                <a:spcPts val="0"/>
              </a:spcBef>
              <a:buFont typeface="Avenir Next LT Pro" panose="020B0504020202020204" pitchFamily="34" charset="0"/>
              <a:buChar char="–"/>
              <a:defRPr sz="900" kern="1200">
                <a:solidFill>
                  <a:schemeClr val="tx1"/>
                </a:solidFill>
                <a:latin typeface="Avenir Next LT Pro" panose="020B0504020202020204" pitchFamily="34" charset="77"/>
                <a:ea typeface="+mn-ea"/>
                <a:cs typeface="+mn-cs"/>
              </a:defRPr>
            </a:lvl2pPr>
            <a:lvl3pPr marL="548640" indent="-182880" algn="l" defTabSz="914400" rtl="0" eaLnBrk="1" latinLnBrk="0" hangingPunct="1">
              <a:lnSpc>
                <a:spcPct val="120000"/>
              </a:lnSpc>
              <a:spcBef>
                <a:spcPts val="0"/>
              </a:spcBef>
              <a:buFont typeface="Arial" panose="020B0604020202020204" pitchFamily="34" charset="0"/>
              <a:buChar char="•"/>
              <a:defRPr sz="800" kern="1200">
                <a:solidFill>
                  <a:schemeClr val="tx1"/>
                </a:solidFill>
                <a:latin typeface="Avenir Next LT Pro" panose="020B0504020202020204" pitchFamily="34" charset="77"/>
                <a:ea typeface="+mn-ea"/>
                <a:cs typeface="+mn-cs"/>
              </a:defRPr>
            </a:lvl3pPr>
            <a:lvl4pPr marL="731520" indent="-182880" algn="l" defTabSz="914400" rtl="0" eaLnBrk="1" latinLnBrk="0" hangingPunct="1">
              <a:lnSpc>
                <a:spcPct val="120000"/>
              </a:lnSpc>
              <a:spcBef>
                <a:spcPts val="0"/>
              </a:spcBef>
              <a:buFont typeface="Avenir Next LT Pro" panose="020B0504020202020204" pitchFamily="34" charset="0"/>
              <a:buChar char="–"/>
              <a:defRPr sz="700" kern="1200">
                <a:solidFill>
                  <a:schemeClr val="tx1"/>
                </a:solidFill>
                <a:latin typeface="Avenir Next LT Pro" panose="020B0504020202020204" pitchFamily="34" charset="77"/>
                <a:ea typeface="+mn-ea"/>
                <a:cs typeface="+mn-cs"/>
              </a:defRPr>
            </a:lvl4pPr>
            <a:lvl5pPr marL="914400" indent="-182880" algn="l" defTabSz="914400" rtl="0" eaLnBrk="1" latinLnBrk="0" hangingPunct="1">
              <a:lnSpc>
                <a:spcPct val="120000"/>
              </a:lnSpc>
              <a:spcBef>
                <a:spcPts val="0"/>
              </a:spcBef>
              <a:buFont typeface="Arial" panose="020B0604020202020204" pitchFamily="34" charset="0"/>
              <a:buChar char="•"/>
              <a:defRPr sz="700" kern="1200">
                <a:solidFill>
                  <a:schemeClr val="tx1"/>
                </a:solidFill>
                <a:latin typeface="Avenir Next LT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dirty="0"/>
              <a:t>Reduction of claims</a:t>
            </a:r>
          </a:p>
          <a:p>
            <a:pPr marL="0" indent="0">
              <a:buFont typeface="Arial" panose="020B0604020202020204" pitchFamily="34" charset="0"/>
              <a:buNone/>
            </a:pPr>
            <a:endParaRPr lang="en-US" sz="1400" b="1" dirty="0"/>
          </a:p>
          <a:p>
            <a:pPr marL="0" indent="0">
              <a:buFont typeface="Arial" panose="020B0604020202020204" pitchFamily="34" charset="0"/>
              <a:buNone/>
            </a:pPr>
            <a:r>
              <a:rPr lang="en-US" sz="1400" dirty="0"/>
              <a:t>The inclusion of deductibles within insurance policies helps protect the insurance company from having to pay out every single insurance policy. Therefore, a deductible shares the risk between the insurer and the policyholder. Since the inclusion of deductibles decreases risk, insurance companies must ask for lesser insurance premiums because they are taking on less risk.</a:t>
            </a:r>
            <a:endParaRPr lang="en-IN" sz="1400" dirty="0"/>
          </a:p>
        </p:txBody>
      </p:sp>
    </p:spTree>
    <p:custDataLst>
      <p:tags r:id="rId1"/>
    </p:custDataLst>
    <p:extLst>
      <p:ext uri="{BB962C8B-B14F-4D97-AF65-F5344CB8AC3E}">
        <p14:creationId xmlns:p14="http://schemas.microsoft.com/office/powerpoint/2010/main" val="3968735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bg/>
                                          </p:spTgt>
                                        </p:tgtEl>
                                        <p:attrNameLst>
                                          <p:attrName>style.visibility</p:attrName>
                                        </p:attrNameLst>
                                      </p:cBhvr>
                                      <p:to>
                                        <p:strVal val="visible"/>
                                      </p:to>
                                    </p:set>
                                    <p:animEffect transition="in" filter="fade">
                                      <p:cBhvr>
                                        <p:cTn id="28" dur="1000"/>
                                        <p:tgtEl>
                                          <p:spTgt spid="5">
                                            <p:bg/>
                                          </p:spTgt>
                                        </p:tgtEl>
                                      </p:cBhvr>
                                    </p:animEffect>
                                    <p:anim calcmode="lin" valueType="num">
                                      <p:cBhvr>
                                        <p:cTn id="29" dur="1000" fill="hold"/>
                                        <p:tgtEl>
                                          <p:spTgt spid="5">
                                            <p:bg/>
                                          </p:spTgt>
                                        </p:tgtEl>
                                        <p:attrNameLst>
                                          <p:attrName>ppt_x</p:attrName>
                                        </p:attrNameLst>
                                      </p:cBhvr>
                                      <p:tavLst>
                                        <p:tav tm="0">
                                          <p:val>
                                            <p:strVal val="#ppt_x"/>
                                          </p:val>
                                        </p:tav>
                                        <p:tav tm="100000">
                                          <p:val>
                                            <p:strVal val="#ppt_x"/>
                                          </p:val>
                                        </p:tav>
                                      </p:tavLst>
                                    </p:anim>
                                    <p:anim calcmode="lin" valueType="num">
                                      <p:cBhvr>
                                        <p:cTn id="30" dur="1000" fill="hold"/>
                                        <p:tgtEl>
                                          <p:spTgt spid="5">
                                            <p:bg/>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xEl>
                                              <p:pRg st="0" end="0"/>
                                            </p:txEl>
                                          </p:spTgt>
                                        </p:tgtEl>
                                        <p:attrNameLst>
                                          <p:attrName>style.visibility</p:attrName>
                                        </p:attrNameLst>
                                      </p:cBhvr>
                                      <p:to>
                                        <p:strVal val="visible"/>
                                      </p:to>
                                    </p:set>
                                    <p:animEffect transition="in" filter="fade">
                                      <p:cBhvr>
                                        <p:cTn id="35" dur="1000"/>
                                        <p:tgtEl>
                                          <p:spTgt spid="5">
                                            <p:txEl>
                                              <p:pRg st="0" end="0"/>
                                            </p:txEl>
                                          </p:spTgt>
                                        </p:tgtEl>
                                      </p:cBhvr>
                                    </p:animEffect>
                                    <p:anim calcmode="lin" valueType="num">
                                      <p:cBhvr>
                                        <p:cTn id="36"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
                                            <p:txEl>
                                              <p:pRg st="2" end="2"/>
                                            </p:txEl>
                                          </p:spTgt>
                                        </p:tgtEl>
                                        <p:attrNameLst>
                                          <p:attrName>style.visibility</p:attrName>
                                        </p:attrNameLst>
                                      </p:cBhvr>
                                      <p:to>
                                        <p:strVal val="visible"/>
                                      </p:to>
                                    </p:set>
                                    <p:animEffect transition="in" filter="fade">
                                      <p:cBhvr>
                                        <p:cTn id="42" dur="1000"/>
                                        <p:tgtEl>
                                          <p:spTgt spid="5">
                                            <p:txEl>
                                              <p:pRg st="2" end="2"/>
                                            </p:txEl>
                                          </p:spTgt>
                                        </p:tgtEl>
                                      </p:cBhvr>
                                    </p:animEffect>
                                    <p:anim calcmode="lin" valueType="num">
                                      <p:cBhvr>
                                        <p:cTn id="4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60643-99BE-EE7A-1429-CE2BA404B864}"/>
              </a:ext>
            </a:extLst>
          </p:cNvPr>
          <p:cNvSpPr>
            <a:spLocks noGrp="1"/>
          </p:cNvSpPr>
          <p:nvPr>
            <p:ph type="title"/>
          </p:nvPr>
        </p:nvSpPr>
        <p:spPr/>
        <p:txBody>
          <a:bodyPr/>
          <a:lstStyle/>
          <a:p>
            <a:r>
              <a:rPr lang="en-US" dirty="0"/>
              <a:t>Self Insured Retention (SIR)</a:t>
            </a:r>
            <a:endParaRPr lang="en-IN" dirty="0"/>
          </a:p>
        </p:txBody>
      </p:sp>
      <p:sp>
        <p:nvSpPr>
          <p:cNvPr id="3" name="TextBox 2">
            <a:extLst>
              <a:ext uri="{FF2B5EF4-FFF2-40B4-BE49-F238E27FC236}">
                <a16:creationId xmlns:a16="http://schemas.microsoft.com/office/drawing/2014/main" id="{8B0EDCB2-D081-8178-9DC4-9BE6721935EC}"/>
              </a:ext>
            </a:extLst>
          </p:cNvPr>
          <p:cNvSpPr txBox="1"/>
          <p:nvPr/>
        </p:nvSpPr>
        <p:spPr>
          <a:xfrm>
            <a:off x="225659" y="1229450"/>
            <a:ext cx="11098015" cy="2246769"/>
          </a:xfrm>
          <a:prstGeom prst="rect">
            <a:avLst/>
          </a:prstGeom>
          <a:noFill/>
        </p:spPr>
        <p:txBody>
          <a:bodyPr wrap="square" rtlCol="0">
            <a:spAutoFit/>
          </a:bodyPr>
          <a:lstStyle/>
          <a:p>
            <a:pPr marL="285750" indent="-285750">
              <a:buFont typeface="Arial" panose="020B0604020202020204" pitchFamily="34" charset="0"/>
              <a:buChar char="•"/>
            </a:pPr>
            <a:r>
              <a:rPr lang="en-US" sz="1400" dirty="0"/>
              <a:t>Self-insured retention is a dollar amount specified in a liability insurance policy that must be paid by the insured before the insurance policy will respond to a loss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Under a policy written with a self-insured retention (SIR) provision, the insured (rather than the insurer) pays the defense and/or indemnity costs associated with a claim until the SIR limit is reached. After that point, the insurer would make any additional payments for defense and indemnity that were covered by the policy</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In a Self-Insured Retention Insurance Policy, not only does the insured need to pay the up-front SIR in a given claim, but the insured also takes over the role of managing the claim up to the SIR amount</a:t>
            </a:r>
          </a:p>
          <a:p>
            <a:pPr marL="285750" indent="-285750">
              <a:buFont typeface="Arial" panose="020B0604020202020204" pitchFamily="34" charset="0"/>
              <a:buChar char="•"/>
            </a:pPr>
            <a:endParaRPr lang="en-US" sz="1400" dirty="0"/>
          </a:p>
        </p:txBody>
      </p:sp>
      <p:pic>
        <p:nvPicPr>
          <p:cNvPr id="5" name="Picture 4" descr="A picture containing text, screenshot, diagram, design&#10;&#10;Description automatically generated">
            <a:extLst>
              <a:ext uri="{FF2B5EF4-FFF2-40B4-BE49-F238E27FC236}">
                <a16:creationId xmlns:a16="http://schemas.microsoft.com/office/drawing/2014/main" id="{C7009EA0-38D6-AA1A-3E88-55CD899C2071}"/>
              </a:ext>
            </a:extLst>
          </p:cNvPr>
          <p:cNvPicPr>
            <a:picLocks noChangeAspect="1"/>
          </p:cNvPicPr>
          <p:nvPr/>
        </p:nvPicPr>
        <p:blipFill rotWithShape="1">
          <a:blip r:embed="rId3">
            <a:extLst>
              <a:ext uri="{28A0092B-C50C-407E-A947-70E740481C1C}">
                <a14:useLocalDpi xmlns:a14="http://schemas.microsoft.com/office/drawing/2010/main" val="0"/>
              </a:ext>
            </a:extLst>
          </a:blip>
          <a:srcRect b="9341"/>
          <a:stretch/>
        </p:blipFill>
        <p:spPr>
          <a:xfrm>
            <a:off x="2843212" y="3429000"/>
            <a:ext cx="6505575" cy="3307280"/>
          </a:xfrm>
          <a:prstGeom prst="rect">
            <a:avLst/>
          </a:prstGeom>
        </p:spPr>
      </p:pic>
    </p:spTree>
    <p:custDataLst>
      <p:tags r:id="rId1"/>
    </p:custDataLst>
    <p:extLst>
      <p:ext uri="{BB962C8B-B14F-4D97-AF65-F5344CB8AC3E}">
        <p14:creationId xmlns:p14="http://schemas.microsoft.com/office/powerpoint/2010/main" val="73182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51BCA-D122-5E0A-B653-C4F20B4DF26A}"/>
              </a:ext>
            </a:extLst>
          </p:cNvPr>
          <p:cNvSpPr>
            <a:spLocks noGrp="1"/>
          </p:cNvSpPr>
          <p:nvPr>
            <p:ph type="title"/>
          </p:nvPr>
        </p:nvSpPr>
        <p:spPr/>
        <p:txBody>
          <a:bodyPr/>
          <a:lstStyle/>
          <a:p>
            <a:r>
              <a:rPr lang="en-US" dirty="0"/>
              <a:t>Deductible Vs SIR</a:t>
            </a:r>
            <a:endParaRPr lang="en-IN" dirty="0"/>
          </a:p>
        </p:txBody>
      </p:sp>
      <p:sp>
        <p:nvSpPr>
          <p:cNvPr id="3" name="Text Placeholder 2">
            <a:extLst>
              <a:ext uri="{FF2B5EF4-FFF2-40B4-BE49-F238E27FC236}">
                <a16:creationId xmlns:a16="http://schemas.microsoft.com/office/drawing/2014/main" id="{F7EE7ECA-632B-6797-6EC3-8E2F3CCEA7A6}"/>
              </a:ext>
            </a:extLst>
          </p:cNvPr>
          <p:cNvSpPr>
            <a:spLocks noGrp="1"/>
          </p:cNvSpPr>
          <p:nvPr>
            <p:ph type="body" sz="quarter" idx="12"/>
          </p:nvPr>
        </p:nvSpPr>
        <p:spPr/>
        <p:txBody>
          <a:bodyPr>
            <a:noAutofit/>
          </a:bodyPr>
          <a:lstStyle/>
          <a:p>
            <a:pPr indent="0">
              <a:buNone/>
            </a:pPr>
            <a:r>
              <a:rPr lang="en-US" b="1" dirty="0"/>
              <a:t>Deductible</a:t>
            </a:r>
          </a:p>
          <a:p>
            <a:pPr indent="0">
              <a:buNone/>
            </a:pPr>
            <a:endParaRPr lang="en-US" sz="1200" b="1" dirty="0"/>
          </a:p>
          <a:p>
            <a:pPr marL="285750" indent="-285750"/>
            <a:r>
              <a:rPr lang="en-US" sz="1200" dirty="0"/>
              <a:t>In a deductible-based policy, the insurance company pays the full value of the claim up to the policy limit. After insurance company has paid the bill, they will charge the insured for the money they spent up to the amount of insured’s policy’s deductible</a:t>
            </a:r>
          </a:p>
          <a:p>
            <a:pPr marL="285750" indent="-285750"/>
            <a:r>
              <a:rPr lang="en-US" sz="1200" dirty="0"/>
              <a:t>Deductibles erode the limit of your insurance policy. Let’s assume you have a standard $1 million policy limit with a $50,000 deductible. In the event of a loss, the insurer will be responsible for $950,000, since the insured is required to reimburse the insurer for the full deductible amount.</a:t>
            </a:r>
          </a:p>
          <a:p>
            <a:pPr indent="0">
              <a:buNone/>
            </a:pPr>
            <a:endParaRPr lang="en-US" sz="1200" dirty="0"/>
          </a:p>
          <a:p>
            <a:pPr indent="0">
              <a:buNone/>
            </a:pPr>
            <a:r>
              <a:rPr lang="en-US" b="1" i="1" u="sng" dirty="0"/>
              <a:t>Case Study</a:t>
            </a:r>
          </a:p>
          <a:p>
            <a:pPr indent="0">
              <a:buNone/>
            </a:pPr>
            <a:r>
              <a:rPr lang="en-US" sz="1200" dirty="0"/>
              <a:t>Margret owns a business that sells vintage typewriters, and because they are so valuable, Margret have a commercial property insurance policy. A fire damages Margret’s business property, and her insurance company calculates that there was $15,000 worth of property damage done to her business. Margret’s policy has a limit of $30,000 with $5,000 deductible. The insurance company pays for the $15,000 worth of damage and later sends a bill for the $5,000 deductible that Margret owes them.</a:t>
            </a:r>
          </a:p>
        </p:txBody>
      </p:sp>
      <p:sp>
        <p:nvSpPr>
          <p:cNvPr id="4" name="Text Placeholder 3">
            <a:extLst>
              <a:ext uri="{FF2B5EF4-FFF2-40B4-BE49-F238E27FC236}">
                <a16:creationId xmlns:a16="http://schemas.microsoft.com/office/drawing/2014/main" id="{20C61EEF-F5F6-A177-DBBB-A04A42DFA7B9}"/>
              </a:ext>
            </a:extLst>
          </p:cNvPr>
          <p:cNvSpPr>
            <a:spLocks noGrp="1"/>
          </p:cNvSpPr>
          <p:nvPr>
            <p:ph type="body" sz="quarter" idx="13"/>
          </p:nvPr>
        </p:nvSpPr>
        <p:spPr/>
        <p:txBody>
          <a:bodyPr>
            <a:noAutofit/>
          </a:bodyPr>
          <a:lstStyle/>
          <a:p>
            <a:pPr indent="0">
              <a:buNone/>
            </a:pPr>
            <a:r>
              <a:rPr lang="en-US" b="1" dirty="0"/>
              <a:t>Self Insured Retention</a:t>
            </a:r>
          </a:p>
          <a:p>
            <a:pPr indent="0">
              <a:buNone/>
            </a:pPr>
            <a:endParaRPr lang="en-US" sz="1200" b="1" dirty="0"/>
          </a:p>
          <a:p>
            <a:pPr marL="285750" indent="-285750"/>
            <a:r>
              <a:rPr lang="en-US" sz="1200" dirty="0"/>
              <a:t>In a Self-Insured Retention plan, insured will pay the initial SIR amount out-of-pocket, with no input or support from the insurance company</a:t>
            </a:r>
          </a:p>
          <a:p>
            <a:pPr marL="285750" indent="-285750"/>
            <a:r>
              <a:rPr lang="en-US" sz="1200" dirty="0"/>
              <a:t>For a claim that is lower than the SIR amount, generally there is no need to even inform the insurance company about the claim</a:t>
            </a:r>
          </a:p>
          <a:p>
            <a:pPr marL="285750" indent="-285750"/>
            <a:r>
              <a:rPr lang="en-US" sz="1200" dirty="0"/>
              <a:t>Once insured has paid the SIR amount, the insurance company can then step in and pay for any amount above the SIR amount and under the insured’s policy’s maximum limit</a:t>
            </a:r>
          </a:p>
          <a:p>
            <a:pPr marL="285750" indent="-285750"/>
            <a:r>
              <a:rPr lang="en-US" sz="1200" dirty="0"/>
              <a:t>SIR does not erode the limit of your insurance policy. Let’s assume you have a standard $1 million policy limit with a $50,000 SIR. In the event of a loss, the insured is immediately responsible for the first $50,000 of any one claim, and the insurance company is responsible for the full $1 million limit.</a:t>
            </a:r>
          </a:p>
          <a:p>
            <a:pPr indent="0">
              <a:buNone/>
            </a:pPr>
            <a:endParaRPr lang="en-US" sz="1200" dirty="0"/>
          </a:p>
          <a:p>
            <a:pPr indent="0">
              <a:buNone/>
            </a:pPr>
            <a:r>
              <a:rPr lang="en-US" b="1" i="1" u="sng" dirty="0"/>
              <a:t>Case Study</a:t>
            </a:r>
          </a:p>
          <a:p>
            <a:pPr indent="0">
              <a:buNone/>
            </a:pPr>
            <a:r>
              <a:rPr lang="en-US" sz="1200" dirty="0"/>
              <a:t> Victor owns a business that sells motorcycles, and because they are so dangerous, he have a general liability policy. A child starts a motorcycle in Victor’s showroom and attempts to ride it down a narrow hall. He runs over the foot of a customer in their mid-thirties, who decides to sue Victor for the accident. She wants $75,000 for medical expenses and lost income. Victor is insured for $1 million with a Self-Insured Retention of $200,000. Victor manage to negotiate the claim down to $60,000 with the help of his in-house lawyers. Victor pay her the $60,000 out of a fund he had set aside for cases like these, and Victor’s insurance company has no involvement in the claim.</a:t>
            </a:r>
          </a:p>
        </p:txBody>
      </p:sp>
    </p:spTree>
    <p:custDataLst>
      <p:tags r:id="rId1"/>
    </p:custDataLst>
    <p:extLst>
      <p:ext uri="{BB962C8B-B14F-4D97-AF65-F5344CB8AC3E}">
        <p14:creationId xmlns:p14="http://schemas.microsoft.com/office/powerpoint/2010/main" val="2721843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1000"/>
                                        <p:tgtEl>
                                          <p:spTgt spid="3">
                                            <p:bg/>
                                          </p:spTgt>
                                        </p:tgtEl>
                                      </p:cBhvr>
                                    </p:animEffect>
                                    <p:anim calcmode="lin" valueType="num">
                                      <p:cBhvr>
                                        <p:cTn id="8" dur="1000" fill="hold"/>
                                        <p:tgtEl>
                                          <p:spTgt spid="3">
                                            <p:bg/>
                                          </p:spTgt>
                                        </p:tgtEl>
                                        <p:attrNameLst>
                                          <p:attrName>ppt_x</p:attrName>
                                        </p:attrNameLst>
                                      </p:cBhvr>
                                      <p:tavLst>
                                        <p:tav tm="0">
                                          <p:val>
                                            <p:strVal val="#ppt_x"/>
                                          </p:val>
                                        </p:tav>
                                        <p:tav tm="100000">
                                          <p:val>
                                            <p:strVal val="#ppt_x"/>
                                          </p:val>
                                        </p:tav>
                                      </p:tavLst>
                                    </p:anim>
                                    <p:anim calcmode="lin" valueType="num">
                                      <p:cBhvr>
                                        <p:cTn id="9"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bg/>
                                          </p:spTgt>
                                        </p:tgtEl>
                                        <p:attrNameLst>
                                          <p:attrName>style.visibility</p:attrName>
                                        </p:attrNameLst>
                                      </p:cBhvr>
                                      <p:to>
                                        <p:strVal val="visible"/>
                                      </p:to>
                                    </p:set>
                                    <p:animEffect transition="in" filter="fade">
                                      <p:cBhvr>
                                        <p:cTn id="49" dur="1000"/>
                                        <p:tgtEl>
                                          <p:spTgt spid="4">
                                            <p:bg/>
                                          </p:spTgt>
                                        </p:tgtEl>
                                      </p:cBhvr>
                                    </p:animEffect>
                                    <p:anim calcmode="lin" valueType="num">
                                      <p:cBhvr>
                                        <p:cTn id="50" dur="1000" fill="hold"/>
                                        <p:tgtEl>
                                          <p:spTgt spid="4">
                                            <p:bg/>
                                          </p:spTgt>
                                        </p:tgtEl>
                                        <p:attrNameLst>
                                          <p:attrName>ppt_x</p:attrName>
                                        </p:attrNameLst>
                                      </p:cBhvr>
                                      <p:tavLst>
                                        <p:tav tm="0">
                                          <p:val>
                                            <p:strVal val="#ppt_x"/>
                                          </p:val>
                                        </p:tav>
                                        <p:tav tm="100000">
                                          <p:val>
                                            <p:strVal val="#ppt_x"/>
                                          </p:val>
                                        </p:tav>
                                      </p:tavLst>
                                    </p:anim>
                                    <p:anim calcmode="lin" valueType="num">
                                      <p:cBhvr>
                                        <p:cTn id="51" dur="1000" fill="hold"/>
                                        <p:tgtEl>
                                          <p:spTgt spid="4">
                                            <p:bg/>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
                                            <p:txEl>
                                              <p:pRg st="0" end="0"/>
                                            </p:txEl>
                                          </p:spTgt>
                                        </p:tgtEl>
                                        <p:attrNameLst>
                                          <p:attrName>style.visibility</p:attrName>
                                        </p:attrNameLst>
                                      </p:cBhvr>
                                      <p:to>
                                        <p:strVal val="visible"/>
                                      </p:to>
                                    </p:set>
                                    <p:animEffect transition="in" filter="fade">
                                      <p:cBhvr>
                                        <p:cTn id="56" dur="1000"/>
                                        <p:tgtEl>
                                          <p:spTgt spid="4">
                                            <p:txEl>
                                              <p:pRg st="0" end="0"/>
                                            </p:txEl>
                                          </p:spTgt>
                                        </p:tgtEl>
                                      </p:cBhvr>
                                    </p:animEffect>
                                    <p:anim calcmode="lin" valueType="num">
                                      <p:cBhvr>
                                        <p:cTn id="57"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
                                            <p:txEl>
                                              <p:pRg st="2" end="2"/>
                                            </p:txEl>
                                          </p:spTgt>
                                        </p:tgtEl>
                                        <p:attrNameLst>
                                          <p:attrName>style.visibility</p:attrName>
                                        </p:attrNameLst>
                                      </p:cBhvr>
                                      <p:to>
                                        <p:strVal val="visible"/>
                                      </p:to>
                                    </p:set>
                                    <p:animEffect transition="in" filter="fade">
                                      <p:cBhvr>
                                        <p:cTn id="63" dur="1000"/>
                                        <p:tgtEl>
                                          <p:spTgt spid="4">
                                            <p:txEl>
                                              <p:pRg st="2" end="2"/>
                                            </p:txEl>
                                          </p:spTgt>
                                        </p:tgtEl>
                                      </p:cBhvr>
                                    </p:animEffect>
                                    <p:anim calcmode="lin" valueType="num">
                                      <p:cBhvr>
                                        <p:cTn id="64"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4">
                                            <p:txEl>
                                              <p:pRg st="3" end="3"/>
                                            </p:txEl>
                                          </p:spTgt>
                                        </p:tgtEl>
                                        <p:attrNameLst>
                                          <p:attrName>style.visibility</p:attrName>
                                        </p:attrNameLst>
                                      </p:cBhvr>
                                      <p:to>
                                        <p:strVal val="visible"/>
                                      </p:to>
                                    </p:set>
                                    <p:animEffect transition="in" filter="fade">
                                      <p:cBhvr>
                                        <p:cTn id="70" dur="1000"/>
                                        <p:tgtEl>
                                          <p:spTgt spid="4">
                                            <p:txEl>
                                              <p:pRg st="3" end="3"/>
                                            </p:txEl>
                                          </p:spTgt>
                                        </p:tgtEl>
                                      </p:cBhvr>
                                    </p:animEffect>
                                    <p:anim calcmode="lin" valueType="num">
                                      <p:cBhvr>
                                        <p:cTn id="71"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72"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4">
                                            <p:txEl>
                                              <p:pRg st="4" end="4"/>
                                            </p:txEl>
                                          </p:spTgt>
                                        </p:tgtEl>
                                        <p:attrNameLst>
                                          <p:attrName>style.visibility</p:attrName>
                                        </p:attrNameLst>
                                      </p:cBhvr>
                                      <p:to>
                                        <p:strVal val="visible"/>
                                      </p:to>
                                    </p:set>
                                    <p:animEffect transition="in" filter="fade">
                                      <p:cBhvr>
                                        <p:cTn id="77" dur="1000"/>
                                        <p:tgtEl>
                                          <p:spTgt spid="4">
                                            <p:txEl>
                                              <p:pRg st="4" end="4"/>
                                            </p:txEl>
                                          </p:spTgt>
                                        </p:tgtEl>
                                      </p:cBhvr>
                                    </p:animEffect>
                                    <p:anim calcmode="lin" valueType="num">
                                      <p:cBhvr>
                                        <p:cTn id="7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7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4">
                                            <p:txEl>
                                              <p:pRg st="5" end="5"/>
                                            </p:txEl>
                                          </p:spTgt>
                                        </p:tgtEl>
                                        <p:attrNameLst>
                                          <p:attrName>style.visibility</p:attrName>
                                        </p:attrNameLst>
                                      </p:cBhvr>
                                      <p:to>
                                        <p:strVal val="visible"/>
                                      </p:to>
                                    </p:set>
                                    <p:animEffect transition="in" filter="fade">
                                      <p:cBhvr>
                                        <p:cTn id="84" dur="1000"/>
                                        <p:tgtEl>
                                          <p:spTgt spid="4">
                                            <p:txEl>
                                              <p:pRg st="5" end="5"/>
                                            </p:txEl>
                                          </p:spTgt>
                                        </p:tgtEl>
                                      </p:cBhvr>
                                    </p:animEffect>
                                    <p:anim calcmode="lin" valueType="num">
                                      <p:cBhvr>
                                        <p:cTn id="8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86"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4">
                                            <p:txEl>
                                              <p:pRg st="7" end="7"/>
                                            </p:txEl>
                                          </p:spTgt>
                                        </p:tgtEl>
                                        <p:attrNameLst>
                                          <p:attrName>style.visibility</p:attrName>
                                        </p:attrNameLst>
                                      </p:cBhvr>
                                      <p:to>
                                        <p:strVal val="visible"/>
                                      </p:to>
                                    </p:set>
                                    <p:animEffect transition="in" filter="fade">
                                      <p:cBhvr>
                                        <p:cTn id="91" dur="1000"/>
                                        <p:tgtEl>
                                          <p:spTgt spid="4">
                                            <p:txEl>
                                              <p:pRg st="7" end="7"/>
                                            </p:txEl>
                                          </p:spTgt>
                                        </p:tgtEl>
                                      </p:cBhvr>
                                    </p:animEffect>
                                    <p:anim calcmode="lin" valueType="num">
                                      <p:cBhvr>
                                        <p:cTn id="92"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93"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4">
                                            <p:txEl>
                                              <p:pRg st="8" end="8"/>
                                            </p:txEl>
                                          </p:spTgt>
                                        </p:tgtEl>
                                        <p:attrNameLst>
                                          <p:attrName>style.visibility</p:attrName>
                                        </p:attrNameLst>
                                      </p:cBhvr>
                                      <p:to>
                                        <p:strVal val="visible"/>
                                      </p:to>
                                    </p:set>
                                    <p:animEffect transition="in" filter="fade">
                                      <p:cBhvr>
                                        <p:cTn id="98" dur="1000"/>
                                        <p:tgtEl>
                                          <p:spTgt spid="4">
                                            <p:txEl>
                                              <p:pRg st="8" end="8"/>
                                            </p:txEl>
                                          </p:spTgt>
                                        </p:tgtEl>
                                      </p:cBhvr>
                                    </p:animEffect>
                                    <p:anim calcmode="lin" valueType="num">
                                      <p:cBhvr>
                                        <p:cTn id="99"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00"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823877C-FCEA-586A-430C-39A9B8C4751D}"/>
              </a:ext>
            </a:extLst>
          </p:cNvPr>
          <p:cNvSpPr>
            <a:spLocks noGrp="1"/>
          </p:cNvSpPr>
          <p:nvPr>
            <p:ph type="body" sz="quarter" idx="10"/>
          </p:nvPr>
        </p:nvSpPr>
        <p:spPr>
          <a:xfrm>
            <a:off x="463803" y="2238744"/>
            <a:ext cx="5197475" cy="1067982"/>
          </a:xfrm>
        </p:spPr>
        <p:txBody>
          <a:bodyPr vert="horz" lIns="91440" tIns="45720" rIns="91440" bIns="45720" rtlCol="0" anchor="t">
            <a:noAutofit/>
          </a:bodyPr>
          <a:lstStyle/>
          <a:p>
            <a:r>
              <a:rPr lang="en-US" sz="4000" dirty="0">
                <a:latin typeface="Avenir Next LT Pro"/>
              </a:rPr>
              <a:t>Thank you!</a:t>
            </a:r>
            <a:endParaRPr lang="en-IN" sz="4000" dirty="0">
              <a:latin typeface="Avenir Next LT Pro"/>
            </a:endParaRPr>
          </a:p>
        </p:txBody>
      </p:sp>
    </p:spTree>
    <p:custDataLst>
      <p:tags r:id="rId1"/>
    </p:custDataLst>
    <p:extLst>
      <p:ext uri="{BB962C8B-B14F-4D97-AF65-F5344CB8AC3E}">
        <p14:creationId xmlns:p14="http://schemas.microsoft.com/office/powerpoint/2010/main" val="12997436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Xceedance_New_2023_1">
      <a:dk1>
        <a:srgbClr val="121314"/>
      </a:dk1>
      <a:lt1>
        <a:srgbClr val="FFFFFF"/>
      </a:lt1>
      <a:dk2>
        <a:srgbClr val="121314"/>
      </a:dk2>
      <a:lt2>
        <a:srgbClr val="FFF8E6"/>
      </a:lt2>
      <a:accent1>
        <a:srgbClr val="FFB500"/>
      </a:accent1>
      <a:accent2>
        <a:srgbClr val="121314"/>
      </a:accent2>
      <a:accent3>
        <a:srgbClr val="F2F2F2"/>
      </a:accent3>
      <a:accent4>
        <a:srgbClr val="CC9100"/>
      </a:accent4>
      <a:accent5>
        <a:srgbClr val="00A9EB"/>
      </a:accent5>
      <a:accent6>
        <a:srgbClr val="563F05"/>
      </a:accent6>
      <a:hlink>
        <a:srgbClr val="0563C1"/>
      </a:hlink>
      <a:folHlink>
        <a:srgbClr val="954F72"/>
      </a:folHlink>
    </a:clrScheme>
    <a:fontScheme name="Xceedance_2023_Avenir">
      <a:majorFont>
        <a:latin typeface="Avenir Next LT Pro Dem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Xceedance_MAIN_PowerPoint_Template_2023" id="{6EA2706F-5455-41D4-83B0-838ED56EA064}" vid="{6FC10752-2D93-497B-8518-BFC2BBDA6E6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Klassify>
  <SNO>1</SNO>
  <KDate>2023-06-15 21:01:06</KDate>
  <Classification>Xceedance-Internal</Classification>
  <Subclassification/>
  <HostName>XCLP-TU2-0686</HostName>
  <Domain_User>XIPL/krishna.g</Domain_User>
  <IPAdd>192.168.1.34</IPAdd>
  <FilePath>Presentation1</FilePath>
  <KID>847B57AEE1C9638224596665742557</KID>
  <UniqueName/>
  <Suggested/>
  <Justification/>
</Klassify>
</file>

<file path=customXml/itemProps1.xml><?xml version="1.0" encoding="utf-8"?>
<ds:datastoreItem xmlns:ds="http://schemas.openxmlformats.org/officeDocument/2006/customXml" ds:itemID="{F9482743-F745-4467-AE4E-B15B3AC79324}">
  <ds:schemaRefs/>
</ds:datastoreItem>
</file>

<file path=docMetadata/LabelInfo.xml><?xml version="1.0" encoding="utf-8"?>
<clbl:labelList xmlns:clbl="http://schemas.microsoft.com/office/2020/mipLabelMetadata">
  <clbl:label id="{70ea2e9a-ed1c-457b-8cb8-a3ba3a87d0ba}" enabled="1" method="Standard" siteId="{7597b9d4-4dbf-4a04-888f-21d6563b1812}" contentBits="0" removed="0"/>
</clbl:labelList>
</file>

<file path=docProps/app.xml><?xml version="1.0" encoding="utf-8"?>
<Properties xmlns="http://schemas.openxmlformats.org/officeDocument/2006/extended-properties" xmlns:vt="http://schemas.openxmlformats.org/officeDocument/2006/docPropsVTypes">
  <Template>Updated Template_April 24_2023</Template>
  <TotalTime>12832</TotalTime>
  <Words>1958</Words>
  <Application>Microsoft Office PowerPoint</Application>
  <PresentationFormat>Widescreen</PresentationFormat>
  <Paragraphs>161</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Avenir Next LT Pro</vt:lpstr>
      <vt:lpstr>Calibri</vt:lpstr>
      <vt:lpstr>Flaticon</vt:lpstr>
      <vt:lpstr>linea-basic-10</vt:lpstr>
      <vt:lpstr>Open Sans</vt:lpstr>
      <vt:lpstr>Questrial</vt:lpstr>
      <vt:lpstr>Office Theme</vt:lpstr>
      <vt:lpstr>PowerPoint Presentation</vt:lpstr>
      <vt:lpstr>What will we learn?</vt:lpstr>
      <vt:lpstr>PowerPoint Presentation</vt:lpstr>
      <vt:lpstr>What are Insurance Policy Limits?</vt:lpstr>
      <vt:lpstr>Why Insurance Policies have limits </vt:lpstr>
      <vt:lpstr>PowerPoint Presentation</vt:lpstr>
      <vt:lpstr>Liability Policy Limits: Aggregate Limits &amp; Per Occurrence Limits</vt:lpstr>
      <vt:lpstr>Liability Policy Limits: Aggregate Limits &amp; Per Occurrence Limits</vt:lpstr>
      <vt:lpstr>Aggregate Limits &amp; Per Occurrence Limits Case Study</vt:lpstr>
      <vt:lpstr>Liability Policy Limits: Legal Expenses Inside Limits &amp; Outside Limits</vt:lpstr>
      <vt:lpstr>Liability Policy Limits: Legal Expenses Inside Limits &amp; Outside Limits</vt:lpstr>
      <vt:lpstr>Legal Expenses Inside Limits &amp; Outside Limits: Illustration</vt:lpstr>
      <vt:lpstr>PowerPoint Presentation</vt:lpstr>
      <vt:lpstr>Deductibles</vt:lpstr>
      <vt:lpstr>Why Deductibles?</vt:lpstr>
      <vt:lpstr>Self Insured Retention (SIR)</vt:lpstr>
      <vt:lpstr>Deductible Vs SIR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Krishna Kumar G</dc:creator>
  <cp:lastModifiedBy>Akansha Jain</cp:lastModifiedBy>
  <cp:revision>59</cp:revision>
  <dcterms:created xsi:type="dcterms:W3CDTF">2023-06-15T15:30:05Z</dcterms:created>
  <dcterms:modified xsi:type="dcterms:W3CDTF">2025-05-21T05:38:39Z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Xceedance-Internal</vt:lpwstr>
  </property>
  <property fmtid="{D5CDD505-2E9C-101B-9397-08002B2CF9AE}" pid="3" name="Rules">
    <vt:lpwstr/>
  </property>
  <property fmtid="{D5CDD505-2E9C-101B-9397-08002B2CF9AE}" pid="4" name="KID">
    <vt:lpwstr>847B57AEE1C9638224596665742557</vt:lpwstr>
  </property>
  <property fmtid="{D5CDD505-2E9C-101B-9397-08002B2CF9AE}" pid="5" name="ArticulateGUID">
    <vt:lpwstr>F9A01316-BEF4-4DDE-9731-865090FFCF1A</vt:lpwstr>
  </property>
  <property fmtid="{D5CDD505-2E9C-101B-9397-08002B2CF9AE}" pid="6" name="ArticulatePath">
    <vt:lpwstr>Limits &amp; Deductibles_UW Novice_V1.0</vt:lpwstr>
  </property>
</Properties>
</file>